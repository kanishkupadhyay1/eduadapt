
<file path=[Content_Types].xml><?xml version="1.0" encoding="utf-8"?>
<Types xmlns="http://schemas.openxmlformats.org/package/2006/content-types">
  <Override PartName="/ppt/slides/slide47.xml" ContentType="application/vnd.openxmlformats-officedocument.presentationml.slide+xml"/>
  <Override PartName="/ppt/slides/slide58.xml" ContentType="application/vnd.openxmlformats-officedocument.presentationml.slide+xml"/>
  <Override PartName="/ppt/slides/slide94.xml" ContentType="application/vnd.openxmlformats-officedocument.presentationml.slide+xml"/>
  <Override PartName="/ppt/slides/slide142.xml" ContentType="application/vnd.openxmlformats-officedocument.presentationml.slide+xml"/>
  <Override PartName="/ppt/notesSlides/notesSlide2.xml" ContentType="application/vnd.openxmlformats-officedocument.presentationml.notesSlide+xml"/>
  <Override PartName="/ppt/slides/slide4.xml" ContentType="application/vnd.openxmlformats-officedocument.presentationml.slide+xml"/>
  <Override PartName="/ppt/slides/slide18.xml" ContentType="application/vnd.openxmlformats-officedocument.presentationml.slide+xml"/>
  <Override PartName="/ppt/slides/slide36.xml" ContentType="application/vnd.openxmlformats-officedocument.presentationml.slide+xml"/>
  <Override PartName="/ppt/slides/slide54.xml" ContentType="application/vnd.openxmlformats-officedocument.presentationml.slide+xml"/>
  <Override PartName="/ppt/slides/slide65.xml" ContentType="application/vnd.openxmlformats-officedocument.presentationml.slide+xml"/>
  <Override PartName="/ppt/slides/slide83.xml" ContentType="application/vnd.openxmlformats-officedocument.presentationml.slide+xml"/>
  <Override PartName="/ppt/slides/slide102.xml" ContentType="application/vnd.openxmlformats-officedocument.presentationml.slide+xml"/>
  <Override PartName="/ppt/slides/slide120.xml" ContentType="application/vnd.openxmlformats-officedocument.presentationml.slide+xml"/>
  <Override PartName="/ppt/slides/slide131.xml" ContentType="application/vnd.openxmlformats-officedocument.presentationml.slide+xml"/>
  <Override PartName="/ppt/slides/slide25.xml" ContentType="application/vnd.openxmlformats-officedocument.presentationml.slide+xml"/>
  <Override PartName="/ppt/slides/slide43.xml" ContentType="application/vnd.openxmlformats-officedocument.presentationml.slide+xml"/>
  <Override PartName="/ppt/slides/slide72.xml" ContentType="application/vnd.openxmlformats-officedocument.presentationml.slide+xml"/>
  <Override PartName="/ppt/slides/slide90.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xml" ContentType="application/xml"/>
  <Override PartName="/ppt/slides/slide14.xml" ContentType="application/vnd.openxmlformats-officedocument.presentationml.slide+xml"/>
  <Override PartName="/ppt/slides/slide32.xml" ContentType="application/vnd.openxmlformats-officedocument.presentationml.slide+xml"/>
  <Override PartName="/ppt/slides/slide50.xml" ContentType="application/vnd.openxmlformats-officedocument.presentationml.slide+xml"/>
  <Override PartName="/ppt/slides/slide61.xml" ContentType="application/vnd.openxmlformats-officedocument.presentationml.slide+xml"/>
  <Override PartName="/ppt/notesMasters/notesMaster1.xml" ContentType="application/vnd.openxmlformats-officedocument.presentationml.notesMaster+xml"/>
  <Default Extension="fntdata" ContentType="application/x-fontdata"/>
  <Override PartName="/ppt/slides/slide1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s/slide129.xml" ContentType="application/vnd.openxmlformats-officedocument.presentationml.slide+xml"/>
  <Override PartName="/ppt/slides/slide147.xml" ContentType="application/vnd.openxmlformats-officedocument.presentationml.slide+xml"/>
  <Override PartName="/ppt/slides/slide158.xml" ContentType="application/vnd.openxmlformats-officedocument.presentationml.slide+xml"/>
  <Override PartName="/ppt/notesSlides/notesSlide12.xml" ContentType="application/vnd.openxmlformats-officedocument.presentationml.notesSlide+xml"/>
  <Override PartName="/ppt/slides/slide99.xml" ContentType="application/vnd.openxmlformats-officedocument.presentationml.slide+xml"/>
  <Override PartName="/ppt/slides/slide118.xml" ContentType="application/vnd.openxmlformats-officedocument.presentationml.slide+xml"/>
  <Override PartName="/ppt/slides/slide136.xml" ContentType="application/vnd.openxmlformats-officedocument.presentationml.slide+xml"/>
  <Override PartName="/ppt/notesSlides/notesSlide7.xml" ContentType="application/vnd.openxmlformats-officedocument.presentationml.notesSlide+xml"/>
  <Override PartName="/ppt/slides/slide9.xml" ContentType="application/vnd.openxmlformats-officedocument.presentationml.slide+xml"/>
  <Override PartName="/ppt/slides/slide59.xml" ContentType="application/vnd.openxmlformats-officedocument.presentationml.slide+xml"/>
  <Override PartName="/ppt/slides/slide77.xml" ContentType="application/vnd.openxmlformats-officedocument.presentationml.slide+xml"/>
  <Override PartName="/ppt/slides/slide88.xml" ContentType="application/vnd.openxmlformats-officedocument.presentationml.slide+xml"/>
  <Override PartName="/ppt/slides/slide107.xml" ContentType="application/vnd.openxmlformats-officedocument.presentationml.slide+xml"/>
  <Override PartName="/ppt/slides/slide125.xml" ContentType="application/vnd.openxmlformats-officedocument.presentationml.slide+xml"/>
  <Override PartName="/ppt/slides/slide143.xml" ContentType="application/vnd.openxmlformats-officedocument.presentationml.slide+xml"/>
  <Override PartName="/ppt/slides/slide154.xml" ContentType="application/vnd.openxmlformats-officedocument.presentationml.slide+xml"/>
  <Override PartName="/ppt/viewProps.xml" ContentType="application/vnd.openxmlformats-officedocument.presentationml.viewProps+xml"/>
  <Override PartName="/ppt/slides/slide5.xml" ContentType="application/vnd.openxmlformats-officedocument.presentationml.slide+xml"/>
  <Override PartName="/ppt/slides/slide19.xml" ContentType="application/vnd.openxmlformats-officedocument.presentationml.slide+xml"/>
  <Override PartName="/ppt/slides/slide48.xml" ContentType="application/vnd.openxmlformats-officedocument.presentationml.slide+xml"/>
  <Override PartName="/ppt/slides/slide66.xml" ContentType="application/vnd.openxmlformats-officedocument.presentationml.slide+xml"/>
  <Override PartName="/ppt/slides/slide95.xml" ContentType="application/vnd.openxmlformats-officedocument.presentationml.slide+xml"/>
  <Override PartName="/ppt/slides/slide103.xml" ContentType="application/vnd.openxmlformats-officedocument.presentationml.slide+xml"/>
  <Override PartName="/ppt/slides/slide114.xml" ContentType="application/vnd.openxmlformats-officedocument.presentationml.slide+xml"/>
  <Override PartName="/ppt/slides/slide132.xml" ContentType="application/vnd.openxmlformats-officedocument.presentationml.slide+xml"/>
  <Override PartName="/ppt/slides/slide150.xml" ContentType="application/vnd.openxmlformats-officedocument.presentationml.slide+xml"/>
  <Override PartName="/ppt/slides/slide161.xml" ContentType="application/vnd.openxmlformats-officedocument.presentationml.slide+xml"/>
  <Default Extension="png" ContentType="image/png"/>
  <Override PartName="/ppt/notesSlides/notesSlide3.xml" ContentType="application/vnd.openxmlformats-officedocument.presentationml.notesSlide+xml"/>
  <Override PartName="/ppt/slides/slide26.xml" ContentType="application/vnd.openxmlformats-officedocument.presentationml.slide+xml"/>
  <Override PartName="/ppt/slides/slide37.xml" ContentType="application/vnd.openxmlformats-officedocument.presentationml.slide+xml"/>
  <Override PartName="/ppt/slides/slide55.xml" ContentType="application/vnd.openxmlformats-officedocument.presentationml.slide+xml"/>
  <Override PartName="/ppt/slides/slide73.xml" ContentType="application/vnd.openxmlformats-officedocument.presentationml.slide+xml"/>
  <Override PartName="/ppt/slides/slide84.xml" ContentType="application/vnd.openxmlformats-officedocument.presentationml.slide+xml"/>
  <Override PartName="/ppt/slides/slide121.xml" ContentType="application/vnd.openxmlformats-officedocument.presentationml.slide+xml"/>
  <Override PartName="/ppt/presProps.xml" ContentType="application/vnd.openxmlformats-officedocument.presentationml.presProps+xml"/>
  <Override PartName="/ppt/theme/theme2.xml" ContentType="application/vnd.openxmlformats-officedocument.theme+xml"/>
  <Override PartName="/ppt/slides/slide1.xml" ContentType="application/vnd.openxmlformats-officedocument.presentationml.slide+xml"/>
  <Override PartName="/ppt/slides/slide15.xml" ContentType="application/vnd.openxmlformats-officedocument.presentationml.slide+xml"/>
  <Override PartName="/ppt/slides/slide33.xml" ContentType="application/vnd.openxmlformats-officedocument.presentationml.slide+xml"/>
  <Override PartName="/ppt/slides/slide44.xml" ContentType="application/vnd.openxmlformats-officedocument.presentationml.slide+xml"/>
  <Override PartName="/ppt/slides/slide62.xml" ContentType="application/vnd.openxmlformats-officedocument.presentationml.slide+xml"/>
  <Override PartName="/ppt/slides/slide80.xml" ContentType="application/vnd.openxmlformats-officedocument.presentationml.slide+xml"/>
  <Override PartName="/ppt/slides/slide91.xml" ContentType="application/vnd.openxmlformats-officedocument.presentationml.slide+xml"/>
  <Override PartName="/ppt/slides/slide110.xml" ContentType="application/vnd.openxmlformats-officedocument.presentationml.slide+xml"/>
  <Override PartName="/ppt/slideLayouts/slideLayout3.xml" ContentType="application/vnd.openxmlformats-officedocument.presentationml.slideLayout+xml"/>
  <Override PartName="/ppt/presentation.xml" ContentType="application/vnd.openxmlformats-officedocument.presentationml.presentation.main+xml"/>
  <Override PartName="/ppt/slides/slide22.xml" ContentType="application/vnd.openxmlformats-officedocument.presentationml.slide+xml"/>
  <Override PartName="/ppt/slides/slide51.xml" ContentType="application/vnd.openxmlformats-officedocument.presentationml.slide+xml"/>
  <Override PartName="/docProps/app.xml" ContentType="application/vnd.openxmlformats-officedocument.extended-properties+xml"/>
  <Override PartName="/ppt/slides/slide11.xml" ContentType="application/vnd.openxmlformats-officedocument.presentationml.slide+xml"/>
  <Override PartName="/ppt/slides/slide40.xml" ContentType="application/vnd.openxmlformats-officedocument.presentationml.slide+xml"/>
  <Override PartName="/ppt/slides/slide159.xml" ContentType="application/vnd.openxmlformats-officedocument.presentationml.slide+xml"/>
  <Override PartName="/ppt/notesSlides/notesSlide13.xml" ContentType="application/vnd.openxmlformats-officedocument.presentationml.notesSlide+xml"/>
  <Override PartName="/ppt/slides/slide119.xml" ContentType="application/vnd.openxmlformats-officedocument.presentationml.slide+xml"/>
  <Override PartName="/ppt/slides/slide148.xml" ContentType="application/vnd.openxmlformats-officedocument.presentationml.slide+xml"/>
  <Override PartName="/ppt/notesSlides/notesSlide8.xml" ContentType="application/vnd.openxmlformats-officedocument.presentationml.notesSlide+xml"/>
  <Override PartName="/ppt/slides/slide89.xml" ContentType="application/vnd.openxmlformats-officedocument.presentationml.slide+xml"/>
  <Override PartName="/ppt/slides/slide108.xml" ContentType="application/vnd.openxmlformats-officedocument.presentationml.slide+xml"/>
  <Override PartName="/ppt/slides/slide126.xml" ContentType="application/vnd.openxmlformats-officedocument.presentationml.slide+xml"/>
  <Override PartName="/ppt/slides/slide137.xml" ContentType="application/vnd.openxmlformats-officedocument.presentationml.slide+xml"/>
  <Override PartName="/ppt/slides/slide155.xml" ContentType="application/vnd.openxmlformats-officedocument.presentationml.slide+xml"/>
  <Override PartName="/ppt/slides/slide49.xml" ContentType="application/vnd.openxmlformats-officedocument.presentationml.slide+xml"/>
  <Override PartName="/ppt/slides/slide78.xml" ContentType="application/vnd.openxmlformats-officedocument.presentationml.slide+xml"/>
  <Override PartName="/ppt/slides/slide96.xml" ContentType="application/vnd.openxmlformats-officedocument.presentationml.slide+xml"/>
  <Override PartName="/ppt/slides/slide115.xml" ContentType="application/vnd.openxmlformats-officedocument.presentationml.slide+xml"/>
  <Override PartName="/ppt/slides/slide144.xml" ContentType="application/vnd.openxmlformats-officedocument.presentationml.slide+xml"/>
  <Override PartName="/ppt/slides/slide162.xml" ContentType="application/vnd.openxmlformats-officedocument.presentationml.slide+xml"/>
  <Override PartName="/ppt/notesSlides/notesSlide4.xml" ContentType="application/vnd.openxmlformats-officedocument.presentationml.notesSlide+xml"/>
  <Override PartName="/docProps/core.xml" ContentType="application/vnd.openxmlformats-package.core-properties+xml"/>
  <Override PartName="/ppt/slides/slide6.xml" ContentType="application/vnd.openxmlformats-officedocument.presentationml.slide+xml"/>
  <Override PartName="/ppt/slides/slide38.xml" ContentType="application/vnd.openxmlformats-officedocument.presentationml.slide+xml"/>
  <Override PartName="/ppt/slides/slide56.xml" ContentType="application/vnd.openxmlformats-officedocument.presentationml.slide+xml"/>
  <Override PartName="/ppt/slides/slide67.xml" ContentType="application/vnd.openxmlformats-officedocument.presentationml.slide+xml"/>
  <Override PartName="/ppt/slides/slide85.xml" ContentType="application/vnd.openxmlformats-officedocument.presentationml.slide+xml"/>
  <Override PartName="/ppt/slides/slide104.xml" ContentType="application/vnd.openxmlformats-officedocument.presentationml.slide+xml"/>
  <Override PartName="/ppt/slides/slide122.xml" ContentType="application/vnd.openxmlformats-officedocument.presentationml.slide+xml"/>
  <Override PartName="/ppt/slides/slide133.xml" ContentType="application/vnd.openxmlformats-officedocument.presentationml.slide+xml"/>
  <Override PartName="/ppt/slides/slide151.xml" ContentType="application/vnd.openxmlformats-officedocument.presentationml.slide+xml"/>
  <Override PartName="/ppt/slideMasters/slideMaster1.xml" ContentType="application/vnd.openxmlformats-officedocument.presentationml.slideMaster+xml"/>
  <Override PartName="/ppt/slides/slide27.xml" ContentType="application/vnd.openxmlformats-officedocument.presentationml.slide+xml"/>
  <Override PartName="/ppt/slides/slide45.xml" ContentType="application/vnd.openxmlformats-officedocument.presentationml.slide+xml"/>
  <Override PartName="/ppt/slides/slide74.xml" ContentType="application/vnd.openxmlformats-officedocument.presentationml.slide+xml"/>
  <Override PartName="/ppt/slides/slide92.xml" ContentType="application/vnd.openxmlformats-officedocument.presentationml.slide+xml"/>
  <Override PartName="/ppt/slides/slide111.xml" ContentType="application/vnd.openxmlformats-officedocument.presentationml.slide+xml"/>
  <Override PartName="/ppt/slides/slide140.xml" ContentType="application/vnd.openxmlformats-officedocument.presentationml.slide+xml"/>
  <Override PartName="/ppt/slideLayouts/slideLayout4.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s/slide34.xml" ContentType="application/vnd.openxmlformats-officedocument.presentationml.slide+xml"/>
  <Override PartName="/ppt/slides/slide52.xml" ContentType="application/vnd.openxmlformats-officedocument.presentationml.slide+xml"/>
  <Override PartName="/ppt/slides/slide63.xml" ContentType="application/vnd.openxmlformats-officedocument.presentationml.slide+xml"/>
  <Override PartName="/ppt/slides/slide81.xml" ContentType="application/vnd.openxmlformats-officedocument.presentationml.slide+xml"/>
  <Override PartName="/ppt/slides/slide100.xml" ContentType="application/vnd.openxmlformats-officedocument.presentationml.slide+xml"/>
  <Default Extension="rels" ContentType="application/vnd.openxmlformats-package.relationships+xml"/>
  <Override PartName="/ppt/slides/slide23.xml" ContentType="application/vnd.openxmlformats-officedocument.presentationml.slide+xml"/>
  <Override PartName="/ppt/slides/slide41.xml" ContentType="application/vnd.openxmlformats-officedocument.presentationml.slide+xml"/>
  <Override PartName="/ppt/slides/slide70.xml" ContentType="application/vnd.openxmlformats-officedocument.presentationml.slide+xml"/>
  <Override PartName="/ppt/slides/slide12.xml" ContentType="application/vnd.openxmlformats-officedocument.presentationml.slide+xml"/>
  <Override PartName="/ppt/slides/slide30.xml" ContentType="application/vnd.openxmlformats-officedocument.presentationml.slide+xml"/>
  <Override PartName="/ppt/slides/slide149.xml" ContentType="application/vnd.openxmlformats-officedocument.presentationml.slide+xml"/>
  <Override PartName="/ppt/notesSlides/notesSlide14.xml" ContentType="application/vnd.openxmlformats-officedocument.presentationml.notesSlide+xml"/>
  <Override PartName="/ppt/slides/slide138.xml" ContentType="application/vnd.openxmlformats-officedocument.presentationml.slide+xml"/>
  <Override PartName="/ppt/notesSlides/notesSlide9.xml" ContentType="application/vnd.openxmlformats-officedocument.presentationml.notesSlide+xml"/>
  <Override PartName="/ppt/slides/slide79.xml" ContentType="application/vnd.openxmlformats-officedocument.presentationml.slide+xml"/>
  <Override PartName="/ppt/slides/slide109.xml" ContentType="application/vnd.openxmlformats-officedocument.presentationml.slide+xml"/>
  <Override PartName="/ppt/slides/slide127.xml" ContentType="application/vnd.openxmlformats-officedocument.presentationml.slide+xml"/>
  <Override PartName="/ppt/slides/slide145.xml" ContentType="application/vnd.openxmlformats-officedocument.presentationml.slide+xml"/>
  <Override PartName="/ppt/slides/slide156.xml" ContentType="application/vnd.openxmlformats-officedocument.presentationml.slide+xml"/>
  <Override PartName="/ppt/notesSlides/notesSlide10.xml" ContentType="application/vnd.openxmlformats-officedocument.presentationml.notesSlide+xml"/>
  <Override PartName="/ppt/slides/slide7.xml" ContentType="application/vnd.openxmlformats-officedocument.presentationml.slide+xml"/>
  <Override PartName="/ppt/slides/slide68.xml" ContentType="application/vnd.openxmlformats-officedocument.presentationml.slide+xml"/>
  <Override PartName="/ppt/slides/slide97.xml" ContentType="application/vnd.openxmlformats-officedocument.presentationml.slide+xml"/>
  <Override PartName="/ppt/slides/slide116.xml" ContentType="application/vnd.openxmlformats-officedocument.presentationml.slide+xml"/>
  <Override PartName="/ppt/slides/slide134.xml" ContentType="application/vnd.openxmlformats-officedocument.presentationml.slide+xml"/>
  <Override PartName="/ppt/slides/slide163.xml" ContentType="application/vnd.openxmlformats-officedocument.presentationml.slide+xml"/>
  <Override PartName="/ppt/notesSlides/notesSlide5.xml" ContentType="application/vnd.openxmlformats-officedocument.presentationml.notesSlide+xml"/>
  <Override PartName="/ppt/slides/slide28.xml" ContentType="application/vnd.openxmlformats-officedocument.presentationml.slide+xml"/>
  <Override PartName="/ppt/slides/slide39.xml" ContentType="application/vnd.openxmlformats-officedocument.presentationml.slide+xml"/>
  <Override PartName="/ppt/slides/slide57.xml" ContentType="application/vnd.openxmlformats-officedocument.presentationml.slide+xml"/>
  <Override PartName="/ppt/slides/slide75.xml" ContentType="application/vnd.openxmlformats-officedocument.presentationml.slide+xml"/>
  <Override PartName="/ppt/slides/slide86.xml" ContentType="application/vnd.openxmlformats-officedocument.presentationml.slide+xml"/>
  <Override PartName="/ppt/slides/slide105.xml" ContentType="application/vnd.openxmlformats-officedocument.presentationml.slide+xml"/>
  <Override PartName="/ppt/slides/slide123.xml" ContentType="application/vnd.openxmlformats-officedocument.presentationml.slide+xml"/>
  <Override PartName="/ppt/slides/slide141.xml" ContentType="application/vnd.openxmlformats-officedocument.presentationml.slide+xml"/>
  <Override PartName="/ppt/slides/slide152.xml" ContentType="application/vnd.openxmlformats-officedocument.presentationml.slide+xml"/>
  <Override PartName="/ppt/notesSlides/notesSlide1.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slides/slide46.xml" ContentType="application/vnd.openxmlformats-officedocument.presentationml.slide+xml"/>
  <Override PartName="/ppt/slides/slide64.xml" ContentType="application/vnd.openxmlformats-officedocument.presentationml.slide+xml"/>
  <Override PartName="/ppt/slides/slide93.xml" ContentType="application/vnd.openxmlformats-officedocument.presentationml.slide+xml"/>
  <Override PartName="/ppt/slides/slide101.xml" ContentType="application/vnd.openxmlformats-officedocument.presentationml.slide+xml"/>
  <Override PartName="/ppt/slides/slide112.xml" ContentType="application/vnd.openxmlformats-officedocument.presentationml.slide+xml"/>
  <Override PartName="/ppt/slides/slide130.xml" ContentType="application/vnd.openxmlformats-officedocument.presentationml.slide+xml"/>
  <Override PartName="/ppt/slideLayouts/slideLayout5.xml" ContentType="application/vnd.openxmlformats-officedocument.presentationml.slideLayout+xml"/>
  <Override PartName="/ppt/slides/slide24.xml" ContentType="application/vnd.openxmlformats-officedocument.presentationml.slide+xml"/>
  <Override PartName="/ppt/slides/slide35.xml" ContentType="application/vnd.openxmlformats-officedocument.presentationml.slide+xml"/>
  <Override PartName="/ppt/slides/slide53.xml" ContentType="application/vnd.openxmlformats-officedocument.presentationml.slide+xml"/>
  <Override PartName="/ppt/slides/slide71.xml" ContentType="application/vnd.openxmlformats-officedocument.presentationml.slide+xml"/>
  <Override PartName="/ppt/slides/slide82.xml" ContentType="application/vnd.openxmlformats-officedocument.presentationml.slide+xml"/>
  <Default Extension="jpeg" ContentType="image/jpeg"/>
  <Override PartName="/ppt/slides/slide13.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s/slide60.xml" ContentType="application/vnd.openxmlformats-officedocument.presentationml.slide+xml"/>
  <Override PartName="/ppt/slideLayouts/slideLayout1.xml" ContentType="application/vnd.openxmlformats-officedocument.presentationml.slideLayout+xml"/>
  <Override PartName="/ppt/slides/slide20.xml" ContentType="application/vnd.openxmlformats-officedocument.presentationml.slide+xml"/>
  <Override PartName="/ppt/slides/slide139.xml" ContentType="application/vnd.openxmlformats-officedocument.presentationml.slide+xml"/>
  <Override PartName="/ppt/slides/slide157.xml" ContentType="application/vnd.openxmlformats-officedocument.presentationml.slide+xml"/>
  <Override PartName="/ppt/notesSlides/notesSlide11.xml" ContentType="application/vnd.openxmlformats-officedocument.presentationml.notesSlide+xml"/>
  <Override PartName="/ppt/slides/slide98.xml" ContentType="application/vnd.openxmlformats-officedocument.presentationml.slide+xml"/>
  <Override PartName="/ppt/slides/slide117.xml" ContentType="application/vnd.openxmlformats-officedocument.presentationml.slide+xml"/>
  <Override PartName="/ppt/slides/slide128.xml" ContentType="application/vnd.openxmlformats-officedocument.presentationml.slide+xml"/>
  <Override PartName="/ppt/slides/slide146.xml" ContentType="application/vnd.openxmlformats-officedocument.presentationml.slide+xml"/>
  <Override PartName="/ppt/notesSlides/notesSlide6.xml" ContentType="application/vnd.openxmlformats-officedocument.presentationml.notesSlide+xml"/>
  <Override PartName="/ppt/slides/slide8.xml" ContentType="application/vnd.openxmlformats-officedocument.presentationml.slide+xml"/>
  <Override PartName="/ppt/slides/slide69.xml" ContentType="application/vnd.openxmlformats-officedocument.presentationml.slide+xml"/>
  <Override PartName="/ppt/slides/slide87.xml" ContentType="application/vnd.openxmlformats-officedocument.presentationml.slide+xml"/>
  <Override PartName="/ppt/slides/slide106.xml" ContentType="application/vnd.openxmlformats-officedocument.presentationml.slide+xml"/>
  <Override PartName="/ppt/slides/slide124.xml" ContentType="application/vnd.openxmlformats-officedocument.presentationml.slide+xml"/>
  <Override PartName="/ppt/slides/slide135.xml" ContentType="application/vnd.openxmlformats-officedocument.presentationml.slide+xml"/>
  <Override PartName="/ppt/slides/slide153.xml" ContentType="application/vnd.openxmlformats-officedocument.presentationml.slide+xml"/>
  <Override PartName="/ppt/slides/slide29.xml" ContentType="application/vnd.openxmlformats-officedocument.presentationml.slide+xml"/>
  <Override PartName="/ppt/slides/slide76.xml" ContentType="application/vnd.openxmlformats-officedocument.presentationml.slide+xml"/>
  <Override PartName="/ppt/slides/slide113.xml" ContentType="application/vnd.openxmlformats-officedocument.presentationml.slide+xml"/>
  <Override PartName="/ppt/slides/slide160.xml" ContentType="application/vnd.openxmlformats-officedocument.presentationml.slide+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16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 id="345" r:id="rId91"/>
    <p:sldId id="346" r:id="rId92"/>
    <p:sldId id="347" r:id="rId93"/>
    <p:sldId id="348" r:id="rId94"/>
    <p:sldId id="349" r:id="rId95"/>
    <p:sldId id="350" r:id="rId96"/>
    <p:sldId id="351" r:id="rId97"/>
    <p:sldId id="352" r:id="rId98"/>
    <p:sldId id="353" r:id="rId99"/>
    <p:sldId id="354" r:id="rId100"/>
    <p:sldId id="355" r:id="rId101"/>
    <p:sldId id="356" r:id="rId102"/>
    <p:sldId id="357" r:id="rId103"/>
    <p:sldId id="358" r:id="rId104"/>
    <p:sldId id="359" r:id="rId105"/>
    <p:sldId id="360" r:id="rId106"/>
    <p:sldId id="361" r:id="rId107"/>
    <p:sldId id="362" r:id="rId108"/>
    <p:sldId id="363" r:id="rId109"/>
    <p:sldId id="364" r:id="rId110"/>
    <p:sldId id="365" r:id="rId111"/>
    <p:sldId id="366" r:id="rId112"/>
    <p:sldId id="367" r:id="rId113"/>
    <p:sldId id="368" r:id="rId114"/>
    <p:sldId id="369" r:id="rId115"/>
    <p:sldId id="370" r:id="rId116"/>
    <p:sldId id="371" r:id="rId117"/>
    <p:sldId id="372" r:id="rId118"/>
    <p:sldId id="373" r:id="rId119"/>
    <p:sldId id="374" r:id="rId120"/>
    <p:sldId id="375" r:id="rId121"/>
    <p:sldId id="376" r:id="rId122"/>
    <p:sldId id="377" r:id="rId123"/>
    <p:sldId id="378" r:id="rId124"/>
    <p:sldId id="379" r:id="rId125"/>
    <p:sldId id="380" r:id="rId126"/>
    <p:sldId id="381" r:id="rId127"/>
    <p:sldId id="382" r:id="rId128"/>
    <p:sldId id="383" r:id="rId129"/>
    <p:sldId id="384" r:id="rId130"/>
    <p:sldId id="385" r:id="rId131"/>
    <p:sldId id="386" r:id="rId132"/>
    <p:sldId id="387" r:id="rId133"/>
    <p:sldId id="388" r:id="rId134"/>
    <p:sldId id="389" r:id="rId135"/>
    <p:sldId id="390" r:id="rId136"/>
    <p:sldId id="391" r:id="rId137"/>
    <p:sldId id="392" r:id="rId138"/>
    <p:sldId id="393" r:id="rId139"/>
    <p:sldId id="394" r:id="rId140"/>
    <p:sldId id="395" r:id="rId141"/>
    <p:sldId id="396" r:id="rId142"/>
    <p:sldId id="397" r:id="rId143"/>
    <p:sldId id="398" r:id="rId144"/>
    <p:sldId id="399" r:id="rId145"/>
    <p:sldId id="400" r:id="rId146"/>
    <p:sldId id="401" r:id="rId147"/>
    <p:sldId id="402" r:id="rId148"/>
    <p:sldId id="403" r:id="rId149"/>
    <p:sldId id="404" r:id="rId150"/>
    <p:sldId id="405" r:id="rId151"/>
    <p:sldId id="406" r:id="rId152"/>
    <p:sldId id="407" r:id="rId153"/>
    <p:sldId id="408" r:id="rId154"/>
    <p:sldId id="409" r:id="rId155"/>
    <p:sldId id="410" r:id="rId156"/>
    <p:sldId id="411" r:id="rId157"/>
    <p:sldId id="412" r:id="rId158"/>
    <p:sldId id="413" r:id="rId159"/>
    <p:sldId id="414" r:id="rId160"/>
    <p:sldId id="415" r:id="rId161"/>
    <p:sldId id="416" r:id="rId162"/>
    <p:sldId id="417" r:id="rId163"/>
    <p:sldId id="418" r:id="rId164"/>
  </p:sldIdLst>
  <p:sldSz cx="9144000" cy="5143500" type="screen16x9"/>
  <p:notesSz cx="9144000" cy="5143500"/>
  <p:embeddedFontLst>
    <p:embeddedFont>
      <p:font typeface="Calibri" pitchFamily="34" charset="0"/>
      <p:regular r:id="rId166"/>
      <p:bold r:id="rId167"/>
      <p:italic r:id="rId168"/>
      <p:boldItalic r:id="rId169"/>
    </p:embeddedFont>
    <p:embeddedFont>
      <p:font typeface="SMITBP+LibreBaskerville-Bold"/>
      <p:regular r:id="rId170"/>
    </p:embeddedFont>
    <p:embeddedFont>
      <p:font typeface="KIGFCN+TimesNewRomanPS-BoldMT"/>
      <p:regular r:id="rId171"/>
    </p:embeddedFont>
    <p:embeddedFont>
      <p:font typeface="Cambria" pitchFamily="18" charset="0"/>
      <p:regular r:id="rId172"/>
      <p:bold r:id="rId173"/>
      <p:italic r:id="rId174"/>
      <p:boldItalic r:id="rId175"/>
    </p:embeddedFont>
    <p:embeddedFont>
      <p:font typeface="VRRQJO+Cambria"/>
      <p:regular r:id="rId176"/>
    </p:embeddedFont>
    <p:embeddedFont>
      <p:font typeface="VIDFKT+ArialMT"/>
      <p:regular r:id="rId177"/>
    </p:embeddedFont>
    <p:embeddedFont>
      <p:font typeface="EJNCGP+Arial-BoldMT"/>
      <p:regular r:id="rId178"/>
    </p:embeddedFont>
    <p:embeddedFont>
      <p:font typeface="Consolas" pitchFamily="49" charset="0"/>
      <p:regular r:id="rId179"/>
      <p:bold r:id="rId180"/>
      <p:italic r:id="rId181"/>
      <p:boldItalic r:id="rId182"/>
    </p:embeddedFont>
    <p:embeddedFont>
      <p:font typeface="Georgia" pitchFamily="18" charset="0"/>
      <p:regular r:id="rId183"/>
      <p:bold r:id="rId184"/>
      <p:italic r:id="rId185"/>
      <p:boldItalic r:id="rId186"/>
    </p:embeddedFont>
    <p:embeddedFont>
      <p:font typeface="Yu Gothic UI" pitchFamily="34" charset="-128"/>
      <p:regular r:id="rId187"/>
      <p:bold r:id="rId188"/>
    </p:embeddedFont>
    <p:embeddedFont>
      <p:font typeface="Trebuchet MS" pitchFamily="34" charset="0"/>
      <p:regular r:id="rId189"/>
      <p:bold r:id="rId190"/>
      <p:italic r:id="rId191"/>
      <p:boldItalic r:id="rId192"/>
    </p:embeddedFont>
    <p:embeddedFont>
      <p:font typeface="Segoe UI Symbol" pitchFamily="34" charset="0"/>
      <p:regular r:id="rId19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p:restoredLeft sz="15620"/>
    <p:restoredTop sz="94660"/>
  </p:normalViewPr>
  <p:slideViewPr>
    <p:cSldViewPr>
      <p:cViewPr varScale="1">
        <p:scale>
          <a:sx n="147" d="100"/>
          <a:sy n="147" d="100"/>
        </p:scale>
        <p:origin x="-570" y="-96"/>
      </p:cViewPr>
      <p:guideLst>
        <p:guide orient="horz" pos="3168"/>
        <p:guide pos="2448"/>
      </p:guideLst>
    </p:cSldViewPr>
  </p:slideViewPr>
  <p:notesTextViewPr>
    <p:cViewPr>
      <p:scale>
        <a:sx n="1" d="1"/>
        <a:sy n="1" d="1"/>
      </p:scale>
      <p:origin x="0" y="0"/>
    </p:cViewPr>
  </p:notesTextViewPr>
  <p:gridSpacing cx="73736200" cy="73736200"/>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38" Type="http://schemas.openxmlformats.org/officeDocument/2006/relationships/slide" Target="slides/slide137.xml"/><Relationship Id="rId154" Type="http://schemas.openxmlformats.org/officeDocument/2006/relationships/slide" Target="slides/slide153.xml"/><Relationship Id="rId159" Type="http://schemas.openxmlformats.org/officeDocument/2006/relationships/slide" Target="slides/slide158.xml"/><Relationship Id="rId175" Type="http://schemas.openxmlformats.org/officeDocument/2006/relationships/font" Target="fonts/font10.fntdata"/><Relationship Id="rId170" Type="http://schemas.openxmlformats.org/officeDocument/2006/relationships/font" Target="fonts/font5.fntdata"/><Relationship Id="rId191" Type="http://schemas.openxmlformats.org/officeDocument/2006/relationships/font" Target="fonts/font26.fntdata"/><Relationship Id="rId196" Type="http://schemas.openxmlformats.org/officeDocument/2006/relationships/theme" Target="theme/theme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28" Type="http://schemas.openxmlformats.org/officeDocument/2006/relationships/slide" Target="slides/slide127.xml"/><Relationship Id="rId144" Type="http://schemas.openxmlformats.org/officeDocument/2006/relationships/slide" Target="slides/slide143.xml"/><Relationship Id="rId149" Type="http://schemas.openxmlformats.org/officeDocument/2006/relationships/slide" Target="slides/slide148.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160" Type="http://schemas.openxmlformats.org/officeDocument/2006/relationships/slide" Target="slides/slide159.xml"/><Relationship Id="rId165" Type="http://schemas.openxmlformats.org/officeDocument/2006/relationships/notesMaster" Target="notesMasters/notesMaster1.xml"/><Relationship Id="rId181" Type="http://schemas.openxmlformats.org/officeDocument/2006/relationships/font" Target="fonts/font16.fntdata"/><Relationship Id="rId186" Type="http://schemas.openxmlformats.org/officeDocument/2006/relationships/font" Target="fonts/font21.fntdata"/><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134" Type="http://schemas.openxmlformats.org/officeDocument/2006/relationships/slide" Target="slides/slide133.xml"/><Relationship Id="rId139" Type="http://schemas.openxmlformats.org/officeDocument/2006/relationships/slide" Target="slides/slide138.xml"/><Relationship Id="rId80" Type="http://schemas.openxmlformats.org/officeDocument/2006/relationships/slide" Target="slides/slide79.xml"/><Relationship Id="rId85" Type="http://schemas.openxmlformats.org/officeDocument/2006/relationships/slide" Target="slides/slide84.xml"/><Relationship Id="rId150" Type="http://schemas.openxmlformats.org/officeDocument/2006/relationships/slide" Target="slides/slide149.xml"/><Relationship Id="rId155" Type="http://schemas.openxmlformats.org/officeDocument/2006/relationships/slide" Target="slides/slide154.xml"/><Relationship Id="rId171" Type="http://schemas.openxmlformats.org/officeDocument/2006/relationships/font" Target="fonts/font6.fntdata"/><Relationship Id="rId176" Type="http://schemas.openxmlformats.org/officeDocument/2006/relationships/font" Target="fonts/font11.fntdata"/><Relationship Id="rId192" Type="http://schemas.openxmlformats.org/officeDocument/2006/relationships/font" Target="fonts/font27.fntdata"/><Relationship Id="rId197" Type="http://schemas.openxmlformats.org/officeDocument/2006/relationships/tableStyles" Target="tableStyles.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slide" Target="slides/slide128.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40" Type="http://schemas.openxmlformats.org/officeDocument/2006/relationships/slide" Target="slides/slide139.xml"/><Relationship Id="rId145" Type="http://schemas.openxmlformats.org/officeDocument/2006/relationships/slide" Target="slides/slide144.xml"/><Relationship Id="rId161" Type="http://schemas.openxmlformats.org/officeDocument/2006/relationships/slide" Target="slides/slide160.xml"/><Relationship Id="rId166" Type="http://schemas.openxmlformats.org/officeDocument/2006/relationships/font" Target="fonts/font1.fntdata"/><Relationship Id="rId182" Type="http://schemas.openxmlformats.org/officeDocument/2006/relationships/font" Target="fonts/font17.fntdata"/><Relationship Id="rId187" Type="http://schemas.openxmlformats.org/officeDocument/2006/relationships/font" Target="fonts/font22.fntdata"/><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slide" Target="slides/slide129.xml"/><Relationship Id="rId135" Type="http://schemas.openxmlformats.org/officeDocument/2006/relationships/slide" Target="slides/slide134.xml"/><Relationship Id="rId151" Type="http://schemas.openxmlformats.org/officeDocument/2006/relationships/slide" Target="slides/slide150.xml"/><Relationship Id="rId156" Type="http://schemas.openxmlformats.org/officeDocument/2006/relationships/slide" Target="slides/slide155.xml"/><Relationship Id="rId177" Type="http://schemas.openxmlformats.org/officeDocument/2006/relationships/font" Target="fonts/font12.fntdata"/><Relationship Id="rId172" Type="http://schemas.openxmlformats.org/officeDocument/2006/relationships/font" Target="fonts/font7.fntdata"/><Relationship Id="rId193" Type="http://schemas.openxmlformats.org/officeDocument/2006/relationships/font" Target="fonts/font28.fntdata"/><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slide" Target="slides/slide140.xml"/><Relationship Id="rId146" Type="http://schemas.openxmlformats.org/officeDocument/2006/relationships/slide" Target="slides/slide145.xml"/><Relationship Id="rId167" Type="http://schemas.openxmlformats.org/officeDocument/2006/relationships/font" Target="fonts/font2.fntdata"/><Relationship Id="rId188" Type="http://schemas.openxmlformats.org/officeDocument/2006/relationships/font" Target="fonts/font23.fntdata"/><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162" Type="http://schemas.openxmlformats.org/officeDocument/2006/relationships/slide" Target="slides/slide161.xml"/><Relationship Id="rId183" Type="http://schemas.openxmlformats.org/officeDocument/2006/relationships/font" Target="fonts/font18.fntdata"/><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157" Type="http://schemas.openxmlformats.org/officeDocument/2006/relationships/slide" Target="slides/slide156.xml"/><Relationship Id="rId178" Type="http://schemas.openxmlformats.org/officeDocument/2006/relationships/font" Target="fonts/font13.fntdata"/><Relationship Id="rId61" Type="http://schemas.openxmlformats.org/officeDocument/2006/relationships/slide" Target="slides/slide60.xml"/><Relationship Id="rId82" Type="http://schemas.openxmlformats.org/officeDocument/2006/relationships/slide" Target="slides/slide81.xml"/><Relationship Id="rId152" Type="http://schemas.openxmlformats.org/officeDocument/2006/relationships/slide" Target="slides/slide151.xml"/><Relationship Id="rId173" Type="http://schemas.openxmlformats.org/officeDocument/2006/relationships/font" Target="fonts/font8.fntdata"/><Relationship Id="rId194" Type="http://schemas.openxmlformats.org/officeDocument/2006/relationships/presProps" Target="presProps.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168" Type="http://schemas.openxmlformats.org/officeDocument/2006/relationships/font" Target="fonts/font3.fntdata"/><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163" Type="http://schemas.openxmlformats.org/officeDocument/2006/relationships/slide" Target="slides/slide162.xml"/><Relationship Id="rId184" Type="http://schemas.openxmlformats.org/officeDocument/2006/relationships/font" Target="fonts/font19.fntdata"/><Relationship Id="rId189" Type="http://schemas.openxmlformats.org/officeDocument/2006/relationships/font" Target="fonts/font24.fntdata"/><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slide" Target="slides/slide157.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slide" Target="slides/slide152.xml"/><Relationship Id="rId174" Type="http://schemas.openxmlformats.org/officeDocument/2006/relationships/font" Target="fonts/font9.fntdata"/><Relationship Id="rId179" Type="http://schemas.openxmlformats.org/officeDocument/2006/relationships/font" Target="fonts/font14.fntdata"/><Relationship Id="rId195" Type="http://schemas.openxmlformats.org/officeDocument/2006/relationships/viewProps" Target="viewProps.xml"/><Relationship Id="rId190" Type="http://schemas.openxmlformats.org/officeDocument/2006/relationships/font" Target="fonts/font25.fntdata"/><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48" Type="http://schemas.openxmlformats.org/officeDocument/2006/relationships/slide" Target="slides/slide147.xml"/><Relationship Id="rId164" Type="http://schemas.openxmlformats.org/officeDocument/2006/relationships/slide" Target="slides/slide163.xml"/><Relationship Id="rId169" Type="http://schemas.openxmlformats.org/officeDocument/2006/relationships/font" Target="fonts/font4.fntdata"/><Relationship Id="rId185" Type="http://schemas.openxmlformats.org/officeDocument/2006/relationships/font" Target="fonts/font20.fntdata"/><Relationship Id="rId4" Type="http://schemas.openxmlformats.org/officeDocument/2006/relationships/slide" Target="slides/slide3.xml"/><Relationship Id="rId9" Type="http://schemas.openxmlformats.org/officeDocument/2006/relationships/slide" Target="slides/slide8.xml"/><Relationship Id="rId180" Type="http://schemas.openxmlformats.org/officeDocument/2006/relationships/font" Target="fonts/font15.fntdata"/><Relationship Id="rId26" Type="http://schemas.openxmlformats.org/officeDocument/2006/relationships/slide" Target="slides/slide2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257175"/>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5180013" y="0"/>
            <a:ext cx="3962400" cy="257175"/>
          </a:xfrm>
          <a:prstGeom prst="rect">
            <a:avLst/>
          </a:prstGeom>
        </p:spPr>
        <p:txBody>
          <a:bodyPr vert="horz" lIns="91440" tIns="45720" rIns="91440" bIns="45720" rtlCol="0"/>
          <a:lstStyle>
            <a:lvl1pPr algn="r">
              <a:defRPr sz="1200"/>
            </a:lvl1pPr>
          </a:lstStyle>
          <a:p>
            <a:fld id="{83DB94A3-6644-4AC0-AD28-0C1B27DCA4E9}" type="datetimeFigureOut">
              <a:rPr lang="en-US" smtClean="0"/>
              <a:t>11/4/2023</a:t>
            </a:fld>
            <a:endParaRPr lang="en-US"/>
          </a:p>
        </p:txBody>
      </p:sp>
      <p:sp>
        <p:nvSpPr>
          <p:cNvPr id="4" name="Slide Image Placeholder 3"/>
          <p:cNvSpPr>
            <a:spLocks noGrp="1" noRot="1" noChangeAspect="1"/>
          </p:cNvSpPr>
          <p:nvPr>
            <p:ph type="sldImg" idx="2"/>
          </p:nvPr>
        </p:nvSpPr>
        <p:spPr>
          <a:xfrm>
            <a:off x="2857500" y="385763"/>
            <a:ext cx="3429000" cy="1928812"/>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914400" y="2443163"/>
            <a:ext cx="7315200" cy="2314575"/>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4884738"/>
            <a:ext cx="3962400" cy="257175"/>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5180013" y="4884738"/>
            <a:ext cx="3962400" cy="257175"/>
          </a:xfrm>
          <a:prstGeom prst="rect">
            <a:avLst/>
          </a:prstGeom>
        </p:spPr>
        <p:txBody>
          <a:bodyPr vert="horz" lIns="91440" tIns="45720" rIns="91440" bIns="45720" rtlCol="0" anchor="b"/>
          <a:lstStyle>
            <a:lvl1pPr algn="r">
              <a:defRPr sz="1200"/>
            </a:lvl1pPr>
          </a:lstStyle>
          <a:p>
            <a:fld id="{682CA07B-E2A5-49C3-A251-D2F7CCB2F098}" type="slidenum">
              <a:rPr lang="en-US" smtClean="0"/>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
        <p:cNvGrpSpPr/>
        <p:nvPr/>
      </p:nvGrpSpPr>
      <p:grpSpPr>
        <a:xfrm>
          <a:off x="0" y="0"/>
          <a:ext cx="0" cy="0"/>
          <a:chOff x="0" y="0"/>
          <a:chExt cx="0" cy="0"/>
        </a:xfrm>
      </p:grpSpPr>
      <p:sp>
        <p:nvSpPr>
          <p:cNvPr id="71" name="Google Shape;71;g27d6b926c23_0_169:notes"/>
          <p:cNvSpPr>
            <a:spLocks noGrp="1" noRot="1" noChangeAspect="1"/>
          </p:cNvSpPr>
          <p:nvPr>
            <p:ph type="sldImg" idx="2"/>
          </p:nvPr>
        </p:nvSpPr>
        <p:spPr>
          <a:xfrm>
            <a:off x="508400" y="385762"/>
            <a:ext cx="8128000" cy="1928813"/>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2" name="Google Shape;72;g27d6b926c23_0_169:notes"/>
          <p:cNvSpPr txBox="1">
            <a:spLocks noGrp="1"/>
          </p:cNvSpPr>
          <p:nvPr>
            <p:ph type="body" idx="1"/>
          </p:nvPr>
        </p:nvSpPr>
        <p:spPr>
          <a:xfrm>
            <a:off x="914400" y="2443163"/>
            <a:ext cx="7315200" cy="23145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
        <p:cNvGrpSpPr/>
        <p:nvPr/>
      </p:nvGrpSpPr>
      <p:grpSpPr>
        <a:xfrm>
          <a:off x="0" y="0"/>
          <a:ext cx="0" cy="0"/>
          <a:chOff x="0" y="0"/>
          <a:chExt cx="0" cy="0"/>
        </a:xfrm>
      </p:grpSpPr>
      <p:sp>
        <p:nvSpPr>
          <p:cNvPr id="76" name="Google Shape;76;g27d6b926c23_0_0:notes"/>
          <p:cNvSpPr txBox="1">
            <a:spLocks noGrp="1"/>
          </p:cNvSpPr>
          <p:nvPr>
            <p:ph type="body" idx="1"/>
          </p:nvPr>
        </p:nvSpPr>
        <p:spPr>
          <a:xfrm>
            <a:off x="914400" y="2443163"/>
            <a:ext cx="7315200" cy="2314575"/>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77" name="Google Shape;77;g27d6b926c23_0_0:notes"/>
          <p:cNvSpPr>
            <a:spLocks noGrp="1" noRot="1" noChangeAspect="1"/>
          </p:cNvSpPr>
          <p:nvPr>
            <p:ph type="sldImg" idx="2"/>
          </p:nvPr>
        </p:nvSpPr>
        <p:spPr>
          <a:xfrm>
            <a:off x="2286000" y="385763"/>
            <a:ext cx="4572000" cy="1928981"/>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
        <p:cNvGrpSpPr/>
        <p:nvPr/>
      </p:nvGrpSpPr>
      <p:grpSpPr>
        <a:xfrm>
          <a:off x="0" y="0"/>
          <a:ext cx="0" cy="0"/>
          <a:chOff x="0" y="0"/>
          <a:chExt cx="0" cy="0"/>
        </a:xfrm>
      </p:grpSpPr>
      <p:sp>
        <p:nvSpPr>
          <p:cNvPr id="83" name="Google Shape;83;g27d6b926c23_0_6:notes"/>
          <p:cNvSpPr txBox="1">
            <a:spLocks noGrp="1"/>
          </p:cNvSpPr>
          <p:nvPr>
            <p:ph type="body" idx="1"/>
          </p:nvPr>
        </p:nvSpPr>
        <p:spPr>
          <a:xfrm>
            <a:off x="914400" y="2443163"/>
            <a:ext cx="7315200" cy="2314575"/>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84" name="Google Shape;84;g27d6b926c23_0_6:notes"/>
          <p:cNvSpPr>
            <a:spLocks noGrp="1" noRot="1" noChangeAspect="1"/>
          </p:cNvSpPr>
          <p:nvPr>
            <p:ph type="sldImg" idx="2"/>
          </p:nvPr>
        </p:nvSpPr>
        <p:spPr>
          <a:xfrm>
            <a:off x="2286000" y="385763"/>
            <a:ext cx="4572000" cy="1928981"/>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g27d6b926c23_0_12:notes"/>
          <p:cNvSpPr txBox="1">
            <a:spLocks noGrp="1"/>
          </p:cNvSpPr>
          <p:nvPr>
            <p:ph type="body" idx="1"/>
          </p:nvPr>
        </p:nvSpPr>
        <p:spPr>
          <a:xfrm>
            <a:off x="914400" y="2443163"/>
            <a:ext cx="7315200" cy="2314575"/>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91" name="Google Shape;91;g27d6b926c23_0_12:notes"/>
          <p:cNvSpPr>
            <a:spLocks noGrp="1" noRot="1" noChangeAspect="1"/>
          </p:cNvSpPr>
          <p:nvPr>
            <p:ph type="sldImg" idx="2"/>
          </p:nvPr>
        </p:nvSpPr>
        <p:spPr>
          <a:xfrm>
            <a:off x="2286000" y="385763"/>
            <a:ext cx="4572000" cy="1928981"/>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
        <p:cNvGrpSpPr/>
        <p:nvPr/>
      </p:nvGrpSpPr>
      <p:grpSpPr>
        <a:xfrm>
          <a:off x="0" y="0"/>
          <a:ext cx="0" cy="0"/>
          <a:chOff x="0" y="0"/>
          <a:chExt cx="0" cy="0"/>
        </a:xfrm>
      </p:grpSpPr>
      <p:sp>
        <p:nvSpPr>
          <p:cNvPr id="97" name="Google Shape;97;g27d6b926c23_0_18:notes"/>
          <p:cNvSpPr txBox="1">
            <a:spLocks noGrp="1"/>
          </p:cNvSpPr>
          <p:nvPr>
            <p:ph type="body" idx="1"/>
          </p:nvPr>
        </p:nvSpPr>
        <p:spPr>
          <a:xfrm>
            <a:off x="914400" y="2443163"/>
            <a:ext cx="7315200" cy="2314575"/>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98" name="Google Shape;98;g27d6b926c23_0_18:notes"/>
          <p:cNvSpPr>
            <a:spLocks noGrp="1" noRot="1" noChangeAspect="1"/>
          </p:cNvSpPr>
          <p:nvPr>
            <p:ph type="sldImg" idx="2"/>
          </p:nvPr>
        </p:nvSpPr>
        <p:spPr>
          <a:xfrm>
            <a:off x="2286000" y="385763"/>
            <a:ext cx="4572000" cy="1928981"/>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p:cNvGrpSpPr/>
        <p:nvPr/>
      </p:nvGrpSpPr>
      <p:grpSpPr>
        <a:xfrm>
          <a:off x="0" y="0"/>
          <a:ext cx="0" cy="0"/>
          <a:chOff x="0" y="0"/>
          <a:chExt cx="0" cy="0"/>
        </a:xfrm>
      </p:grpSpPr>
      <p:sp>
        <p:nvSpPr>
          <p:cNvPr id="104" name="Google Shape;104;g27d6b926c23_0_24:notes"/>
          <p:cNvSpPr txBox="1">
            <a:spLocks noGrp="1"/>
          </p:cNvSpPr>
          <p:nvPr>
            <p:ph type="body" idx="1"/>
          </p:nvPr>
        </p:nvSpPr>
        <p:spPr>
          <a:xfrm>
            <a:off x="914400" y="2443163"/>
            <a:ext cx="7315200" cy="2314575"/>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5" name="Google Shape;105;g27d6b926c23_0_24:notes"/>
          <p:cNvSpPr>
            <a:spLocks noGrp="1" noRot="1" noChangeAspect="1"/>
          </p:cNvSpPr>
          <p:nvPr>
            <p:ph type="sldImg" idx="2"/>
          </p:nvPr>
        </p:nvSpPr>
        <p:spPr>
          <a:xfrm>
            <a:off x="2286000" y="385763"/>
            <a:ext cx="4572000" cy="1928981"/>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g27d6b926c23_0_30:notes"/>
          <p:cNvSpPr txBox="1">
            <a:spLocks noGrp="1"/>
          </p:cNvSpPr>
          <p:nvPr>
            <p:ph type="body" idx="1"/>
          </p:nvPr>
        </p:nvSpPr>
        <p:spPr>
          <a:xfrm>
            <a:off x="914400" y="2443163"/>
            <a:ext cx="7315200" cy="2314575"/>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12" name="Google Shape;112;g27d6b926c23_0_30:notes"/>
          <p:cNvSpPr>
            <a:spLocks noGrp="1" noRot="1" noChangeAspect="1"/>
          </p:cNvSpPr>
          <p:nvPr>
            <p:ph type="sldImg" idx="2"/>
          </p:nvPr>
        </p:nvSpPr>
        <p:spPr>
          <a:xfrm>
            <a:off x="2286000" y="385763"/>
            <a:ext cx="4572000" cy="1928981"/>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
        <p:cNvGrpSpPr/>
        <p:nvPr/>
      </p:nvGrpSpPr>
      <p:grpSpPr>
        <a:xfrm>
          <a:off x="0" y="0"/>
          <a:ext cx="0" cy="0"/>
          <a:chOff x="0" y="0"/>
          <a:chExt cx="0" cy="0"/>
        </a:xfrm>
      </p:grpSpPr>
      <p:sp>
        <p:nvSpPr>
          <p:cNvPr id="118" name="Google Shape;118;g27d6b926c23_0_36:notes"/>
          <p:cNvSpPr txBox="1">
            <a:spLocks noGrp="1"/>
          </p:cNvSpPr>
          <p:nvPr>
            <p:ph type="body" idx="1"/>
          </p:nvPr>
        </p:nvSpPr>
        <p:spPr>
          <a:xfrm>
            <a:off x="914400" y="2443163"/>
            <a:ext cx="7315200" cy="2314575"/>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19" name="Google Shape;119;g27d6b926c23_0_36:notes"/>
          <p:cNvSpPr>
            <a:spLocks noGrp="1" noRot="1" noChangeAspect="1"/>
          </p:cNvSpPr>
          <p:nvPr>
            <p:ph type="sldImg" idx="2"/>
          </p:nvPr>
        </p:nvSpPr>
        <p:spPr>
          <a:xfrm>
            <a:off x="2286000" y="385763"/>
            <a:ext cx="4572000" cy="1928981"/>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4"/>
        <p:cNvGrpSpPr/>
        <p:nvPr/>
      </p:nvGrpSpPr>
      <p:grpSpPr>
        <a:xfrm>
          <a:off x="0" y="0"/>
          <a:ext cx="0" cy="0"/>
          <a:chOff x="0" y="0"/>
          <a:chExt cx="0" cy="0"/>
        </a:xfrm>
      </p:grpSpPr>
      <p:sp>
        <p:nvSpPr>
          <p:cNvPr id="125" name="Google Shape;125;g27d6b926c23_0_42:notes"/>
          <p:cNvSpPr txBox="1">
            <a:spLocks noGrp="1"/>
          </p:cNvSpPr>
          <p:nvPr>
            <p:ph type="body" idx="1"/>
          </p:nvPr>
        </p:nvSpPr>
        <p:spPr>
          <a:xfrm>
            <a:off x="914400" y="2443163"/>
            <a:ext cx="7315200" cy="2314575"/>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26" name="Google Shape;126;g27d6b926c23_0_42:notes"/>
          <p:cNvSpPr>
            <a:spLocks noGrp="1" noRot="1" noChangeAspect="1"/>
          </p:cNvSpPr>
          <p:nvPr>
            <p:ph type="sldImg" idx="2"/>
          </p:nvPr>
        </p:nvSpPr>
        <p:spPr>
          <a:xfrm>
            <a:off x="2286000" y="385763"/>
            <a:ext cx="4572000" cy="1928981"/>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p:cNvGrpSpPr/>
        <p:nvPr/>
      </p:nvGrpSpPr>
      <p:grpSpPr>
        <a:xfrm>
          <a:off x="0" y="0"/>
          <a:ext cx="0" cy="0"/>
          <a:chOff x="0" y="0"/>
          <a:chExt cx="0" cy="0"/>
        </a:xfrm>
      </p:grpSpPr>
      <p:sp>
        <p:nvSpPr>
          <p:cNvPr id="132" name="Google Shape;132;g27d6b926c23_0_48:notes"/>
          <p:cNvSpPr txBox="1">
            <a:spLocks noGrp="1"/>
          </p:cNvSpPr>
          <p:nvPr>
            <p:ph type="body" idx="1"/>
          </p:nvPr>
        </p:nvSpPr>
        <p:spPr>
          <a:xfrm>
            <a:off x="914400" y="2443163"/>
            <a:ext cx="7315200" cy="2314575"/>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33" name="Google Shape;133;g27d6b926c23_0_48:notes"/>
          <p:cNvSpPr>
            <a:spLocks noGrp="1" noRot="1" noChangeAspect="1"/>
          </p:cNvSpPr>
          <p:nvPr>
            <p:ph type="sldImg" idx="2"/>
          </p:nvPr>
        </p:nvSpPr>
        <p:spPr>
          <a:xfrm>
            <a:off x="2286000" y="385763"/>
            <a:ext cx="4572000" cy="1928981"/>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8"/>
        <p:cNvGrpSpPr/>
        <p:nvPr/>
      </p:nvGrpSpPr>
      <p:grpSpPr>
        <a:xfrm>
          <a:off x="0" y="0"/>
          <a:ext cx="0" cy="0"/>
          <a:chOff x="0" y="0"/>
          <a:chExt cx="0" cy="0"/>
        </a:xfrm>
      </p:grpSpPr>
      <p:sp>
        <p:nvSpPr>
          <p:cNvPr id="139" name="Google Shape;139;g27d6b926c23_0_54:notes"/>
          <p:cNvSpPr txBox="1">
            <a:spLocks noGrp="1"/>
          </p:cNvSpPr>
          <p:nvPr>
            <p:ph type="body" idx="1"/>
          </p:nvPr>
        </p:nvSpPr>
        <p:spPr>
          <a:xfrm>
            <a:off x="914400" y="2443163"/>
            <a:ext cx="7315200" cy="2314575"/>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40" name="Google Shape;140;g27d6b926c23_0_54:notes"/>
          <p:cNvSpPr>
            <a:spLocks noGrp="1" noRot="1" noChangeAspect="1"/>
          </p:cNvSpPr>
          <p:nvPr>
            <p:ph type="sldImg" idx="2"/>
          </p:nvPr>
        </p:nvSpPr>
        <p:spPr>
          <a:xfrm>
            <a:off x="2286000" y="385763"/>
            <a:ext cx="4572000" cy="1928981"/>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5"/>
        <p:cNvGrpSpPr/>
        <p:nvPr/>
      </p:nvGrpSpPr>
      <p:grpSpPr>
        <a:xfrm>
          <a:off x="0" y="0"/>
          <a:ext cx="0" cy="0"/>
          <a:chOff x="0" y="0"/>
          <a:chExt cx="0" cy="0"/>
        </a:xfrm>
      </p:grpSpPr>
      <p:sp>
        <p:nvSpPr>
          <p:cNvPr id="146" name="Google Shape;146;g27d6b926c23_0_228:notes"/>
          <p:cNvSpPr>
            <a:spLocks noGrp="1" noRot="1" noChangeAspect="1"/>
          </p:cNvSpPr>
          <p:nvPr>
            <p:ph type="sldImg" idx="2"/>
          </p:nvPr>
        </p:nvSpPr>
        <p:spPr>
          <a:xfrm>
            <a:off x="508400" y="385762"/>
            <a:ext cx="8128000" cy="1928813"/>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7" name="Google Shape;147;g27d6b926c23_0_228:notes"/>
          <p:cNvSpPr txBox="1">
            <a:spLocks noGrp="1"/>
          </p:cNvSpPr>
          <p:nvPr>
            <p:ph type="body" idx="1"/>
          </p:nvPr>
        </p:nvSpPr>
        <p:spPr>
          <a:xfrm>
            <a:off x="914400" y="2443163"/>
            <a:ext cx="7315200" cy="23145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1"/>
        <p:cNvGrpSpPr/>
        <p:nvPr/>
      </p:nvGrpSpPr>
      <p:grpSpPr>
        <a:xfrm>
          <a:off x="0" y="0"/>
          <a:ext cx="0" cy="0"/>
          <a:chOff x="0" y="0"/>
          <a:chExt cx="0" cy="0"/>
        </a:xfrm>
      </p:grpSpPr>
      <p:sp>
        <p:nvSpPr>
          <p:cNvPr id="152" name="Google Shape;152;g27d6b926c23_0_237:notes"/>
          <p:cNvSpPr>
            <a:spLocks noGrp="1" noRot="1" noChangeAspect="1"/>
          </p:cNvSpPr>
          <p:nvPr>
            <p:ph type="sldImg" idx="2"/>
          </p:nvPr>
        </p:nvSpPr>
        <p:spPr>
          <a:xfrm>
            <a:off x="508400" y="385762"/>
            <a:ext cx="8128000" cy="1928813"/>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3" name="Google Shape;153;g27d6b926c23_0_237:notes"/>
          <p:cNvSpPr txBox="1">
            <a:spLocks noGrp="1"/>
          </p:cNvSpPr>
          <p:nvPr>
            <p:ph type="body" idx="1"/>
          </p:nvPr>
        </p:nvSpPr>
        <p:spPr>
          <a:xfrm>
            <a:off x="914400" y="2443163"/>
            <a:ext cx="7315200" cy="23145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7"/>
        <p:cNvGrpSpPr/>
        <p:nvPr/>
      </p:nvGrpSpPr>
      <p:grpSpPr>
        <a:xfrm>
          <a:off x="0" y="0"/>
          <a:ext cx="0" cy="0"/>
          <a:chOff x="0" y="0"/>
          <a:chExt cx="0" cy="0"/>
        </a:xfrm>
      </p:grpSpPr>
      <p:sp>
        <p:nvSpPr>
          <p:cNvPr id="158" name="Google Shape;158;g27d6b926c23_0_418:notes"/>
          <p:cNvSpPr txBox="1">
            <a:spLocks noGrp="1"/>
          </p:cNvSpPr>
          <p:nvPr>
            <p:ph type="body" idx="1"/>
          </p:nvPr>
        </p:nvSpPr>
        <p:spPr>
          <a:xfrm>
            <a:off x="914400" y="2443163"/>
            <a:ext cx="7315200" cy="2314575"/>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59" name="Google Shape;159;g27d6b926c23_0_418:notes"/>
          <p:cNvSpPr>
            <a:spLocks noGrp="1" noRot="1" noChangeAspect="1"/>
          </p:cNvSpPr>
          <p:nvPr>
            <p:ph type="sldImg" idx="2"/>
          </p:nvPr>
        </p:nvSpPr>
        <p:spPr>
          <a:xfrm>
            <a:off x="2286000" y="385763"/>
            <a:ext cx="4572000" cy="1928981"/>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x">
  <p:cSld>
    <p:spTree>
      <p:nvGrpSpPr>
        <p:cNvPr id="1" name=""/>
        <p:cNvGrpSpPr/>
        <p:nvPr/>
      </p:nvGrpSpPr>
      <p:grpSpPr>
        <a:xfrm>
          <a:off x="0" y="0"/>
          <a:ext cx="0" cy="0"/>
          <a:chOff x="0" y="0"/>
          <a:chExt cx="0" cy="0"/>
        </a:xfrm>
      </p:grpSpPr>
      <p:sp>
        <p:nvSpPr>
          <p:cNvPr id="2" name="Header 1"/>
          <p:cNvSpPr>
            <a:spLocks noGrp="1"/>
          </p:cNvSpPr>
          <p:nvPr>
            <p:ph type="title"/>
          </p:nvPr>
        </p:nvSpPr>
        <p:spPr/>
        <p:txBody>
          <a:bodyPr/>
          <a:lstStyle/>
          <a:p>
            <a:r>
              <a:rPr lang="en-US" smtClean="0"/>
              <a:t>Title</a:t>
            </a:r>
            <a:endParaRPr lang="en-US"/>
          </a:p>
        </p:txBody>
      </p:sp>
      <p:sp>
        <p:nvSpPr>
          <p:cNvPr id="3" name="Text 2"/>
          <p:cNvSpPr>
            <a:spLocks noGrp="1"/>
          </p:cNvSpPr>
          <p:nvPr>
            <p:ph type="body" idx="1"/>
          </p:nvPr>
        </p:nvSpPr>
        <p:spPr/>
        <p:txBody>
          <a:bodyPr/>
          <a:lstStyle/>
          <a:p>
            <a:pPr lvl="0"/>
            <a:r>
              <a:rPr lang="en-US" smtClean="0"/>
              <a:t>Text</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3"/>
          <p:cNvSpPr>
            <a:spLocks noGrp="1"/>
          </p:cNvSpPr>
          <p:nvPr>
            <p:ph type="dt" sz="half" idx="10"/>
          </p:nvPr>
        </p:nvSpPr>
        <p:spPr/>
        <p:txBody>
          <a:bodyPr/>
          <a:lstStyle/>
          <a:p>
            <a:fld id="{C16525B2-4347-4F72-BAF7-76B19438D329}" type="datetimeFigureOut">
              <a:rPr lang="en-US" smtClean="0"/>
              <a:pPr/>
              <a:t>11/4/2023</a:t>
            </a:fld>
            <a:endParaRPr lang="en-US"/>
          </a:p>
        </p:txBody>
      </p:sp>
      <p:sp>
        <p:nvSpPr>
          <p:cNvPr id="5" name="Footer 4"/>
          <p:cNvSpPr>
            <a:spLocks noGrp="1"/>
          </p:cNvSpPr>
          <p:nvPr>
            <p:ph type="ftr" sz="quarter" idx="11"/>
          </p:nvPr>
        </p:nvSpPr>
        <p:spPr/>
        <p:txBody>
          <a:bodyPr/>
          <a:lstStyle/>
          <a:p>
            <a:endParaRPr lang="en-US"/>
          </a:p>
        </p:txBody>
      </p:sp>
      <p:sp>
        <p:nvSpPr>
          <p:cNvPr id="6" name="Slide number 5"/>
          <p:cNvSpPr>
            <a:spLocks noGrp="1"/>
          </p:cNvSpPr>
          <p:nvPr>
            <p:ph type="sldNum" sz="quarter" idx="12"/>
          </p:nvPr>
        </p:nvSpPr>
        <p:spPr/>
        <p:txBody>
          <a:bodyPr/>
          <a:lstStyle/>
          <a:p>
            <a:fld id="{80F073CC-40D5-4B23-8DF0-9BD0A0C12F2C}"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200" b="1" i="0">
                <a:solidFill>
                  <a:srgbClr val="0070C0"/>
                </a:solidFill>
                <a:latin typeface="Calibri"/>
                <a:cs typeface="Calibri"/>
              </a:defRPr>
            </a:lvl1pPr>
          </a:lstStyle>
          <a:p>
            <a:endParaRPr/>
          </a:p>
        </p:txBody>
      </p:sp>
      <p:sp>
        <p:nvSpPr>
          <p:cNvPr id="3" name="Holder 3"/>
          <p:cNvSpPr>
            <a:spLocks noGrp="1"/>
          </p:cNvSpPr>
          <p:nvPr>
            <p:ph type="body" idx="1"/>
          </p:nvPr>
        </p:nvSpPr>
        <p:spPr/>
        <p:txBody>
          <a:bodyPr lIns="0" tIns="0" rIns="0" bIns="0"/>
          <a:lstStyle>
            <a:lvl1pPr>
              <a:defRPr sz="2800" b="1" i="0">
                <a:solidFill>
                  <a:schemeClr val="bg1"/>
                </a:solidFill>
                <a:latin typeface="Cambria"/>
                <a:cs typeface="Cambria"/>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pPr/>
              <a:t>11/4/2023</a:t>
            </a:fld>
            <a:endParaRPr lang="en-US"/>
          </a:p>
        </p:txBody>
      </p:sp>
      <p:sp>
        <p:nvSpPr>
          <p:cNvPr id="6" name="Holder 6"/>
          <p:cNvSpPr>
            <a:spLocks noGrp="1"/>
          </p:cNvSpPr>
          <p:nvPr>
            <p:ph type="sldNum" sz="quarter" idx="7"/>
          </p:nvPr>
        </p:nvSpPr>
        <p:spPr/>
        <p:txBody>
          <a:bodyPr lIns="0" tIns="0" rIns="0" bIns="0"/>
          <a:lstStyle>
            <a:lvl1pPr>
              <a:defRPr sz="1800" b="0" i="0">
                <a:solidFill>
                  <a:srgbClr val="888888"/>
                </a:solidFill>
                <a:latin typeface="Calibri"/>
                <a:cs typeface="Calibri"/>
              </a:defRPr>
            </a:lvl1pPr>
          </a:lstStyle>
          <a:p>
            <a:pPr marL="38100">
              <a:lnSpc>
                <a:spcPts val="1810"/>
              </a:lnSpc>
            </a:pPr>
            <a:fld id="{81D60167-4931-47E6-BA6A-407CBD079E47}" type="slidenum">
              <a:rPr dirty="0"/>
              <a:pPr marL="38100">
                <a:lnSpc>
                  <a:spcPts val="1810"/>
                </a:lnSpc>
              </a:pPr>
              <a:t>‹#›</a:t>
            </a:fld>
            <a:endParaRPr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200" b="1" i="0">
                <a:solidFill>
                  <a:srgbClr val="C00000"/>
                </a:solidFill>
                <a:latin typeface="Georgia"/>
                <a:cs typeface="Georgia"/>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pPr/>
              <a:t>11/4/2023</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pP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pPr/>
              <a:t>11/4/2023</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pP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obj">
  <p:cSld name="Two Content">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2" cstate="print"/>
          <a:stretch>
            <a:fillRect/>
          </a:stretch>
        </p:blipFill>
        <p:spPr>
          <a:xfrm>
            <a:off x="1245852" y="250874"/>
            <a:ext cx="7295238" cy="615785"/>
          </a:xfrm>
          <a:prstGeom prst="rect">
            <a:avLst/>
          </a:prstGeom>
        </p:spPr>
      </p:pic>
      <p:pic>
        <p:nvPicPr>
          <p:cNvPr id="17" name="bg object 17"/>
          <p:cNvPicPr/>
          <p:nvPr/>
        </p:nvPicPr>
        <p:blipFill>
          <a:blip r:embed="rId3" cstate="print"/>
          <a:stretch>
            <a:fillRect/>
          </a:stretch>
        </p:blipFill>
        <p:spPr>
          <a:xfrm>
            <a:off x="1285852" y="267874"/>
            <a:ext cx="7215237" cy="535784"/>
          </a:xfrm>
          <a:prstGeom prst="rect">
            <a:avLst/>
          </a:prstGeom>
        </p:spPr>
      </p:pic>
      <p:sp>
        <p:nvSpPr>
          <p:cNvPr id="2" name="Holder 2"/>
          <p:cNvSpPr>
            <a:spLocks noGrp="1"/>
          </p:cNvSpPr>
          <p:nvPr>
            <p:ph type="title"/>
          </p:nvPr>
        </p:nvSpPr>
        <p:spPr/>
        <p:txBody>
          <a:bodyPr lIns="0" tIns="0" rIns="0" bIns="0"/>
          <a:lstStyle>
            <a:lvl1pPr>
              <a:defRPr sz="2150" b="1" i="0">
                <a:solidFill>
                  <a:srgbClr val="FFFF00"/>
                </a:solidFill>
                <a:latin typeface="Arial"/>
                <a:cs typeface="Arial"/>
              </a:defRPr>
            </a:lvl1pPr>
          </a:lstStyle>
          <a:p>
            <a:endParaRPr/>
          </a:p>
        </p:txBody>
      </p:sp>
      <p:sp>
        <p:nvSpPr>
          <p:cNvPr id="3" name="Holder 3"/>
          <p:cNvSpPr>
            <a:spLocks noGrp="1"/>
          </p:cNvSpPr>
          <p:nvPr>
            <p:ph sz="half" idx="2"/>
          </p:nvPr>
        </p:nvSpPr>
        <p:spPr>
          <a:xfrm>
            <a:off x="457200" y="1183005"/>
            <a:ext cx="3977640" cy="339471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4709160" y="1183005"/>
            <a:ext cx="3977640" cy="339471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pPr/>
              <a:t>11/4/2023</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pPr/>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377666" y="427735"/>
            <a:ext cx="6797992" cy="1710943"/>
          </a:xfrm>
          <a:prstGeom prst="rect">
            <a:avLst/>
          </a:prstGeom>
        </p:spPr>
        <p:txBody>
          <a:bodyPr wrap="square" lIns="0" tIns="0" rIns="0" bIns="0">
            <a:spAutoFit/>
          </a:bodyPr>
          <a:lstStyle>
            <a:lvl1pPr>
              <a:defRPr/>
            </a:lvl1pPr>
          </a:lstStyle>
          <a:p>
            <a:endParaRPr/>
          </a:p>
        </p:txBody>
      </p:sp>
      <p:sp>
        <p:nvSpPr>
          <p:cNvPr id="3" name="Holder 3"/>
          <p:cNvSpPr>
            <a:spLocks noGrp="1"/>
          </p:cNvSpPr>
          <p:nvPr>
            <p:ph type="body" idx="1"/>
          </p:nvPr>
        </p:nvSpPr>
        <p:spPr>
          <a:xfrm>
            <a:off x="377666" y="2459482"/>
            <a:ext cx="6797992" cy="7057644"/>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a:xfrm>
            <a:off x="2568130" y="9944862"/>
            <a:ext cx="2417063" cy="53467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377666" y="9944862"/>
            <a:ext cx="1737264" cy="53467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pPr/>
              <a:t>11/4/2023</a:t>
            </a:fld>
            <a:endParaRPr lang="en-US"/>
          </a:p>
        </p:txBody>
      </p:sp>
      <p:sp>
        <p:nvSpPr>
          <p:cNvPr id="6" name="Holder 6"/>
          <p:cNvSpPr>
            <a:spLocks noGrp="1"/>
          </p:cNvSpPr>
          <p:nvPr>
            <p:ph type="sldNum" sz="quarter" idx="7"/>
          </p:nvPr>
        </p:nvSpPr>
        <p:spPr>
          <a:xfrm>
            <a:off x="5438394" y="9944862"/>
            <a:ext cx="1737264" cy="53467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rPr/>
              <a:pPr/>
              <a:t>‹#›</a:t>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1.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8" Type="http://schemas.openxmlformats.org/officeDocument/2006/relationships/image" Target="../media/image20.png"/><Relationship Id="rId3" Type="http://schemas.openxmlformats.org/officeDocument/2006/relationships/image" Target="../media/image15.png"/><Relationship Id="rId7" Type="http://schemas.openxmlformats.org/officeDocument/2006/relationships/image" Target="../media/image19.png"/><Relationship Id="rId2" Type="http://schemas.openxmlformats.org/officeDocument/2006/relationships/image" Target="../media/image14.png"/><Relationship Id="rId1" Type="http://schemas.openxmlformats.org/officeDocument/2006/relationships/slideLayout" Target="../slideLayouts/slideLayout5.xml"/><Relationship Id="rId6" Type="http://schemas.openxmlformats.org/officeDocument/2006/relationships/image" Target="../media/image18.png"/><Relationship Id="rId5" Type="http://schemas.openxmlformats.org/officeDocument/2006/relationships/image" Target="../media/image17.png"/><Relationship Id="rId10" Type="http://schemas.openxmlformats.org/officeDocument/2006/relationships/image" Target="../media/image22.png"/><Relationship Id="rId4" Type="http://schemas.openxmlformats.org/officeDocument/2006/relationships/image" Target="../media/image16.png"/><Relationship Id="rId9" Type="http://schemas.openxmlformats.org/officeDocument/2006/relationships/image" Target="../media/image21.png"/></Relationships>
</file>

<file path=ppt/slides/_rels/slide83.xml.rels><?xml version="1.0" encoding="UTF-8" standalone="yes"?>
<Relationships xmlns="http://schemas.openxmlformats.org/package/2006/relationships"><Relationship Id="rId8" Type="http://schemas.openxmlformats.org/officeDocument/2006/relationships/image" Target="../media/image28.png"/><Relationship Id="rId3" Type="http://schemas.openxmlformats.org/officeDocument/2006/relationships/image" Target="../media/image23.png"/><Relationship Id="rId7" Type="http://schemas.openxmlformats.org/officeDocument/2006/relationships/image" Target="../media/image27.pn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26.png"/><Relationship Id="rId5" Type="http://schemas.openxmlformats.org/officeDocument/2006/relationships/image" Target="../media/image25.jpeg"/><Relationship Id="rId4" Type="http://schemas.openxmlformats.org/officeDocument/2006/relationships/image" Target="../media/image24.jpeg"/><Relationship Id="rId9" Type="http://schemas.openxmlformats.org/officeDocument/2006/relationships/image" Target="../media/image29.png"/></Relationships>
</file>

<file path=ppt/slides/_rels/slide84.xml.rels><?xml version="1.0" encoding="UTF-8" standalone="yes"?>
<Relationships xmlns="http://schemas.openxmlformats.org/package/2006/relationships"><Relationship Id="rId8" Type="http://schemas.openxmlformats.org/officeDocument/2006/relationships/image" Target="../media/image35.png"/><Relationship Id="rId3" Type="http://schemas.openxmlformats.org/officeDocument/2006/relationships/image" Target="../media/image30.png"/><Relationship Id="rId7" Type="http://schemas.openxmlformats.org/officeDocument/2006/relationships/image" Target="../media/image34.png"/><Relationship Id="rId12" Type="http://schemas.openxmlformats.org/officeDocument/2006/relationships/image" Target="../media/image39.pn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33.png"/><Relationship Id="rId11" Type="http://schemas.openxmlformats.org/officeDocument/2006/relationships/image" Target="../media/image38.jpeg"/><Relationship Id="rId5" Type="http://schemas.openxmlformats.org/officeDocument/2006/relationships/image" Target="../media/image32.jpeg"/><Relationship Id="rId10" Type="http://schemas.openxmlformats.org/officeDocument/2006/relationships/image" Target="../media/image37.png"/><Relationship Id="rId4" Type="http://schemas.openxmlformats.org/officeDocument/2006/relationships/image" Target="../media/image31.png"/><Relationship Id="rId9" Type="http://schemas.openxmlformats.org/officeDocument/2006/relationships/image" Target="../media/image36.png"/></Relationships>
</file>

<file path=ppt/slides/_rels/slide85.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jpeg"/><Relationship Id="rId1" Type="http://schemas.openxmlformats.org/officeDocument/2006/relationships/slideLayout" Target="../slideLayouts/slideLayout4.xml"/><Relationship Id="rId5" Type="http://schemas.openxmlformats.org/officeDocument/2006/relationships/image" Target="../media/image43.jpeg"/><Relationship Id="rId4" Type="http://schemas.openxmlformats.org/officeDocument/2006/relationships/image" Target="../media/image42.png"/></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7.xml.rels><?xml version="1.0" encoding="UTF-8" standalone="yes"?>
<Relationships xmlns="http://schemas.openxmlformats.org/package/2006/relationships"><Relationship Id="rId3" Type="http://schemas.openxmlformats.org/officeDocument/2006/relationships/image" Target="../media/image45.png"/><Relationship Id="rId7" Type="http://schemas.openxmlformats.org/officeDocument/2006/relationships/image" Target="../media/image47.png"/><Relationship Id="rId2" Type="http://schemas.openxmlformats.org/officeDocument/2006/relationships/image" Target="../media/image44.png"/><Relationship Id="rId1" Type="http://schemas.openxmlformats.org/officeDocument/2006/relationships/slideLayout" Target="../slideLayouts/slideLayout2.xml"/><Relationship Id="rId6" Type="http://schemas.openxmlformats.org/officeDocument/2006/relationships/image" Target="../media/image46.png"/><Relationship Id="rId5" Type="http://schemas.openxmlformats.org/officeDocument/2006/relationships/image" Target="../media/image15.png"/><Relationship Id="rId4" Type="http://schemas.openxmlformats.org/officeDocument/2006/relationships/image" Target="../media/image14.png"/></Relationships>
</file>

<file path=ppt/slides/_rels/slide88.xml.rels><?xml version="1.0" encoding="UTF-8" standalone="yes"?>
<Relationships xmlns="http://schemas.openxmlformats.org/package/2006/relationships"><Relationship Id="rId3" Type="http://schemas.openxmlformats.org/officeDocument/2006/relationships/image" Target="../media/image49.png"/><Relationship Id="rId7" Type="http://schemas.openxmlformats.org/officeDocument/2006/relationships/image" Target="../media/image53.jpeg"/><Relationship Id="rId2" Type="http://schemas.openxmlformats.org/officeDocument/2006/relationships/image" Target="../media/image48.png"/><Relationship Id="rId1" Type="http://schemas.openxmlformats.org/officeDocument/2006/relationships/slideLayout" Target="../slideLayouts/slideLayout4.xml"/><Relationship Id="rId6" Type="http://schemas.openxmlformats.org/officeDocument/2006/relationships/image" Target="../media/image52.jpeg"/><Relationship Id="rId5" Type="http://schemas.openxmlformats.org/officeDocument/2006/relationships/image" Target="../media/image51.png"/><Relationship Id="rId4" Type="http://schemas.openxmlformats.org/officeDocument/2006/relationships/image" Target="../media/image50.png"/></Relationships>
</file>

<file path=ppt/slides/_rels/slide89.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image" Target="../media/image44.png"/><Relationship Id="rId1" Type="http://schemas.openxmlformats.org/officeDocument/2006/relationships/slideLayout" Target="../slideLayouts/slideLayout2.xml"/><Relationship Id="rId6" Type="http://schemas.openxmlformats.org/officeDocument/2006/relationships/image" Target="../media/image56.jpeg"/><Relationship Id="rId5" Type="http://schemas.openxmlformats.org/officeDocument/2006/relationships/image" Target="../media/image55.png"/><Relationship Id="rId4" Type="http://schemas.openxmlformats.org/officeDocument/2006/relationships/image" Target="../media/image50.png"/></Relationships>
</file>

<file path=ppt/slides/_rels/slide90.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image" Target="../media/image57.png"/><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8" Type="http://schemas.openxmlformats.org/officeDocument/2006/relationships/image" Target="../media/image63.png"/><Relationship Id="rId3" Type="http://schemas.openxmlformats.org/officeDocument/2006/relationships/image" Target="../media/image58.png"/><Relationship Id="rId7" Type="http://schemas.openxmlformats.org/officeDocument/2006/relationships/image" Target="../media/image62.png"/><Relationship Id="rId2" Type="http://schemas.openxmlformats.org/officeDocument/2006/relationships/image" Target="../media/image57.png"/><Relationship Id="rId1" Type="http://schemas.openxmlformats.org/officeDocument/2006/relationships/slideLayout" Target="../slideLayouts/slideLayout2.xml"/><Relationship Id="rId6" Type="http://schemas.openxmlformats.org/officeDocument/2006/relationships/image" Target="../media/image61.png"/><Relationship Id="rId5" Type="http://schemas.openxmlformats.org/officeDocument/2006/relationships/image" Target="../media/image60.jpeg"/><Relationship Id="rId4" Type="http://schemas.openxmlformats.org/officeDocument/2006/relationships/image" Target="../media/image59.jpeg"/><Relationship Id="rId9" Type="http://schemas.openxmlformats.org/officeDocument/2006/relationships/image" Target="../media/image64.png"/></Relationships>
</file>

<file path=ppt/slides/_rels/slide92.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image" Target="../media/image65.png"/><Relationship Id="rId1" Type="http://schemas.openxmlformats.org/officeDocument/2006/relationships/slideLayout" Target="../slideLayouts/slideLayout2.xml"/><Relationship Id="rId5" Type="http://schemas.openxmlformats.org/officeDocument/2006/relationships/image" Target="../media/image68.png"/><Relationship Id="rId4" Type="http://schemas.openxmlformats.org/officeDocument/2006/relationships/image" Target="../media/image67.png"/></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2" Type="http://schemas.openxmlformats.org/officeDocument/2006/relationships/image" Target="../media/image69.jpeg"/><Relationship Id="rId1" Type="http://schemas.openxmlformats.org/officeDocument/2006/relationships/slideLayout" Target="../slideLayouts/slideLayout3.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3" Type="http://schemas.openxmlformats.org/officeDocument/2006/relationships/hyperlink" Target="https://www.programiz.com/python-programming/dictionary" TargetMode="External"/><Relationship Id="rId2" Type="http://schemas.openxmlformats.org/officeDocument/2006/relationships/hyperlink" Target="https://www.programiz.com/python-programming/list" TargetMode="External"/><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3" Type="http://schemas.openxmlformats.org/officeDocument/2006/relationships/hyperlink" Target="https://www.programiz.com/python-programming/string" TargetMode="External"/><Relationship Id="rId2" Type="http://schemas.openxmlformats.org/officeDocument/2006/relationships/hyperlink" Target="https://www.programiz.com/python-programming/tuple" TargetMode="External"/><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1.xml"/></Relationships>
</file>

<file path=ppt/slides/_rels/slide112.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1.xml"/></Relationships>
</file>

<file path=ppt/slides/_rels/slide113.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1.xml"/></Relationships>
</file>

<file path=ppt/slides/_rels/slide114.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1.xml"/></Relationships>
</file>

<file path=ppt/slides/_rels/slide115.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1.xml"/></Relationships>
</file>

<file path=ppt/slides/_rels/slide116.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1.xml"/></Relationships>
</file>

<file path=ppt/slides/_rels/slide117.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1.xml"/></Relationships>
</file>

<file path=ppt/slides/_rels/slide118.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1.xml"/></Relationships>
</file>

<file path=ppt/slides/_rels/slide119.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1.xml"/></Relationships>
</file>

<file path=ppt/slides/_rels/slide120.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1.xml"/></Relationships>
</file>

<file path=ppt/slides/_rels/slide121.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1.xml"/></Relationships>
</file>

<file path=ppt/slides/_rels/slide122.xml.rels><?xml version="1.0" encoding="UTF-8" standalone="yes"?>
<Relationships xmlns="http://schemas.openxmlformats.org/package/2006/relationships"><Relationship Id="rId2" Type="http://schemas.openxmlformats.org/officeDocument/2006/relationships/image" Target="../media/image70.jpeg"/><Relationship Id="rId1" Type="http://schemas.openxmlformats.org/officeDocument/2006/relationships/slideLayout" Target="../slideLayouts/slideLayout1.xml"/></Relationships>
</file>

<file path=ppt/slides/_rels/slide123.xml.rels><?xml version="1.0" encoding="UTF-8" standalone="yes"?>
<Relationships xmlns="http://schemas.openxmlformats.org/package/2006/relationships"><Relationship Id="rId2" Type="http://schemas.openxmlformats.org/officeDocument/2006/relationships/image" Target="../media/image71.jpeg"/><Relationship Id="rId1" Type="http://schemas.openxmlformats.org/officeDocument/2006/relationships/slideLayout" Target="../slideLayouts/slideLayout1.xml"/></Relationships>
</file>

<file path=ppt/slides/_rels/slide124.xml.rels><?xml version="1.0" encoding="UTF-8" standalone="yes"?>
<Relationships xmlns="http://schemas.openxmlformats.org/package/2006/relationships"><Relationship Id="rId3" Type="http://schemas.openxmlformats.org/officeDocument/2006/relationships/hyperlink" Target="http://www.numpy.org/" TargetMode="External"/><Relationship Id="rId2" Type="http://schemas.openxmlformats.org/officeDocument/2006/relationships/image" Target="../media/image72.jpeg"/><Relationship Id="rId1" Type="http://schemas.openxmlformats.org/officeDocument/2006/relationships/slideLayout" Target="../slideLayouts/slideLayout1.xml"/></Relationships>
</file>

<file path=ppt/slides/_rels/slide125.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1.xml"/></Relationships>
</file>

<file path=ppt/slides/_rels/slide126.xml.rels><?xml version="1.0" encoding="UTF-8" standalone="yes"?>
<Relationships xmlns="http://schemas.openxmlformats.org/package/2006/relationships"><Relationship Id="rId3" Type="http://schemas.openxmlformats.org/officeDocument/2006/relationships/hyperlink" Target="https://www.scipy.org/scipylib/" TargetMode="External"/><Relationship Id="rId2" Type="http://schemas.openxmlformats.org/officeDocument/2006/relationships/image" Target="../media/image73.jpeg"/><Relationship Id="rId1" Type="http://schemas.openxmlformats.org/officeDocument/2006/relationships/slideLayout" Target="../slideLayouts/slideLayout1.xml"/></Relationships>
</file>

<file path=ppt/slides/_rels/slide127.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1.xml"/></Relationships>
</file>

<file path=ppt/slides/_rels/slide128.xml.rels><?xml version="1.0" encoding="UTF-8" standalone="yes"?>
<Relationships xmlns="http://schemas.openxmlformats.org/package/2006/relationships"><Relationship Id="rId3" Type="http://schemas.openxmlformats.org/officeDocument/2006/relationships/hyperlink" Target="http://pandas.pydata.org/" TargetMode="External"/><Relationship Id="rId2" Type="http://schemas.openxmlformats.org/officeDocument/2006/relationships/image" Target="../media/image74.jpeg"/><Relationship Id="rId1" Type="http://schemas.openxmlformats.org/officeDocument/2006/relationships/slideLayout" Target="../slideLayouts/slideLayout1.xml"/></Relationships>
</file>

<file path=ppt/slides/_rels/slide129.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1.xml"/></Relationships>
</file>

<file path=ppt/slides/_rels/slide130.xml.rels><?xml version="1.0" encoding="UTF-8" standalone="yes"?>
<Relationships xmlns="http://schemas.openxmlformats.org/package/2006/relationships"><Relationship Id="rId3" Type="http://schemas.openxmlformats.org/officeDocument/2006/relationships/hyperlink" Target="http://scikit-learn.org/" TargetMode="External"/><Relationship Id="rId2" Type="http://schemas.openxmlformats.org/officeDocument/2006/relationships/image" Target="../media/image75.jpeg"/><Relationship Id="rId1" Type="http://schemas.openxmlformats.org/officeDocument/2006/relationships/slideLayout" Target="../slideLayouts/slideLayout1.xml"/></Relationships>
</file>

<file path=ppt/slides/_rels/slide131.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1.xml"/></Relationships>
</file>

<file path=ppt/slides/_rels/slide132.xml.rels><?xml version="1.0" encoding="UTF-8" standalone="yes"?>
<Relationships xmlns="http://schemas.openxmlformats.org/package/2006/relationships"><Relationship Id="rId3" Type="http://schemas.openxmlformats.org/officeDocument/2006/relationships/hyperlink" Target="https://matplotlib.org/" TargetMode="External"/><Relationship Id="rId2" Type="http://schemas.openxmlformats.org/officeDocument/2006/relationships/image" Target="../media/image76.jpeg"/><Relationship Id="rId1" Type="http://schemas.openxmlformats.org/officeDocument/2006/relationships/slideLayout" Target="../slideLayouts/slideLayout1.xml"/></Relationships>
</file>

<file path=ppt/slides/_rels/slide133.xml.rels><?xml version="1.0" encoding="UTF-8" standalone="yes"?>
<Relationships xmlns="http://schemas.openxmlformats.org/package/2006/relationships"><Relationship Id="rId2" Type="http://schemas.openxmlformats.org/officeDocument/2006/relationships/image" Target="../media/image77.jpeg"/><Relationship Id="rId1" Type="http://schemas.openxmlformats.org/officeDocument/2006/relationships/slideLayout" Target="../slideLayouts/slideLayout1.xml"/></Relationships>
</file>

<file path=ppt/slides/_rels/slide134.xml.rels><?xml version="1.0" encoding="UTF-8" standalone="yes"?>
<Relationships xmlns="http://schemas.openxmlformats.org/package/2006/relationships"><Relationship Id="rId3" Type="http://schemas.openxmlformats.org/officeDocument/2006/relationships/hyperlink" Target="https://seaborn.pydata.org/" TargetMode="External"/><Relationship Id="rId2" Type="http://schemas.openxmlformats.org/officeDocument/2006/relationships/image" Target="../media/image13.jpeg"/><Relationship Id="rId1" Type="http://schemas.openxmlformats.org/officeDocument/2006/relationships/slideLayout" Target="../slideLayouts/slideLayout1.xml"/></Relationships>
</file>

<file path=ppt/slides/_rels/slide135.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1.xml"/></Relationships>
</file>

<file path=ppt/slides/_rels/slide136.xml.rels><?xml version="1.0" encoding="UTF-8" standalone="yes"?>
<Relationships xmlns="http://schemas.openxmlformats.org/package/2006/relationships"><Relationship Id="rId2" Type="http://schemas.openxmlformats.org/officeDocument/2006/relationships/image" Target="../media/image78.jpeg"/><Relationship Id="rId1" Type="http://schemas.openxmlformats.org/officeDocument/2006/relationships/slideLayout" Target="../slideLayouts/slideLayout1.xml"/></Relationships>
</file>

<file path=ppt/slides/_rels/slide137.xml.rels><?xml version="1.0" encoding="UTF-8" standalone="yes"?>
<Relationships xmlns="http://schemas.openxmlformats.org/package/2006/relationships"><Relationship Id="rId2" Type="http://schemas.openxmlformats.org/officeDocument/2006/relationships/image" Target="../media/image79.jpeg"/><Relationship Id="rId1" Type="http://schemas.openxmlformats.org/officeDocument/2006/relationships/slideLayout" Target="../slideLayouts/slideLayout1.xml"/></Relationships>
</file>

<file path=ppt/slides/_rels/slide138.xml.rels><?xml version="1.0" encoding="UTF-8" standalone="yes"?>
<Relationships xmlns="http://schemas.openxmlformats.org/package/2006/relationships"><Relationship Id="rId2" Type="http://schemas.openxmlformats.org/officeDocument/2006/relationships/image" Target="../media/image80.jpeg"/><Relationship Id="rId1" Type="http://schemas.openxmlformats.org/officeDocument/2006/relationships/slideLayout" Target="../slideLayouts/slideLayout1.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3.xml.rels><?xml version="1.0" encoding="UTF-8" standalone="yes"?>
<Relationships xmlns="http://schemas.openxmlformats.org/package/2006/relationships"><Relationship Id="rId2" Type="http://schemas.openxmlformats.org/officeDocument/2006/relationships/hyperlink" Target="http://www.numpy.org/" TargetMode="External"/><Relationship Id="rId1" Type="http://schemas.openxmlformats.org/officeDocument/2006/relationships/slideLayout" Target="../slideLayouts/slideLayout2.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5.xml.rels><?xml version="1.0" encoding="UTF-8" standalone="yes"?>
<Relationships xmlns="http://schemas.openxmlformats.org/package/2006/relationships"><Relationship Id="rId2" Type="http://schemas.openxmlformats.org/officeDocument/2006/relationships/hyperlink" Target="http://docs.scipy.org/doc/" TargetMode="External"/><Relationship Id="rId1" Type="http://schemas.openxmlformats.org/officeDocument/2006/relationships/slideLayout" Target="../slideLayouts/slideLayout2.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50.xml.rels><?xml version="1.0" encoding="UTF-8" standalone="yes"?>
<Relationships xmlns="http://schemas.openxmlformats.org/package/2006/relationships"><Relationship Id="rId3" Type="http://schemas.openxmlformats.org/officeDocument/2006/relationships/image" Target="../media/image82.png"/><Relationship Id="rId7" Type="http://schemas.openxmlformats.org/officeDocument/2006/relationships/image" Target="../media/image86.jpeg"/><Relationship Id="rId2" Type="http://schemas.openxmlformats.org/officeDocument/2006/relationships/image" Target="../media/image81.png"/><Relationship Id="rId1" Type="http://schemas.openxmlformats.org/officeDocument/2006/relationships/slideLayout" Target="../slideLayouts/slideLayout2.xml"/><Relationship Id="rId6" Type="http://schemas.openxmlformats.org/officeDocument/2006/relationships/image" Target="../media/image85.png"/><Relationship Id="rId5" Type="http://schemas.openxmlformats.org/officeDocument/2006/relationships/image" Target="../media/image84.jpeg"/><Relationship Id="rId4" Type="http://schemas.openxmlformats.org/officeDocument/2006/relationships/image" Target="../media/image83.png"/></Relationships>
</file>

<file path=ppt/slides/_rels/slide151.xml.rels><?xml version="1.0" encoding="UTF-8" standalone="yes"?>
<Relationships xmlns="http://schemas.openxmlformats.org/package/2006/relationships"><Relationship Id="rId3" Type="http://schemas.openxmlformats.org/officeDocument/2006/relationships/image" Target="../media/image82.png"/><Relationship Id="rId7" Type="http://schemas.openxmlformats.org/officeDocument/2006/relationships/image" Target="../media/image90.jpeg"/><Relationship Id="rId2" Type="http://schemas.openxmlformats.org/officeDocument/2006/relationships/image" Target="../media/image81.png"/><Relationship Id="rId1" Type="http://schemas.openxmlformats.org/officeDocument/2006/relationships/slideLayout" Target="../slideLayouts/slideLayout4.xml"/><Relationship Id="rId6" Type="http://schemas.openxmlformats.org/officeDocument/2006/relationships/image" Target="../media/image89.png"/><Relationship Id="rId5" Type="http://schemas.openxmlformats.org/officeDocument/2006/relationships/image" Target="../media/image88.jpeg"/><Relationship Id="rId4" Type="http://schemas.openxmlformats.org/officeDocument/2006/relationships/image" Target="../media/image87.png"/></Relationships>
</file>

<file path=ppt/slides/_rels/slide152.xml.rels><?xml version="1.0" encoding="UTF-8" standalone="yes"?>
<Relationships xmlns="http://schemas.openxmlformats.org/package/2006/relationships"><Relationship Id="rId3" Type="http://schemas.openxmlformats.org/officeDocument/2006/relationships/image" Target="../media/image82.png"/><Relationship Id="rId2" Type="http://schemas.openxmlformats.org/officeDocument/2006/relationships/image" Target="../media/image81.png"/><Relationship Id="rId1" Type="http://schemas.openxmlformats.org/officeDocument/2006/relationships/slideLayout" Target="../slideLayouts/slideLayout2.xml"/><Relationship Id="rId5" Type="http://schemas.openxmlformats.org/officeDocument/2006/relationships/image" Target="../media/image92.jpeg"/><Relationship Id="rId4" Type="http://schemas.openxmlformats.org/officeDocument/2006/relationships/image" Target="../media/image91.png"/></Relationships>
</file>

<file path=ppt/slides/_rels/slide153.xml.rels><?xml version="1.0" encoding="UTF-8" standalone="yes"?>
<Relationships xmlns="http://schemas.openxmlformats.org/package/2006/relationships"><Relationship Id="rId3" Type="http://schemas.openxmlformats.org/officeDocument/2006/relationships/image" Target="../media/image94.png"/><Relationship Id="rId2" Type="http://schemas.openxmlformats.org/officeDocument/2006/relationships/image" Target="../media/image93.png"/><Relationship Id="rId1" Type="http://schemas.openxmlformats.org/officeDocument/2006/relationships/slideLayout" Target="../slideLayouts/slideLayout2.xml"/></Relationships>
</file>

<file path=ppt/slides/_rels/slide154.xml.rels><?xml version="1.0" encoding="UTF-8" standalone="yes"?>
<Relationships xmlns="http://schemas.openxmlformats.org/package/2006/relationships"><Relationship Id="rId3" Type="http://schemas.openxmlformats.org/officeDocument/2006/relationships/image" Target="../media/image96.jpeg"/><Relationship Id="rId2" Type="http://schemas.openxmlformats.org/officeDocument/2006/relationships/image" Target="../media/image95.png"/><Relationship Id="rId1" Type="http://schemas.openxmlformats.org/officeDocument/2006/relationships/slideLayout" Target="../slideLayouts/slideLayout3.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7.xml.rels><?xml version="1.0" encoding="UTF-8" standalone="yes"?>
<Relationships xmlns="http://schemas.openxmlformats.org/package/2006/relationships"><Relationship Id="rId3" Type="http://schemas.openxmlformats.org/officeDocument/2006/relationships/image" Target="../media/image98.png"/><Relationship Id="rId2" Type="http://schemas.openxmlformats.org/officeDocument/2006/relationships/image" Target="../media/image97.png"/><Relationship Id="rId1" Type="http://schemas.openxmlformats.org/officeDocument/2006/relationships/slideLayout" Target="../slideLayouts/slideLayout2.xml"/><Relationship Id="rId6" Type="http://schemas.openxmlformats.org/officeDocument/2006/relationships/image" Target="../media/image101.png"/><Relationship Id="rId5" Type="http://schemas.openxmlformats.org/officeDocument/2006/relationships/image" Target="../media/image100.png"/><Relationship Id="rId4" Type="http://schemas.openxmlformats.org/officeDocument/2006/relationships/image" Target="../media/image99.png"/></Relationships>
</file>

<file path=ppt/slides/_rels/slide158.xml.rels><?xml version="1.0" encoding="UTF-8" standalone="yes"?>
<Relationships xmlns="http://schemas.openxmlformats.org/package/2006/relationships"><Relationship Id="rId3" Type="http://schemas.openxmlformats.org/officeDocument/2006/relationships/image" Target="../media/image102.png"/><Relationship Id="rId2" Type="http://schemas.openxmlformats.org/officeDocument/2006/relationships/image" Target="../media/image97.png"/><Relationship Id="rId1" Type="http://schemas.openxmlformats.org/officeDocument/2006/relationships/slideLayout" Target="../slideLayouts/slideLayout4.xml"/></Relationships>
</file>

<file path=ppt/slides/_rels/slide159.xml.rels><?xml version="1.0" encoding="UTF-8" standalone="yes"?>
<Relationships xmlns="http://schemas.openxmlformats.org/package/2006/relationships"><Relationship Id="rId8" Type="http://schemas.openxmlformats.org/officeDocument/2006/relationships/image" Target="../media/image108.png"/><Relationship Id="rId3" Type="http://schemas.openxmlformats.org/officeDocument/2006/relationships/image" Target="../media/image103.png"/><Relationship Id="rId7" Type="http://schemas.openxmlformats.org/officeDocument/2006/relationships/image" Target="../media/image107.jpeg"/><Relationship Id="rId2" Type="http://schemas.openxmlformats.org/officeDocument/2006/relationships/image" Target="../media/image97.png"/><Relationship Id="rId1" Type="http://schemas.openxmlformats.org/officeDocument/2006/relationships/slideLayout" Target="../slideLayouts/slideLayout2.xml"/><Relationship Id="rId6" Type="http://schemas.openxmlformats.org/officeDocument/2006/relationships/image" Target="../media/image106.png"/><Relationship Id="rId5" Type="http://schemas.openxmlformats.org/officeDocument/2006/relationships/image" Target="../media/image105.jpeg"/><Relationship Id="rId4" Type="http://schemas.openxmlformats.org/officeDocument/2006/relationships/image" Target="../media/image104.png"/><Relationship Id="rId9" Type="http://schemas.openxmlformats.org/officeDocument/2006/relationships/image" Target="../media/image109.png"/></Relationships>
</file>

<file path=ppt/slides/_rels/slide160.xml.rels><?xml version="1.0" encoding="UTF-8" standalone="yes"?>
<Relationships xmlns="http://schemas.openxmlformats.org/package/2006/relationships"><Relationship Id="rId8" Type="http://schemas.openxmlformats.org/officeDocument/2006/relationships/image" Target="../media/image115.png"/><Relationship Id="rId3" Type="http://schemas.openxmlformats.org/officeDocument/2006/relationships/image" Target="../media/image110.png"/><Relationship Id="rId7" Type="http://schemas.openxmlformats.org/officeDocument/2006/relationships/image" Target="../media/image114.png"/><Relationship Id="rId2" Type="http://schemas.openxmlformats.org/officeDocument/2006/relationships/image" Target="../media/image97.png"/><Relationship Id="rId1" Type="http://schemas.openxmlformats.org/officeDocument/2006/relationships/slideLayout" Target="../slideLayouts/slideLayout2.xml"/><Relationship Id="rId6" Type="http://schemas.openxmlformats.org/officeDocument/2006/relationships/image" Target="../media/image113.png"/><Relationship Id="rId5" Type="http://schemas.openxmlformats.org/officeDocument/2006/relationships/image" Target="../media/image112.jpeg"/><Relationship Id="rId4" Type="http://schemas.openxmlformats.org/officeDocument/2006/relationships/image" Target="../media/image111.png"/><Relationship Id="rId9" Type="http://schemas.openxmlformats.org/officeDocument/2006/relationships/image" Target="../media/image116.png"/></Relationships>
</file>

<file path=ppt/slides/_rels/slide161.xml.rels><?xml version="1.0" encoding="UTF-8" standalone="yes"?>
<Relationships xmlns="http://schemas.openxmlformats.org/package/2006/relationships"><Relationship Id="rId3" Type="http://schemas.openxmlformats.org/officeDocument/2006/relationships/image" Target="../media/image118.png"/><Relationship Id="rId2" Type="http://schemas.openxmlformats.org/officeDocument/2006/relationships/image" Target="../media/image117.png"/><Relationship Id="rId1" Type="http://schemas.openxmlformats.org/officeDocument/2006/relationships/slideLayout" Target="../slideLayouts/slideLayout2.xml"/></Relationships>
</file>

<file path=ppt/slides/_rels/slide162.xml.rels><?xml version="1.0" encoding="UTF-8" standalone="yes"?>
<Relationships xmlns="http://schemas.openxmlformats.org/package/2006/relationships"><Relationship Id="rId3" Type="http://schemas.openxmlformats.org/officeDocument/2006/relationships/image" Target="../media/image120.png"/><Relationship Id="rId2" Type="http://schemas.openxmlformats.org/officeDocument/2006/relationships/image" Target="../media/image119.png"/><Relationship Id="rId1" Type="http://schemas.openxmlformats.org/officeDocument/2006/relationships/slideLayout" Target="../slideLayouts/slideLayout2.xml"/><Relationship Id="rId5" Type="http://schemas.openxmlformats.org/officeDocument/2006/relationships/image" Target="../media/image122.jpeg"/><Relationship Id="rId4" Type="http://schemas.openxmlformats.org/officeDocument/2006/relationships/image" Target="../media/image121.png"/></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1"/>
          <p:cNvSpPr/>
          <p:nvPr/>
        </p:nvSpPr>
        <p:spPr>
          <a:xfrm>
            <a:off x="0" y="0"/>
            <a:ext cx="9144000" cy="5143500"/>
          </a:xfrm>
          <a:prstGeom prst="rect">
            <a:avLst/>
          </a:prstGeom>
          <a:blipFill>
            <a:blip r:embed="rId2" cstate="print"/>
            <a:stretch>
              <a:fillRect/>
            </a:stretch>
          </a:blipFill>
        </p:spPr>
        <p:txBody>
          <a:bodyPr wrap="square" lIns="0" tIns="0" rIns="0" bIns="0" rtlCol="0">
            <a:spAutoFit/>
          </a:bodyPr>
          <a:lstStyle/>
          <a:p>
            <a:endParaRPr/>
          </a:p>
        </p:txBody>
      </p:sp>
      <p:sp>
        <p:nvSpPr>
          <p:cNvPr id="3" name="object 3"/>
          <p:cNvSpPr txBox="1"/>
          <p:nvPr/>
        </p:nvSpPr>
        <p:spPr>
          <a:xfrm>
            <a:off x="4168406" y="38460"/>
            <a:ext cx="1218387" cy="537972"/>
          </a:xfrm>
          <a:prstGeom prst="rect">
            <a:avLst/>
          </a:prstGeom>
        </p:spPr>
        <p:txBody>
          <a:bodyPr vert="horz" wrap="square" lIns="0" tIns="0" rIns="0" bIns="0" rtlCol="0">
            <a:spAutoFit/>
          </a:bodyPr>
          <a:lstStyle/>
          <a:p>
            <a:pPr marL="0" marR="0">
              <a:lnSpc>
                <a:spcPts val="3936"/>
              </a:lnSpc>
              <a:spcBef>
                <a:spcPts val="0"/>
              </a:spcBef>
              <a:spcAft>
                <a:spcPts val="0"/>
              </a:spcAft>
            </a:pPr>
            <a:r>
              <a:rPr sz="3200" b="1" dirty="0">
                <a:solidFill>
                  <a:srgbClr val="C00000"/>
                </a:solidFill>
                <a:latin typeface="SMITBP+LibreBaskerville-Bold"/>
                <a:cs typeface="SMITBP+LibreBaskerville-Bold"/>
              </a:rPr>
              <a:t>SRM</a:t>
            </a:r>
          </a:p>
        </p:txBody>
      </p:sp>
      <p:sp>
        <p:nvSpPr>
          <p:cNvPr id="4" name="object 4"/>
          <p:cNvSpPr txBox="1"/>
          <p:nvPr/>
        </p:nvSpPr>
        <p:spPr>
          <a:xfrm>
            <a:off x="2233915" y="450127"/>
            <a:ext cx="4837333" cy="403770"/>
          </a:xfrm>
          <a:prstGeom prst="rect">
            <a:avLst/>
          </a:prstGeom>
        </p:spPr>
        <p:txBody>
          <a:bodyPr vert="horz" wrap="square" lIns="0" tIns="0" rIns="0" bIns="0" rtlCol="0">
            <a:spAutoFit/>
          </a:bodyPr>
          <a:lstStyle/>
          <a:p>
            <a:pPr marL="0" marR="0">
              <a:lnSpc>
                <a:spcPts val="2879"/>
              </a:lnSpc>
              <a:spcBef>
                <a:spcPts val="0"/>
              </a:spcBef>
              <a:spcAft>
                <a:spcPts val="0"/>
              </a:spcAft>
            </a:pPr>
            <a:r>
              <a:rPr sz="2600" b="1" dirty="0">
                <a:solidFill>
                  <a:srgbClr val="C00000"/>
                </a:solidFill>
                <a:latin typeface="KIGFCN+TimesNewRomanPS-BoldMT"/>
                <a:cs typeface="KIGFCN+TimesNewRomanPS-BoldMT"/>
              </a:rPr>
              <a:t>INSTITUTE OF SCIENCE AND</a:t>
            </a:r>
          </a:p>
        </p:txBody>
      </p:sp>
      <p:sp>
        <p:nvSpPr>
          <p:cNvPr id="5" name="object 5"/>
          <p:cNvSpPr txBox="1"/>
          <p:nvPr/>
        </p:nvSpPr>
        <p:spPr>
          <a:xfrm>
            <a:off x="3350002" y="846367"/>
            <a:ext cx="2638412" cy="403770"/>
          </a:xfrm>
          <a:prstGeom prst="rect">
            <a:avLst/>
          </a:prstGeom>
        </p:spPr>
        <p:txBody>
          <a:bodyPr vert="horz" wrap="square" lIns="0" tIns="0" rIns="0" bIns="0" rtlCol="0">
            <a:spAutoFit/>
          </a:bodyPr>
          <a:lstStyle/>
          <a:p>
            <a:pPr marL="0" marR="0">
              <a:lnSpc>
                <a:spcPts val="2879"/>
              </a:lnSpc>
              <a:spcBef>
                <a:spcPts val="0"/>
              </a:spcBef>
              <a:spcAft>
                <a:spcPts val="0"/>
              </a:spcAft>
            </a:pPr>
            <a:r>
              <a:rPr sz="2600" b="1" dirty="0">
                <a:solidFill>
                  <a:srgbClr val="C00000"/>
                </a:solidFill>
                <a:latin typeface="KIGFCN+TimesNewRomanPS-BoldMT"/>
                <a:cs typeface="KIGFCN+TimesNewRomanPS-BoldMT"/>
              </a:rPr>
              <a:t>TECHNOLOGY,</a:t>
            </a:r>
          </a:p>
        </p:txBody>
      </p:sp>
      <p:sp>
        <p:nvSpPr>
          <p:cNvPr id="6" name="object 6"/>
          <p:cNvSpPr txBox="1"/>
          <p:nvPr/>
        </p:nvSpPr>
        <p:spPr>
          <a:xfrm>
            <a:off x="3819828" y="1240715"/>
            <a:ext cx="1668065" cy="375642"/>
          </a:xfrm>
          <a:prstGeom prst="rect">
            <a:avLst/>
          </a:prstGeom>
        </p:spPr>
        <p:txBody>
          <a:bodyPr vert="horz" wrap="square" lIns="0" tIns="0" rIns="0" bIns="0" rtlCol="0">
            <a:spAutoFit/>
          </a:bodyPr>
          <a:lstStyle/>
          <a:p>
            <a:pPr marL="0" marR="0">
              <a:lnSpc>
                <a:spcPts val="2657"/>
              </a:lnSpc>
              <a:spcBef>
                <a:spcPts val="0"/>
              </a:spcBef>
              <a:spcAft>
                <a:spcPts val="0"/>
              </a:spcAft>
            </a:pPr>
            <a:r>
              <a:rPr sz="2400" b="1" dirty="0">
                <a:solidFill>
                  <a:srgbClr val="C00000"/>
                </a:solidFill>
                <a:latin typeface="KIGFCN+TimesNewRomanPS-BoldMT"/>
                <a:cs typeface="KIGFCN+TimesNewRomanPS-BoldMT"/>
              </a:rPr>
              <a:t>CHENNAI.</a:t>
            </a:r>
          </a:p>
        </p:txBody>
      </p:sp>
      <p:sp>
        <p:nvSpPr>
          <p:cNvPr id="7" name="object 7"/>
          <p:cNvSpPr txBox="1"/>
          <p:nvPr/>
        </p:nvSpPr>
        <p:spPr>
          <a:xfrm>
            <a:off x="1329840" y="1830459"/>
            <a:ext cx="6232509" cy="1057046"/>
          </a:xfrm>
          <a:prstGeom prst="rect">
            <a:avLst/>
          </a:prstGeom>
        </p:spPr>
        <p:txBody>
          <a:bodyPr vert="horz" wrap="square" lIns="0" tIns="0" rIns="0" bIns="0" rtlCol="0">
            <a:spAutoFit/>
          </a:bodyPr>
          <a:lstStyle/>
          <a:p>
            <a:pPr marL="0" marR="0">
              <a:lnSpc>
                <a:spcPts val="2983"/>
              </a:lnSpc>
              <a:spcBef>
                <a:spcPts val="0"/>
              </a:spcBef>
              <a:spcAft>
                <a:spcPts val="0"/>
              </a:spcAft>
            </a:pPr>
            <a:r>
              <a:rPr sz="2800" b="1" dirty="0">
                <a:solidFill>
                  <a:srgbClr val="FFFFFF"/>
                </a:solidFill>
                <a:latin typeface="Cambria"/>
                <a:cs typeface="Cambria"/>
              </a:rPr>
              <a:t>Department of Computer Science and</a:t>
            </a:r>
          </a:p>
          <a:p>
            <a:pPr marL="2048197" marR="0">
              <a:lnSpc>
                <a:spcPts val="2983"/>
              </a:lnSpc>
              <a:spcBef>
                <a:spcPts val="2006"/>
              </a:spcBef>
              <a:spcAft>
                <a:spcPts val="0"/>
              </a:spcAft>
            </a:pPr>
            <a:r>
              <a:rPr sz="2800" b="1" dirty="0">
                <a:solidFill>
                  <a:srgbClr val="FFFFFF"/>
                </a:solidFill>
                <a:latin typeface="Cambria"/>
                <a:cs typeface="Cambria"/>
              </a:rPr>
              <a:t>Engineering</a:t>
            </a:r>
          </a:p>
        </p:txBody>
      </p:sp>
      <p:sp>
        <p:nvSpPr>
          <p:cNvPr id="8" name="object 8"/>
          <p:cNvSpPr txBox="1"/>
          <p:nvPr/>
        </p:nvSpPr>
        <p:spPr>
          <a:xfrm>
            <a:off x="1146848" y="3491127"/>
            <a:ext cx="6543648" cy="1057046"/>
          </a:xfrm>
          <a:prstGeom prst="rect">
            <a:avLst/>
          </a:prstGeom>
        </p:spPr>
        <p:txBody>
          <a:bodyPr vert="horz" wrap="square" lIns="0" tIns="0" rIns="0" bIns="0" rtlCol="0">
            <a:spAutoFit/>
          </a:bodyPr>
          <a:lstStyle/>
          <a:p>
            <a:pPr marL="0" marR="0">
              <a:lnSpc>
                <a:spcPts val="2983"/>
              </a:lnSpc>
              <a:spcBef>
                <a:spcPts val="0"/>
              </a:spcBef>
              <a:spcAft>
                <a:spcPts val="0"/>
              </a:spcAft>
            </a:pPr>
            <a:r>
              <a:rPr sz="2800" b="1" dirty="0">
                <a:solidFill>
                  <a:srgbClr val="FFFFFF"/>
                </a:solidFill>
                <a:latin typeface="Cambria"/>
                <a:cs typeface="Cambria"/>
              </a:rPr>
              <a:t>21CSS101J – Programming for Problem</a:t>
            </a:r>
          </a:p>
          <a:p>
            <a:pPr marL="1952190" marR="0">
              <a:lnSpc>
                <a:spcPts val="2983"/>
              </a:lnSpc>
              <a:spcBef>
                <a:spcPts val="2006"/>
              </a:spcBef>
              <a:spcAft>
                <a:spcPts val="0"/>
              </a:spcAft>
            </a:pPr>
            <a:r>
              <a:rPr sz="2800" b="1" dirty="0">
                <a:solidFill>
                  <a:srgbClr val="FFFFFF"/>
                </a:solidFill>
                <a:latin typeface="Cambria"/>
                <a:cs typeface="Cambria"/>
              </a:rPr>
              <a:t>Solving</a:t>
            </a:r>
            <a:r>
              <a:rPr sz="2800" b="1" spc="615" dirty="0">
                <a:solidFill>
                  <a:srgbClr val="FFFFFF"/>
                </a:solidFill>
                <a:latin typeface="Cambria"/>
                <a:cs typeface="Cambria"/>
              </a:rPr>
              <a:t> </a:t>
            </a:r>
            <a:r>
              <a:rPr sz="2800" b="1" dirty="0">
                <a:solidFill>
                  <a:srgbClr val="FFFFFF"/>
                </a:solidFill>
                <a:latin typeface="Cambria"/>
                <a:cs typeface="Cambria"/>
              </a:rPr>
              <a:t>Unit</a:t>
            </a:r>
            <a:r>
              <a:rPr sz="2800" b="1" spc="-70" dirty="0">
                <a:solidFill>
                  <a:srgbClr val="FFFFFF"/>
                </a:solidFill>
                <a:latin typeface="Cambria"/>
                <a:cs typeface="Cambria"/>
              </a:rPr>
              <a:t> </a:t>
            </a:r>
            <a:r>
              <a:rPr sz="2800" b="1" dirty="0">
                <a:solidFill>
                  <a:srgbClr val="FFFFFF"/>
                </a:solidFill>
                <a:latin typeface="Cambria"/>
                <a:cs typeface="Cambria"/>
              </a:rPr>
              <a:t>IV</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1"/>
          <p:cNvSpPr/>
          <p:nvPr/>
        </p:nvSpPr>
        <p:spPr>
          <a:xfrm>
            <a:off x="0" y="0"/>
            <a:ext cx="9144000" cy="5143500"/>
          </a:xfrm>
          <a:prstGeom prst="rect">
            <a:avLst/>
          </a:prstGeom>
          <a:blipFill>
            <a:blip r:embed="rId2" cstate="print"/>
            <a:stretch>
              <a:fillRect/>
            </a:stretch>
          </a:blipFill>
        </p:spPr>
        <p:txBody>
          <a:bodyPr wrap="square" lIns="0" tIns="0" rIns="0" bIns="0" rtlCol="0">
            <a:spAutoFit/>
          </a:bodyPr>
          <a:lstStyle/>
          <a:p>
            <a:endParaRPr/>
          </a:p>
        </p:txBody>
      </p:sp>
      <p:sp>
        <p:nvSpPr>
          <p:cNvPr id="3" name="object 3"/>
          <p:cNvSpPr txBox="1"/>
          <p:nvPr/>
        </p:nvSpPr>
        <p:spPr>
          <a:xfrm>
            <a:off x="1145411" y="146207"/>
            <a:ext cx="7488681" cy="655319"/>
          </a:xfrm>
          <a:prstGeom prst="rect">
            <a:avLst/>
          </a:prstGeom>
        </p:spPr>
        <p:txBody>
          <a:bodyPr vert="horz" wrap="square" lIns="0" tIns="0" rIns="0" bIns="0" rtlCol="0">
            <a:spAutoFit/>
          </a:bodyPr>
          <a:lstStyle/>
          <a:p>
            <a:pPr marL="0" marR="0">
              <a:lnSpc>
                <a:spcPts val="2459"/>
              </a:lnSpc>
              <a:spcBef>
                <a:spcPts val="0"/>
              </a:spcBef>
              <a:spcAft>
                <a:spcPts val="0"/>
              </a:spcAft>
            </a:pPr>
            <a:r>
              <a:rPr sz="2000" b="1" dirty="0">
                <a:solidFill>
                  <a:srgbClr val="C00000"/>
                </a:solidFill>
                <a:latin typeface="SMITBP+LibreBaskerville-Bold"/>
                <a:cs typeface="SMITBP+LibreBaskerville-Bold"/>
              </a:rPr>
              <a:t>SRM INSTITUTE OF SCIENCE AND TECHNOLOGY,</a:t>
            </a:r>
          </a:p>
          <a:p>
            <a:pPr marL="2903936" marR="0">
              <a:lnSpc>
                <a:spcPts val="2400"/>
              </a:lnSpc>
              <a:spcBef>
                <a:spcPts val="0"/>
              </a:spcBef>
              <a:spcAft>
                <a:spcPts val="0"/>
              </a:spcAft>
            </a:pPr>
            <a:r>
              <a:rPr sz="2000" b="1" dirty="0">
                <a:solidFill>
                  <a:srgbClr val="C00000"/>
                </a:solidFill>
                <a:latin typeface="SMITBP+LibreBaskerville-Bold"/>
                <a:cs typeface="SMITBP+LibreBaskerville-Bold"/>
              </a:rPr>
              <a:t>CHENNAI.</a:t>
            </a:r>
          </a:p>
        </p:txBody>
      </p:sp>
      <p:sp>
        <p:nvSpPr>
          <p:cNvPr id="4" name="object 4"/>
          <p:cNvSpPr txBox="1"/>
          <p:nvPr/>
        </p:nvSpPr>
        <p:spPr>
          <a:xfrm>
            <a:off x="4069176" y="1074873"/>
            <a:ext cx="1233153" cy="362842"/>
          </a:xfrm>
          <a:prstGeom prst="rect">
            <a:avLst/>
          </a:prstGeom>
        </p:spPr>
        <p:txBody>
          <a:bodyPr vert="horz" wrap="square" lIns="0" tIns="0" rIns="0" bIns="0" rtlCol="0">
            <a:spAutoFit/>
          </a:bodyPr>
          <a:lstStyle/>
          <a:p>
            <a:pPr marL="0" marR="0">
              <a:lnSpc>
                <a:spcPts val="2557"/>
              </a:lnSpc>
              <a:spcBef>
                <a:spcPts val="0"/>
              </a:spcBef>
              <a:spcAft>
                <a:spcPts val="0"/>
              </a:spcAft>
            </a:pPr>
            <a:r>
              <a:rPr sz="2400" b="1" dirty="0">
                <a:solidFill>
                  <a:srgbClr val="336600"/>
                </a:solidFill>
                <a:latin typeface="Cambria"/>
                <a:cs typeface="Cambria"/>
              </a:rPr>
              <a:t>UNIT IV</a:t>
            </a:r>
          </a:p>
        </p:txBody>
      </p:sp>
      <p:sp>
        <p:nvSpPr>
          <p:cNvPr id="5" name="object 5"/>
          <p:cNvSpPr txBox="1"/>
          <p:nvPr/>
        </p:nvSpPr>
        <p:spPr>
          <a:xfrm>
            <a:off x="3634656" y="1600517"/>
            <a:ext cx="2110587" cy="322250"/>
          </a:xfrm>
          <a:prstGeom prst="rect">
            <a:avLst/>
          </a:prstGeom>
        </p:spPr>
        <p:txBody>
          <a:bodyPr vert="horz" wrap="square" lIns="0" tIns="0" rIns="0" bIns="0" rtlCol="0">
            <a:spAutoFit/>
          </a:bodyPr>
          <a:lstStyle/>
          <a:p>
            <a:pPr marL="0" marR="0">
              <a:lnSpc>
                <a:spcPts val="2237"/>
              </a:lnSpc>
              <a:spcBef>
                <a:spcPts val="0"/>
              </a:spcBef>
              <a:spcAft>
                <a:spcPts val="0"/>
              </a:spcAft>
            </a:pPr>
            <a:r>
              <a:rPr sz="2100" b="1" dirty="0">
                <a:solidFill>
                  <a:srgbClr val="C00000"/>
                </a:solidFill>
                <a:latin typeface="Cambria"/>
                <a:cs typeface="Cambria"/>
              </a:rPr>
              <a:t>INTRODUCTION</a:t>
            </a:r>
          </a:p>
        </p:txBody>
      </p:sp>
      <p:sp>
        <p:nvSpPr>
          <p:cNvPr id="6" name="object 6"/>
          <p:cNvSpPr txBox="1"/>
          <p:nvPr/>
        </p:nvSpPr>
        <p:spPr>
          <a:xfrm>
            <a:off x="234112" y="2139877"/>
            <a:ext cx="8850472" cy="2923014"/>
          </a:xfrm>
          <a:prstGeom prst="rect">
            <a:avLst/>
          </a:prstGeom>
        </p:spPr>
        <p:txBody>
          <a:bodyPr vert="horz" wrap="square" lIns="0" tIns="0" rIns="0" bIns="0" rtlCol="0">
            <a:spAutoFit/>
          </a:bodyPr>
          <a:lstStyle/>
          <a:p>
            <a:pPr marL="0" marR="0">
              <a:lnSpc>
                <a:spcPts val="2555"/>
              </a:lnSpc>
              <a:spcBef>
                <a:spcPts val="0"/>
              </a:spcBef>
              <a:spcAft>
                <a:spcPts val="0"/>
              </a:spcAft>
            </a:pPr>
            <a:r>
              <a:rPr sz="2400" spc="10" dirty="0">
                <a:solidFill>
                  <a:srgbClr val="000000"/>
                </a:solidFill>
                <a:latin typeface="VRRQJO+Cambria"/>
                <a:cs typeface="VRRQJO+Cambria"/>
              </a:rPr>
              <a:t>IntroductionꢀtoꢀPythonꢀ-ꢀIntroductionꢀtoꢀGoogleꢀColabꢀ-ꢀBasicꢀDataꢀ</a:t>
            </a:r>
          </a:p>
          <a:p>
            <a:pPr marL="0" marR="0">
              <a:lnSpc>
                <a:spcPts val="2555"/>
              </a:lnSpc>
              <a:spcBef>
                <a:spcPts val="274"/>
              </a:spcBef>
              <a:spcAft>
                <a:spcPts val="0"/>
              </a:spcAft>
            </a:pPr>
            <a:r>
              <a:rPr sz="2400" dirty="0">
                <a:solidFill>
                  <a:srgbClr val="000000"/>
                </a:solidFill>
                <a:latin typeface="VRRQJO+Cambria"/>
                <a:cs typeface="VRRQJO+Cambria"/>
              </a:rPr>
              <a:t>Types:ꢀ</a:t>
            </a:r>
            <a:r>
              <a:rPr sz="2400" spc="-63" dirty="0">
                <a:solidFill>
                  <a:srgbClr val="000000"/>
                </a:solidFill>
                <a:latin typeface="Times New Roman"/>
                <a:cs typeface="Times New Roman"/>
              </a:rPr>
              <a:t> </a:t>
            </a:r>
            <a:r>
              <a:rPr sz="2400" dirty="0">
                <a:solidFill>
                  <a:srgbClr val="000000"/>
                </a:solidFill>
                <a:latin typeface="VRRQJO+Cambria"/>
                <a:cs typeface="VRRQJO+Cambria"/>
              </a:rPr>
              <a:t>Integers,ꢀ</a:t>
            </a:r>
            <a:r>
              <a:rPr sz="2400" spc="-49" dirty="0">
                <a:solidFill>
                  <a:srgbClr val="000000"/>
                </a:solidFill>
                <a:latin typeface="Times New Roman"/>
                <a:cs typeface="Times New Roman"/>
              </a:rPr>
              <a:t> </a:t>
            </a:r>
            <a:r>
              <a:rPr sz="2400" dirty="0">
                <a:solidFill>
                  <a:srgbClr val="000000"/>
                </a:solidFill>
                <a:latin typeface="VRRQJO+Cambria"/>
                <a:cs typeface="VRRQJO+Cambria"/>
              </a:rPr>
              <a:t>Floatingꢀ</a:t>
            </a:r>
            <a:r>
              <a:rPr sz="2400" spc="-20" dirty="0">
                <a:solidFill>
                  <a:srgbClr val="000000"/>
                </a:solidFill>
                <a:latin typeface="Times New Roman"/>
                <a:cs typeface="Times New Roman"/>
              </a:rPr>
              <a:t> </a:t>
            </a:r>
            <a:r>
              <a:rPr sz="2400" dirty="0">
                <a:solidFill>
                  <a:srgbClr val="000000"/>
                </a:solidFill>
                <a:latin typeface="VRRQJO+Cambria"/>
                <a:cs typeface="VRRQJO+Cambria"/>
              </a:rPr>
              <a:t>Points,ꢀ</a:t>
            </a:r>
            <a:r>
              <a:rPr sz="2400" spc="-77" dirty="0">
                <a:solidFill>
                  <a:srgbClr val="000000"/>
                </a:solidFill>
                <a:latin typeface="Times New Roman"/>
                <a:cs typeface="Times New Roman"/>
              </a:rPr>
              <a:t> </a:t>
            </a:r>
            <a:r>
              <a:rPr sz="2400" dirty="0">
                <a:solidFill>
                  <a:srgbClr val="000000"/>
                </a:solidFill>
                <a:latin typeface="VRRQJO+Cambria"/>
                <a:cs typeface="VRRQJO+Cambria"/>
              </a:rPr>
              <a:t>Booleanꢀ</a:t>
            </a:r>
            <a:r>
              <a:rPr sz="2400" spc="-15" dirty="0">
                <a:solidFill>
                  <a:srgbClr val="000000"/>
                </a:solidFill>
                <a:latin typeface="Times New Roman"/>
                <a:cs typeface="Times New Roman"/>
              </a:rPr>
              <a:t> </a:t>
            </a:r>
            <a:r>
              <a:rPr sz="2400" dirty="0">
                <a:solidFill>
                  <a:srgbClr val="000000"/>
                </a:solidFill>
                <a:latin typeface="VRRQJO+Cambria"/>
                <a:cs typeface="VRRQJO+Cambria"/>
              </a:rPr>
              <a:t>typesꢀ</a:t>
            </a:r>
            <a:r>
              <a:rPr sz="2400" spc="-15" dirty="0">
                <a:solidFill>
                  <a:srgbClr val="000000"/>
                </a:solidFill>
                <a:latin typeface="Times New Roman"/>
                <a:cs typeface="Times New Roman"/>
              </a:rPr>
              <a:t> </a:t>
            </a:r>
            <a:r>
              <a:rPr sz="2400" dirty="0">
                <a:solidFill>
                  <a:srgbClr val="000000"/>
                </a:solidFill>
                <a:latin typeface="VRRQJO+Cambria"/>
                <a:cs typeface="VRRQJO+Cambria"/>
              </a:rPr>
              <a:t>-ꢀ</a:t>
            </a:r>
            <a:r>
              <a:rPr sz="2400" spc="-23" dirty="0">
                <a:solidFill>
                  <a:srgbClr val="000000"/>
                </a:solidFill>
                <a:latin typeface="Times New Roman"/>
                <a:cs typeface="Times New Roman"/>
              </a:rPr>
              <a:t> </a:t>
            </a:r>
            <a:r>
              <a:rPr sz="2400" dirty="0">
                <a:solidFill>
                  <a:srgbClr val="000000"/>
                </a:solidFill>
                <a:latin typeface="VRRQJO+Cambria"/>
                <a:cs typeface="VRRQJO+Cambria"/>
              </a:rPr>
              <a:t>Workingꢀ</a:t>
            </a:r>
            <a:r>
              <a:rPr sz="2400" spc="-175" dirty="0">
                <a:solidFill>
                  <a:srgbClr val="000000"/>
                </a:solidFill>
                <a:latin typeface="Times New Roman"/>
                <a:cs typeface="Times New Roman"/>
              </a:rPr>
              <a:t> </a:t>
            </a:r>
            <a:r>
              <a:rPr sz="2400" dirty="0">
                <a:solidFill>
                  <a:srgbClr val="000000"/>
                </a:solidFill>
                <a:latin typeface="VRRQJO+Cambria"/>
                <a:cs typeface="VRRQJO+Cambria"/>
              </a:rPr>
              <a:t>withꢀ</a:t>
            </a:r>
          </a:p>
          <a:p>
            <a:pPr marL="0" marR="0">
              <a:lnSpc>
                <a:spcPts val="2555"/>
              </a:lnSpc>
              <a:spcBef>
                <a:spcPts val="324"/>
              </a:spcBef>
              <a:spcAft>
                <a:spcPts val="0"/>
              </a:spcAft>
            </a:pPr>
            <a:r>
              <a:rPr sz="2400" dirty="0">
                <a:solidFill>
                  <a:srgbClr val="000000"/>
                </a:solidFill>
                <a:latin typeface="VRRQJO+Cambria"/>
                <a:cs typeface="VRRQJO+Cambria"/>
              </a:rPr>
              <a:t>Stringꢀ</a:t>
            </a:r>
            <a:r>
              <a:rPr sz="2400" spc="-442" dirty="0">
                <a:solidFill>
                  <a:srgbClr val="000000"/>
                </a:solidFill>
                <a:latin typeface="Times New Roman"/>
                <a:cs typeface="Times New Roman"/>
              </a:rPr>
              <a:t> </a:t>
            </a:r>
            <a:r>
              <a:rPr sz="2400" dirty="0">
                <a:solidFill>
                  <a:srgbClr val="000000"/>
                </a:solidFill>
                <a:latin typeface="VRRQJO+Cambria"/>
                <a:cs typeface="VRRQJO+Cambria"/>
              </a:rPr>
              <a:t>functionsꢀ</a:t>
            </a:r>
            <a:r>
              <a:rPr sz="2400" spc="-434" dirty="0">
                <a:solidFill>
                  <a:srgbClr val="000000"/>
                </a:solidFill>
                <a:latin typeface="Times New Roman"/>
                <a:cs typeface="Times New Roman"/>
              </a:rPr>
              <a:t> </a:t>
            </a:r>
            <a:r>
              <a:rPr sz="2400" dirty="0">
                <a:solidFill>
                  <a:srgbClr val="000000"/>
                </a:solidFill>
                <a:latin typeface="VRRQJO+Cambria"/>
                <a:cs typeface="VRRQJO+Cambria"/>
              </a:rPr>
              <a:t>-ꢀ</a:t>
            </a:r>
            <a:r>
              <a:rPr sz="2400" spc="-430" dirty="0">
                <a:solidFill>
                  <a:srgbClr val="000000"/>
                </a:solidFill>
                <a:latin typeface="Times New Roman"/>
                <a:cs typeface="Times New Roman"/>
              </a:rPr>
              <a:t> </a:t>
            </a:r>
            <a:r>
              <a:rPr sz="2400" dirty="0">
                <a:solidFill>
                  <a:srgbClr val="000000"/>
                </a:solidFill>
                <a:latin typeface="VRRQJO+Cambria"/>
                <a:cs typeface="VRRQJO+Cambria"/>
              </a:rPr>
              <a:t>Workingꢀwithꢀ</a:t>
            </a:r>
            <a:r>
              <a:rPr sz="2400" spc="-428" dirty="0">
                <a:solidFill>
                  <a:srgbClr val="000000"/>
                </a:solidFill>
                <a:latin typeface="Times New Roman"/>
                <a:cs typeface="Times New Roman"/>
              </a:rPr>
              <a:t> </a:t>
            </a:r>
            <a:r>
              <a:rPr sz="2400" dirty="0">
                <a:solidFill>
                  <a:srgbClr val="000000"/>
                </a:solidFill>
                <a:latin typeface="VRRQJO+Cambria"/>
                <a:cs typeface="VRRQJO+Cambria"/>
              </a:rPr>
              <a:t>Input,ꢀ</a:t>
            </a:r>
            <a:r>
              <a:rPr sz="2400" spc="-438" dirty="0">
                <a:solidFill>
                  <a:srgbClr val="000000"/>
                </a:solidFill>
                <a:latin typeface="Times New Roman"/>
                <a:cs typeface="Times New Roman"/>
              </a:rPr>
              <a:t> </a:t>
            </a:r>
            <a:r>
              <a:rPr sz="2400" dirty="0">
                <a:solidFill>
                  <a:srgbClr val="000000"/>
                </a:solidFill>
                <a:latin typeface="VRRQJO+Cambria"/>
                <a:cs typeface="VRRQJO+Cambria"/>
              </a:rPr>
              <a:t>Outputꢀ</a:t>
            </a:r>
            <a:r>
              <a:rPr sz="2400" spc="-432" dirty="0">
                <a:solidFill>
                  <a:srgbClr val="000000"/>
                </a:solidFill>
                <a:latin typeface="Times New Roman"/>
                <a:cs typeface="Times New Roman"/>
              </a:rPr>
              <a:t> </a:t>
            </a:r>
            <a:r>
              <a:rPr sz="2400" dirty="0">
                <a:solidFill>
                  <a:srgbClr val="000000"/>
                </a:solidFill>
                <a:latin typeface="VRRQJO+Cambria"/>
                <a:cs typeface="VRRQJO+Cambria"/>
              </a:rPr>
              <a:t>functionsꢀ</a:t>
            </a:r>
            <a:r>
              <a:rPr sz="2400" spc="-434" dirty="0">
                <a:solidFill>
                  <a:srgbClr val="000000"/>
                </a:solidFill>
                <a:latin typeface="Times New Roman"/>
                <a:cs typeface="Times New Roman"/>
              </a:rPr>
              <a:t> </a:t>
            </a:r>
            <a:r>
              <a:rPr sz="2400" dirty="0">
                <a:solidFill>
                  <a:srgbClr val="000000"/>
                </a:solidFill>
                <a:latin typeface="VRRQJO+Cambria"/>
                <a:cs typeface="VRRQJO+Cambria"/>
              </a:rPr>
              <a:t>-ꢀ</a:t>
            </a:r>
            <a:r>
              <a:rPr sz="2400" spc="-430" dirty="0">
                <a:solidFill>
                  <a:srgbClr val="000000"/>
                </a:solidFill>
                <a:latin typeface="Times New Roman"/>
                <a:cs typeface="Times New Roman"/>
              </a:rPr>
              <a:t> </a:t>
            </a:r>
            <a:r>
              <a:rPr sz="2400" dirty="0">
                <a:solidFill>
                  <a:srgbClr val="000000"/>
                </a:solidFill>
                <a:latin typeface="VRRQJO+Cambria"/>
                <a:cs typeface="VRRQJO+Cambria"/>
              </a:rPr>
              <a:t>Python-</a:t>
            </a:r>
          </a:p>
          <a:p>
            <a:pPr marL="0" marR="0">
              <a:lnSpc>
                <a:spcPts val="2555"/>
              </a:lnSpc>
              <a:spcBef>
                <a:spcPts val="324"/>
              </a:spcBef>
              <a:spcAft>
                <a:spcPts val="0"/>
              </a:spcAft>
            </a:pPr>
            <a:r>
              <a:rPr sz="2400" dirty="0">
                <a:solidFill>
                  <a:srgbClr val="000000"/>
                </a:solidFill>
                <a:latin typeface="VRRQJO+Cambria"/>
                <a:cs typeface="VRRQJO+Cambria"/>
              </a:rPr>
              <a:t>Singleꢀ</a:t>
            </a:r>
            <a:r>
              <a:rPr sz="2400" spc="-328" dirty="0">
                <a:solidFill>
                  <a:srgbClr val="000000"/>
                </a:solidFill>
                <a:latin typeface="Times New Roman"/>
                <a:cs typeface="Times New Roman"/>
              </a:rPr>
              <a:t> </a:t>
            </a:r>
            <a:r>
              <a:rPr sz="2400" dirty="0">
                <a:solidFill>
                  <a:srgbClr val="000000"/>
                </a:solidFill>
                <a:latin typeface="VRRQJO+Cambria"/>
                <a:cs typeface="VRRQJO+Cambria"/>
              </a:rPr>
              <a:t>andꢀ</a:t>
            </a:r>
            <a:r>
              <a:rPr sz="2400" spc="-316" dirty="0">
                <a:solidFill>
                  <a:srgbClr val="000000"/>
                </a:solidFill>
                <a:latin typeface="Times New Roman"/>
                <a:cs typeface="Times New Roman"/>
              </a:rPr>
              <a:t> </a:t>
            </a:r>
            <a:r>
              <a:rPr sz="2400" dirty="0">
                <a:solidFill>
                  <a:srgbClr val="000000"/>
                </a:solidFill>
                <a:latin typeface="VRRQJO+Cambria"/>
                <a:cs typeface="VRRQJO+Cambria"/>
              </a:rPr>
              <a:t>Multiꢀ</a:t>
            </a:r>
            <a:r>
              <a:rPr sz="2400" spc="-308" dirty="0">
                <a:solidFill>
                  <a:srgbClr val="000000"/>
                </a:solidFill>
                <a:latin typeface="Times New Roman"/>
                <a:cs typeface="Times New Roman"/>
              </a:rPr>
              <a:t> </a:t>
            </a:r>
            <a:r>
              <a:rPr sz="2400" dirty="0">
                <a:solidFill>
                  <a:srgbClr val="000000"/>
                </a:solidFill>
                <a:latin typeface="VRRQJO+Cambria"/>
                <a:cs typeface="VRRQJO+Cambria"/>
              </a:rPr>
              <a:t>lineꢀ</a:t>
            </a:r>
            <a:r>
              <a:rPr sz="2400" spc="-311" dirty="0">
                <a:solidFill>
                  <a:srgbClr val="000000"/>
                </a:solidFill>
                <a:latin typeface="Times New Roman"/>
                <a:cs typeface="Times New Roman"/>
              </a:rPr>
              <a:t> </a:t>
            </a:r>
            <a:r>
              <a:rPr sz="2400" dirty="0">
                <a:solidFill>
                  <a:srgbClr val="000000"/>
                </a:solidFill>
                <a:latin typeface="VRRQJO+Cambria"/>
                <a:cs typeface="VRRQJO+Cambria"/>
              </a:rPr>
              <a:t>Comments/ꢀ</a:t>
            </a:r>
            <a:r>
              <a:rPr sz="2400" spc="-302" dirty="0">
                <a:solidFill>
                  <a:srgbClr val="000000"/>
                </a:solidFill>
                <a:latin typeface="Times New Roman"/>
                <a:cs typeface="Times New Roman"/>
              </a:rPr>
              <a:t> </a:t>
            </a:r>
            <a:r>
              <a:rPr sz="2400" dirty="0">
                <a:solidFill>
                  <a:srgbClr val="000000"/>
                </a:solidFill>
                <a:latin typeface="VRRQJO+Cambria"/>
                <a:cs typeface="VRRQJO+Cambria"/>
              </a:rPr>
              <a:t>Errorꢀ</a:t>
            </a:r>
            <a:r>
              <a:rPr sz="2400" spc="-361" dirty="0">
                <a:solidFill>
                  <a:srgbClr val="000000"/>
                </a:solidFill>
                <a:latin typeface="Times New Roman"/>
                <a:cs typeface="Times New Roman"/>
              </a:rPr>
              <a:t> </a:t>
            </a:r>
            <a:r>
              <a:rPr sz="2400" dirty="0">
                <a:solidFill>
                  <a:srgbClr val="000000"/>
                </a:solidFill>
                <a:latin typeface="VRRQJO+Cambria"/>
                <a:cs typeface="VRRQJO+Cambria"/>
              </a:rPr>
              <a:t>Handlingꢀ</a:t>
            </a:r>
            <a:r>
              <a:rPr sz="2400" spc="-315" dirty="0">
                <a:solidFill>
                  <a:srgbClr val="000000"/>
                </a:solidFill>
                <a:latin typeface="Times New Roman"/>
                <a:cs typeface="Times New Roman"/>
              </a:rPr>
              <a:t> </a:t>
            </a:r>
            <a:r>
              <a:rPr sz="2400" dirty="0">
                <a:solidFill>
                  <a:srgbClr val="000000"/>
                </a:solidFill>
                <a:latin typeface="VRRQJO+Cambria"/>
                <a:cs typeface="VRRQJO+Cambria"/>
              </a:rPr>
              <a:t>-ꢀ</a:t>
            </a:r>
            <a:r>
              <a:rPr sz="2400" spc="-310" dirty="0">
                <a:solidFill>
                  <a:srgbClr val="000000"/>
                </a:solidFill>
                <a:latin typeface="Times New Roman"/>
                <a:cs typeface="Times New Roman"/>
              </a:rPr>
              <a:t> </a:t>
            </a:r>
            <a:r>
              <a:rPr sz="2400" dirty="0">
                <a:solidFill>
                  <a:srgbClr val="000000"/>
                </a:solidFill>
                <a:latin typeface="VRRQJO+Cambria"/>
                <a:cs typeface="VRRQJO+Cambria"/>
              </a:rPr>
              <a:t>Conditionalꢀ</a:t>
            </a:r>
            <a:r>
              <a:rPr sz="2400" spc="-315" dirty="0">
                <a:solidFill>
                  <a:srgbClr val="000000"/>
                </a:solidFill>
                <a:latin typeface="Times New Roman"/>
                <a:cs typeface="Times New Roman"/>
              </a:rPr>
              <a:t> </a:t>
            </a:r>
            <a:r>
              <a:rPr sz="2400" dirty="0">
                <a:solidFill>
                  <a:srgbClr val="000000"/>
                </a:solidFill>
                <a:latin typeface="VRRQJO+Cambria"/>
                <a:cs typeface="VRRQJO+Cambria"/>
              </a:rPr>
              <a:t>&amp;ꢀ</a:t>
            </a:r>
          </a:p>
          <a:p>
            <a:pPr marL="0" marR="0">
              <a:lnSpc>
                <a:spcPts val="2555"/>
              </a:lnSpc>
              <a:spcBef>
                <a:spcPts val="324"/>
              </a:spcBef>
              <a:spcAft>
                <a:spcPts val="0"/>
              </a:spcAft>
            </a:pPr>
            <a:r>
              <a:rPr sz="2400" dirty="0">
                <a:solidFill>
                  <a:srgbClr val="000000"/>
                </a:solidFill>
                <a:latin typeface="VRRQJO+Cambria"/>
                <a:cs typeface="VRRQJO+Cambria"/>
              </a:rPr>
              <a:t>Loopingꢀ</a:t>
            </a:r>
            <a:r>
              <a:rPr sz="2400" spc="-394" dirty="0">
                <a:solidFill>
                  <a:srgbClr val="000000"/>
                </a:solidFill>
                <a:latin typeface="Times New Roman"/>
                <a:cs typeface="Times New Roman"/>
              </a:rPr>
              <a:t> </a:t>
            </a:r>
            <a:r>
              <a:rPr sz="2400" dirty="0">
                <a:solidFill>
                  <a:srgbClr val="000000"/>
                </a:solidFill>
                <a:latin typeface="VRRQJO+Cambria"/>
                <a:cs typeface="VRRQJO+Cambria"/>
              </a:rPr>
              <a:t>Statementsꢀ</a:t>
            </a:r>
            <a:r>
              <a:rPr sz="2400" spc="-409" dirty="0">
                <a:solidFill>
                  <a:srgbClr val="000000"/>
                </a:solidFill>
                <a:latin typeface="Times New Roman"/>
                <a:cs typeface="Times New Roman"/>
              </a:rPr>
              <a:t> </a:t>
            </a:r>
            <a:r>
              <a:rPr sz="2400" dirty="0">
                <a:solidFill>
                  <a:srgbClr val="000000"/>
                </a:solidFill>
                <a:latin typeface="VRRQJO+Cambria"/>
                <a:cs typeface="VRRQJO+Cambria"/>
              </a:rPr>
              <a:t>:ꢀ</a:t>
            </a:r>
            <a:r>
              <a:rPr sz="2400" spc="-396" dirty="0">
                <a:solidFill>
                  <a:srgbClr val="000000"/>
                </a:solidFill>
                <a:latin typeface="Times New Roman"/>
                <a:cs typeface="Times New Roman"/>
              </a:rPr>
              <a:t> </a:t>
            </a:r>
            <a:r>
              <a:rPr sz="2400" dirty="0">
                <a:solidFill>
                  <a:srgbClr val="000000"/>
                </a:solidFill>
                <a:latin typeface="VRRQJO+Cambria"/>
                <a:cs typeface="VRRQJO+Cambria"/>
              </a:rPr>
              <a:t>If,ꢀ</a:t>
            </a:r>
            <a:r>
              <a:rPr sz="2400" spc="-409" dirty="0">
                <a:solidFill>
                  <a:srgbClr val="000000"/>
                </a:solidFill>
                <a:latin typeface="Times New Roman"/>
                <a:cs typeface="Times New Roman"/>
              </a:rPr>
              <a:t> </a:t>
            </a:r>
            <a:r>
              <a:rPr sz="2400" dirty="0">
                <a:solidFill>
                  <a:srgbClr val="000000"/>
                </a:solidFill>
                <a:latin typeface="VRRQJO+Cambria"/>
                <a:cs typeface="VRRQJO+Cambria"/>
              </a:rPr>
              <a:t>for,ꢀwhileꢀ</a:t>
            </a:r>
            <a:r>
              <a:rPr sz="2400" spc="-415" dirty="0">
                <a:solidFill>
                  <a:srgbClr val="000000"/>
                </a:solidFill>
                <a:latin typeface="Times New Roman"/>
                <a:cs typeface="Times New Roman"/>
              </a:rPr>
              <a:t> </a:t>
            </a:r>
            <a:r>
              <a:rPr sz="2400" dirty="0">
                <a:solidFill>
                  <a:srgbClr val="000000"/>
                </a:solidFill>
                <a:latin typeface="VRRQJO+Cambria"/>
                <a:cs typeface="VRRQJO+Cambria"/>
              </a:rPr>
              <a:t>statementsꢀ</a:t>
            </a:r>
            <a:r>
              <a:rPr sz="2400" spc="-411" dirty="0">
                <a:solidFill>
                  <a:srgbClr val="000000"/>
                </a:solidFill>
                <a:latin typeface="Times New Roman"/>
                <a:cs typeface="Times New Roman"/>
              </a:rPr>
              <a:t> </a:t>
            </a:r>
            <a:r>
              <a:rPr sz="2400" dirty="0">
                <a:solidFill>
                  <a:srgbClr val="000000"/>
                </a:solidFill>
                <a:latin typeface="VRRQJO+Cambria"/>
                <a:cs typeface="VRRQJO+Cambria"/>
              </a:rPr>
              <a:t>-ꢀ</a:t>
            </a:r>
            <a:r>
              <a:rPr sz="2400" spc="-399" dirty="0">
                <a:solidFill>
                  <a:srgbClr val="000000"/>
                </a:solidFill>
                <a:latin typeface="Times New Roman"/>
                <a:cs typeface="Times New Roman"/>
              </a:rPr>
              <a:t> </a:t>
            </a:r>
            <a:r>
              <a:rPr sz="2400" dirty="0">
                <a:solidFill>
                  <a:srgbClr val="000000"/>
                </a:solidFill>
                <a:latin typeface="VRRQJO+Cambria"/>
                <a:cs typeface="VRRQJO+Cambria"/>
              </a:rPr>
              <a:t>Workingꢀwithꢀ</a:t>
            </a:r>
            <a:r>
              <a:rPr sz="2400" spc="-396" dirty="0">
                <a:solidFill>
                  <a:srgbClr val="000000"/>
                </a:solidFill>
                <a:latin typeface="Times New Roman"/>
                <a:cs typeface="Times New Roman"/>
              </a:rPr>
              <a:t> </a:t>
            </a:r>
            <a:r>
              <a:rPr sz="2400" dirty="0">
                <a:solidFill>
                  <a:srgbClr val="000000"/>
                </a:solidFill>
                <a:latin typeface="VRRQJO+Cambria"/>
                <a:cs typeface="VRRQJO+Cambria"/>
              </a:rPr>
              <a:t>Listꢀ</a:t>
            </a:r>
          </a:p>
          <a:p>
            <a:pPr marL="0" marR="0">
              <a:lnSpc>
                <a:spcPts val="2555"/>
              </a:lnSpc>
              <a:spcBef>
                <a:spcPts val="324"/>
              </a:spcBef>
              <a:spcAft>
                <a:spcPts val="0"/>
              </a:spcAft>
            </a:pPr>
            <a:r>
              <a:rPr sz="2400" dirty="0">
                <a:solidFill>
                  <a:srgbClr val="000000"/>
                </a:solidFill>
                <a:latin typeface="VRRQJO+Cambria"/>
                <a:cs typeface="VRRQJO+Cambria"/>
              </a:rPr>
              <a:t>structuresꢀ</a:t>
            </a:r>
            <a:r>
              <a:rPr sz="2400" spc="-374" dirty="0">
                <a:solidFill>
                  <a:srgbClr val="000000"/>
                </a:solidFill>
                <a:latin typeface="Times New Roman"/>
                <a:cs typeface="Times New Roman"/>
              </a:rPr>
              <a:t> </a:t>
            </a:r>
            <a:r>
              <a:rPr sz="2400" dirty="0">
                <a:solidFill>
                  <a:srgbClr val="000000"/>
                </a:solidFill>
                <a:latin typeface="VRRQJO+Cambria"/>
                <a:cs typeface="VRRQJO+Cambria"/>
              </a:rPr>
              <a:t>-ꢀ</a:t>
            </a:r>
            <a:r>
              <a:rPr sz="2400" spc="-334" dirty="0">
                <a:solidFill>
                  <a:srgbClr val="000000"/>
                </a:solidFill>
                <a:latin typeface="Times New Roman"/>
                <a:cs typeface="Times New Roman"/>
              </a:rPr>
              <a:t> </a:t>
            </a:r>
            <a:r>
              <a:rPr sz="2400" dirty="0">
                <a:solidFill>
                  <a:srgbClr val="000000"/>
                </a:solidFill>
                <a:latin typeface="VRRQJO+Cambria"/>
                <a:cs typeface="VRRQJO+Cambria"/>
              </a:rPr>
              <a:t>Workingꢀ</a:t>
            </a:r>
            <a:r>
              <a:rPr sz="2400" spc="-486" dirty="0">
                <a:solidFill>
                  <a:srgbClr val="000000"/>
                </a:solidFill>
                <a:latin typeface="Times New Roman"/>
                <a:cs typeface="Times New Roman"/>
              </a:rPr>
              <a:t> </a:t>
            </a:r>
            <a:r>
              <a:rPr sz="2400" dirty="0">
                <a:solidFill>
                  <a:srgbClr val="000000"/>
                </a:solidFill>
                <a:latin typeface="VRRQJO+Cambria"/>
                <a:cs typeface="VRRQJO+Cambria"/>
              </a:rPr>
              <a:t>withꢀ</a:t>
            </a:r>
            <a:r>
              <a:rPr sz="2400" spc="-331" dirty="0">
                <a:solidFill>
                  <a:srgbClr val="000000"/>
                </a:solidFill>
                <a:latin typeface="Times New Roman"/>
                <a:cs typeface="Times New Roman"/>
              </a:rPr>
              <a:t> </a:t>
            </a:r>
            <a:r>
              <a:rPr sz="2400" dirty="0">
                <a:solidFill>
                  <a:srgbClr val="000000"/>
                </a:solidFill>
                <a:latin typeface="VRRQJO+Cambria"/>
                <a:cs typeface="VRRQJO+Cambria"/>
              </a:rPr>
              <a:t>Tuplesꢀ</a:t>
            </a:r>
            <a:r>
              <a:rPr sz="2400" spc="-388" dirty="0">
                <a:solidFill>
                  <a:srgbClr val="000000"/>
                </a:solidFill>
                <a:latin typeface="Times New Roman"/>
                <a:cs typeface="Times New Roman"/>
              </a:rPr>
              <a:t> </a:t>
            </a:r>
            <a:r>
              <a:rPr sz="2400" dirty="0">
                <a:solidFill>
                  <a:srgbClr val="000000"/>
                </a:solidFill>
                <a:latin typeface="VRRQJO+Cambria"/>
                <a:cs typeface="VRRQJO+Cambria"/>
              </a:rPr>
              <a:t>dataꢀ</a:t>
            </a:r>
            <a:r>
              <a:rPr sz="2400" spc="-333" dirty="0">
                <a:solidFill>
                  <a:srgbClr val="000000"/>
                </a:solidFill>
                <a:latin typeface="Times New Roman"/>
                <a:cs typeface="Times New Roman"/>
              </a:rPr>
              <a:t> </a:t>
            </a:r>
            <a:r>
              <a:rPr sz="2400" dirty="0">
                <a:solidFill>
                  <a:srgbClr val="000000"/>
                </a:solidFill>
                <a:latin typeface="VRRQJO+Cambria"/>
                <a:cs typeface="VRRQJO+Cambria"/>
              </a:rPr>
              <a:t>structuresꢀ</a:t>
            </a:r>
            <a:r>
              <a:rPr sz="2400" spc="-374" dirty="0">
                <a:solidFill>
                  <a:srgbClr val="000000"/>
                </a:solidFill>
                <a:latin typeface="Times New Roman"/>
                <a:cs typeface="Times New Roman"/>
              </a:rPr>
              <a:t> </a:t>
            </a:r>
            <a:r>
              <a:rPr sz="2400" dirty="0">
                <a:solidFill>
                  <a:srgbClr val="000000"/>
                </a:solidFill>
                <a:latin typeface="VRRQJO+Cambria"/>
                <a:cs typeface="VRRQJO+Cambria"/>
              </a:rPr>
              <a:t>-ꢀ</a:t>
            </a:r>
            <a:r>
              <a:rPr sz="2400" spc="-334" dirty="0">
                <a:solidFill>
                  <a:srgbClr val="000000"/>
                </a:solidFill>
                <a:latin typeface="Times New Roman"/>
                <a:cs typeface="Times New Roman"/>
              </a:rPr>
              <a:t> </a:t>
            </a:r>
            <a:r>
              <a:rPr sz="2400" dirty="0">
                <a:solidFill>
                  <a:srgbClr val="000000"/>
                </a:solidFill>
                <a:latin typeface="VRRQJO+Cambria"/>
                <a:cs typeface="VRRQJO+Cambria"/>
              </a:rPr>
              <a:t>Workingꢀ</a:t>
            </a:r>
            <a:r>
              <a:rPr sz="2400" spc="-486" dirty="0">
                <a:solidFill>
                  <a:srgbClr val="000000"/>
                </a:solidFill>
                <a:latin typeface="Times New Roman"/>
                <a:cs typeface="Times New Roman"/>
              </a:rPr>
              <a:t> </a:t>
            </a:r>
            <a:r>
              <a:rPr sz="2400" dirty="0">
                <a:solidFill>
                  <a:srgbClr val="000000"/>
                </a:solidFill>
                <a:latin typeface="VRRQJO+Cambria"/>
                <a:cs typeface="VRRQJO+Cambria"/>
              </a:rPr>
              <a:t>withꢀ</a:t>
            </a:r>
          </a:p>
          <a:p>
            <a:pPr marL="0" marR="0">
              <a:lnSpc>
                <a:spcPts val="2555"/>
              </a:lnSpc>
              <a:spcBef>
                <a:spcPts val="274"/>
              </a:spcBef>
              <a:spcAft>
                <a:spcPts val="0"/>
              </a:spcAft>
            </a:pPr>
            <a:r>
              <a:rPr sz="2400" dirty="0">
                <a:solidFill>
                  <a:srgbClr val="000000"/>
                </a:solidFill>
                <a:latin typeface="VRRQJO+Cambria"/>
                <a:cs typeface="VRRQJO+Cambria"/>
              </a:rPr>
              <a:t>Setsꢀ</a:t>
            </a:r>
            <a:r>
              <a:rPr sz="2400" spc="617" dirty="0">
                <a:solidFill>
                  <a:srgbClr val="000000"/>
                </a:solidFill>
                <a:latin typeface="Times New Roman"/>
                <a:cs typeface="Times New Roman"/>
              </a:rPr>
              <a:t> </a:t>
            </a:r>
            <a:r>
              <a:rPr sz="2400" dirty="0">
                <a:solidFill>
                  <a:srgbClr val="000000"/>
                </a:solidFill>
                <a:latin typeface="VRRQJO+Cambria"/>
                <a:cs typeface="VRRQJO+Cambria"/>
              </a:rPr>
              <a:t>-ꢀ</a:t>
            </a:r>
            <a:r>
              <a:rPr sz="2400" spc="619" dirty="0">
                <a:solidFill>
                  <a:srgbClr val="000000"/>
                </a:solidFill>
                <a:latin typeface="Times New Roman"/>
                <a:cs typeface="Times New Roman"/>
              </a:rPr>
              <a:t> </a:t>
            </a:r>
            <a:r>
              <a:rPr sz="2400" dirty="0">
                <a:solidFill>
                  <a:srgbClr val="000000"/>
                </a:solidFill>
                <a:latin typeface="VRRQJO+Cambria"/>
                <a:cs typeface="VRRQJO+Cambria"/>
              </a:rPr>
              <a:t>Workingꢀ</a:t>
            </a:r>
            <a:r>
              <a:rPr sz="2400" spc="467" dirty="0">
                <a:solidFill>
                  <a:srgbClr val="000000"/>
                </a:solidFill>
                <a:latin typeface="Times New Roman"/>
                <a:cs typeface="Times New Roman"/>
              </a:rPr>
              <a:t> </a:t>
            </a:r>
            <a:r>
              <a:rPr sz="2400" dirty="0">
                <a:solidFill>
                  <a:srgbClr val="000000"/>
                </a:solidFill>
                <a:latin typeface="VRRQJO+Cambria"/>
                <a:cs typeface="VRRQJO+Cambria"/>
              </a:rPr>
              <a:t>withꢀ</a:t>
            </a:r>
            <a:r>
              <a:rPr sz="2400" spc="623" dirty="0">
                <a:solidFill>
                  <a:srgbClr val="000000"/>
                </a:solidFill>
                <a:latin typeface="Times New Roman"/>
                <a:cs typeface="Times New Roman"/>
              </a:rPr>
              <a:t> </a:t>
            </a:r>
            <a:r>
              <a:rPr sz="2400" dirty="0">
                <a:solidFill>
                  <a:srgbClr val="000000"/>
                </a:solidFill>
                <a:latin typeface="VRRQJO+Cambria"/>
                <a:cs typeface="VRRQJO+Cambria"/>
              </a:rPr>
              <a:t>Dictionariesꢀ</a:t>
            </a:r>
            <a:r>
              <a:rPr sz="2400" spc="621" dirty="0">
                <a:solidFill>
                  <a:srgbClr val="000000"/>
                </a:solidFill>
                <a:latin typeface="Times New Roman"/>
                <a:cs typeface="Times New Roman"/>
              </a:rPr>
              <a:t> </a:t>
            </a:r>
            <a:r>
              <a:rPr sz="2400" dirty="0">
                <a:solidFill>
                  <a:srgbClr val="000000"/>
                </a:solidFill>
                <a:latin typeface="VRRQJO+Cambria"/>
                <a:cs typeface="VRRQJO+Cambria"/>
              </a:rPr>
              <a:t>-ꢀ</a:t>
            </a:r>
            <a:r>
              <a:rPr sz="2400" spc="619" dirty="0">
                <a:solidFill>
                  <a:srgbClr val="000000"/>
                </a:solidFill>
                <a:latin typeface="Times New Roman"/>
                <a:cs typeface="Times New Roman"/>
              </a:rPr>
              <a:t> </a:t>
            </a:r>
            <a:r>
              <a:rPr sz="2400" dirty="0">
                <a:solidFill>
                  <a:srgbClr val="000000"/>
                </a:solidFill>
                <a:latin typeface="VRRQJO+Cambria"/>
                <a:cs typeface="VRRQJO+Cambria"/>
              </a:rPr>
              <a:t>Introductionꢀ</a:t>
            </a:r>
            <a:r>
              <a:rPr sz="2400" spc="580" dirty="0">
                <a:solidFill>
                  <a:srgbClr val="000000"/>
                </a:solidFill>
                <a:latin typeface="Times New Roman"/>
                <a:cs typeface="Times New Roman"/>
              </a:rPr>
              <a:t> </a:t>
            </a:r>
            <a:r>
              <a:rPr sz="2400" dirty="0">
                <a:solidFill>
                  <a:srgbClr val="000000"/>
                </a:solidFill>
                <a:latin typeface="VRRQJO+Cambria"/>
                <a:cs typeface="VRRQJO+Cambria"/>
              </a:rPr>
              <a:t>toꢀ</a:t>
            </a:r>
            <a:r>
              <a:rPr sz="2400" spc="600" dirty="0">
                <a:solidFill>
                  <a:srgbClr val="000000"/>
                </a:solidFill>
                <a:latin typeface="Times New Roman"/>
                <a:cs typeface="Times New Roman"/>
              </a:rPr>
              <a:t> </a:t>
            </a:r>
            <a:r>
              <a:rPr sz="2400" dirty="0">
                <a:solidFill>
                  <a:srgbClr val="000000"/>
                </a:solidFill>
                <a:latin typeface="VRRQJO+Cambria"/>
                <a:cs typeface="VRRQJO+Cambria"/>
              </a:rPr>
              <a:t>Pythonꢀ</a:t>
            </a:r>
          </a:p>
          <a:p>
            <a:pPr marL="0" marR="0">
              <a:lnSpc>
                <a:spcPts val="2555"/>
              </a:lnSpc>
              <a:spcBef>
                <a:spcPts val="324"/>
              </a:spcBef>
              <a:spcAft>
                <a:spcPts val="0"/>
              </a:spcAft>
            </a:pPr>
            <a:r>
              <a:rPr sz="2400" dirty="0">
                <a:solidFill>
                  <a:srgbClr val="000000"/>
                </a:solidFill>
                <a:latin typeface="VRRQJO+Cambria"/>
                <a:cs typeface="VRRQJO+Cambria"/>
              </a:rPr>
              <a:t>Librariesꢀ-ꢀIntroductionꢀtoꢀNumpyꢀ-ꢀHighꢀDimensionalꢀArrays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1"/>
          <p:cNvSpPr/>
          <p:nvPr/>
        </p:nvSpPr>
        <p:spPr>
          <a:xfrm>
            <a:off x="0" y="0"/>
            <a:ext cx="9144000" cy="5143500"/>
          </a:xfrm>
          <a:prstGeom prst="rect">
            <a:avLst/>
          </a:prstGeom>
          <a:blipFill>
            <a:blip r:embed="rId2" cstate="print"/>
            <a:stretch>
              <a:fillRect/>
            </a:stretch>
          </a:blipFill>
        </p:spPr>
        <p:txBody>
          <a:bodyPr wrap="square" lIns="0" tIns="0" rIns="0" bIns="0" rtlCol="0">
            <a:spAutoFit/>
          </a:bodyPr>
          <a:lstStyle/>
          <a:p>
            <a:endParaRPr/>
          </a:p>
        </p:txBody>
      </p:sp>
      <p:sp>
        <p:nvSpPr>
          <p:cNvPr id="3" name="object 3"/>
          <p:cNvSpPr txBox="1"/>
          <p:nvPr/>
        </p:nvSpPr>
        <p:spPr>
          <a:xfrm>
            <a:off x="697219" y="589025"/>
            <a:ext cx="4610368" cy="421679"/>
          </a:xfrm>
          <a:prstGeom prst="rect">
            <a:avLst/>
          </a:prstGeom>
        </p:spPr>
        <p:txBody>
          <a:bodyPr vert="horz" wrap="square" lIns="0" tIns="0" rIns="0" bIns="0" rtlCol="0">
            <a:spAutoFit/>
          </a:bodyPr>
          <a:lstStyle/>
          <a:p>
            <a:pPr marL="0" marR="0">
              <a:lnSpc>
                <a:spcPts val="3020"/>
              </a:lnSpc>
              <a:spcBef>
                <a:spcPts val="0"/>
              </a:spcBef>
              <a:spcAft>
                <a:spcPts val="0"/>
              </a:spcAft>
            </a:pPr>
            <a:r>
              <a:rPr sz="3200" b="1" dirty="0">
                <a:solidFill>
                  <a:srgbClr val="0070C0"/>
                </a:solidFill>
                <a:latin typeface="Calibri"/>
                <a:cs typeface="Calibri"/>
              </a:rPr>
              <a:t>1.1 Introduction</a:t>
            </a:r>
            <a:r>
              <a:rPr sz="3200" b="1" spc="-62" dirty="0">
                <a:solidFill>
                  <a:srgbClr val="0070C0"/>
                </a:solidFill>
                <a:latin typeface="Calibri"/>
                <a:cs typeface="Calibri"/>
              </a:rPr>
              <a:t> </a:t>
            </a:r>
            <a:r>
              <a:rPr sz="3200" b="1" dirty="0">
                <a:solidFill>
                  <a:srgbClr val="0070C0"/>
                </a:solidFill>
                <a:latin typeface="Calibri"/>
                <a:cs typeface="Calibri"/>
              </a:rPr>
              <a:t>to</a:t>
            </a:r>
            <a:r>
              <a:rPr sz="3200" b="1" spc="-18" dirty="0">
                <a:solidFill>
                  <a:srgbClr val="0070C0"/>
                </a:solidFill>
                <a:latin typeface="Calibri"/>
                <a:cs typeface="Calibri"/>
              </a:rPr>
              <a:t> </a:t>
            </a:r>
            <a:r>
              <a:rPr sz="3200" b="1" dirty="0">
                <a:solidFill>
                  <a:srgbClr val="0070C0"/>
                </a:solidFill>
                <a:latin typeface="Calibri"/>
                <a:cs typeface="Calibri"/>
              </a:rPr>
              <a:t>Python</a:t>
            </a:r>
          </a:p>
        </p:txBody>
      </p:sp>
      <p:sp>
        <p:nvSpPr>
          <p:cNvPr id="4" name="object 4"/>
          <p:cNvSpPr txBox="1"/>
          <p:nvPr/>
        </p:nvSpPr>
        <p:spPr>
          <a:xfrm>
            <a:off x="697219" y="1505796"/>
            <a:ext cx="7896170" cy="293489"/>
          </a:xfrm>
          <a:prstGeom prst="rect">
            <a:avLst/>
          </a:prstGeom>
        </p:spPr>
        <p:txBody>
          <a:bodyPr vert="horz" wrap="square" lIns="0" tIns="0" rIns="0" bIns="0" rtlCol="0">
            <a:spAutoFit/>
          </a:bodyPr>
          <a:lstStyle/>
          <a:p>
            <a:pPr marL="0" marR="0">
              <a:lnSpc>
                <a:spcPts val="2010"/>
              </a:lnSpc>
              <a:spcBef>
                <a:spcPts val="0"/>
              </a:spcBef>
              <a:spcAft>
                <a:spcPts val="0"/>
              </a:spcAft>
            </a:pPr>
            <a:r>
              <a:rPr sz="1800" dirty="0">
                <a:solidFill>
                  <a:srgbClr val="000000"/>
                </a:solidFill>
                <a:latin typeface="Calibri"/>
                <a:cs typeface="Calibri"/>
              </a:rPr>
              <a:t>Python</a:t>
            </a:r>
            <a:r>
              <a:rPr sz="1800" spc="154" dirty="0">
                <a:solidFill>
                  <a:srgbClr val="000000"/>
                </a:solidFill>
                <a:latin typeface="Calibri"/>
                <a:cs typeface="Calibri"/>
              </a:rPr>
              <a:t> </a:t>
            </a:r>
            <a:r>
              <a:rPr sz="1800" dirty="0">
                <a:solidFill>
                  <a:srgbClr val="000000"/>
                </a:solidFill>
                <a:latin typeface="Calibri"/>
                <a:cs typeface="Calibri"/>
              </a:rPr>
              <a:t>is</a:t>
            </a:r>
            <a:r>
              <a:rPr sz="1800" spc="147" dirty="0">
                <a:solidFill>
                  <a:srgbClr val="000000"/>
                </a:solidFill>
                <a:latin typeface="Calibri"/>
                <a:cs typeface="Calibri"/>
              </a:rPr>
              <a:t> </a:t>
            </a:r>
            <a:r>
              <a:rPr sz="1800" dirty="0">
                <a:solidFill>
                  <a:srgbClr val="273239"/>
                </a:solidFill>
                <a:latin typeface="VIDFKT+ArialMT"/>
                <a:cs typeface="VIDFKT+ArialMT"/>
              </a:rPr>
              <a:t>a</a:t>
            </a:r>
            <a:r>
              <a:rPr sz="1800" spc="192" dirty="0">
                <a:solidFill>
                  <a:srgbClr val="273239"/>
                </a:solidFill>
                <a:latin typeface="Times New Roman"/>
                <a:cs typeface="Times New Roman"/>
              </a:rPr>
              <a:t> </a:t>
            </a:r>
            <a:r>
              <a:rPr sz="1800" dirty="0">
                <a:solidFill>
                  <a:srgbClr val="273239"/>
                </a:solidFill>
                <a:latin typeface="VIDFKT+ArialMT"/>
                <a:cs typeface="VIDFKT+ArialMT"/>
              </a:rPr>
              <a:t>widely</a:t>
            </a:r>
            <a:r>
              <a:rPr sz="1800" spc="194" dirty="0">
                <a:solidFill>
                  <a:srgbClr val="273239"/>
                </a:solidFill>
                <a:latin typeface="Times New Roman"/>
                <a:cs typeface="Times New Roman"/>
              </a:rPr>
              <a:t> </a:t>
            </a:r>
            <a:r>
              <a:rPr sz="1800" dirty="0">
                <a:solidFill>
                  <a:srgbClr val="273239"/>
                </a:solidFill>
                <a:latin typeface="VIDFKT+ArialMT"/>
                <a:cs typeface="VIDFKT+ArialMT"/>
              </a:rPr>
              <a:t>used</a:t>
            </a:r>
            <a:r>
              <a:rPr sz="1800" spc="190" dirty="0">
                <a:solidFill>
                  <a:srgbClr val="273239"/>
                </a:solidFill>
                <a:latin typeface="Times New Roman"/>
                <a:cs typeface="Times New Roman"/>
              </a:rPr>
              <a:t> </a:t>
            </a:r>
            <a:r>
              <a:rPr sz="1800" dirty="0">
                <a:solidFill>
                  <a:srgbClr val="273239"/>
                </a:solidFill>
                <a:latin typeface="VIDFKT+ArialMT"/>
                <a:cs typeface="VIDFKT+ArialMT"/>
              </a:rPr>
              <a:t>general-purpose,</a:t>
            </a:r>
            <a:r>
              <a:rPr sz="1800" spc="187" dirty="0">
                <a:solidFill>
                  <a:srgbClr val="273239"/>
                </a:solidFill>
                <a:latin typeface="Times New Roman"/>
                <a:cs typeface="Times New Roman"/>
              </a:rPr>
              <a:t> </a:t>
            </a:r>
            <a:r>
              <a:rPr sz="1800" dirty="0">
                <a:solidFill>
                  <a:srgbClr val="273239"/>
                </a:solidFill>
                <a:latin typeface="VIDFKT+ArialMT"/>
                <a:cs typeface="VIDFKT+ArialMT"/>
              </a:rPr>
              <a:t>high</a:t>
            </a:r>
            <a:r>
              <a:rPr sz="1800" spc="191" dirty="0">
                <a:solidFill>
                  <a:srgbClr val="273239"/>
                </a:solidFill>
                <a:latin typeface="Times New Roman"/>
                <a:cs typeface="Times New Roman"/>
              </a:rPr>
              <a:t> </a:t>
            </a:r>
            <a:r>
              <a:rPr sz="1800" dirty="0">
                <a:solidFill>
                  <a:srgbClr val="273239"/>
                </a:solidFill>
                <a:latin typeface="VIDFKT+ArialMT"/>
                <a:cs typeface="VIDFKT+ArialMT"/>
              </a:rPr>
              <a:t>level</a:t>
            </a:r>
            <a:r>
              <a:rPr sz="1800" spc="192" dirty="0">
                <a:solidFill>
                  <a:srgbClr val="273239"/>
                </a:solidFill>
                <a:latin typeface="Times New Roman"/>
                <a:cs typeface="Times New Roman"/>
              </a:rPr>
              <a:t> </a:t>
            </a:r>
            <a:r>
              <a:rPr sz="1800" dirty="0">
                <a:solidFill>
                  <a:srgbClr val="273239"/>
                </a:solidFill>
                <a:latin typeface="VIDFKT+ArialMT"/>
                <a:cs typeface="VIDFKT+ArialMT"/>
              </a:rPr>
              <a:t>programming</a:t>
            </a:r>
            <a:r>
              <a:rPr sz="1800" spc="191" dirty="0">
                <a:solidFill>
                  <a:srgbClr val="273239"/>
                </a:solidFill>
                <a:latin typeface="Times New Roman"/>
                <a:cs typeface="Times New Roman"/>
              </a:rPr>
              <a:t> </a:t>
            </a:r>
            <a:r>
              <a:rPr sz="1800" dirty="0">
                <a:solidFill>
                  <a:srgbClr val="273239"/>
                </a:solidFill>
                <a:latin typeface="VIDFKT+ArialMT"/>
                <a:cs typeface="VIDFKT+ArialMT"/>
              </a:rPr>
              <a:t>language</a:t>
            </a:r>
            <a:r>
              <a:rPr sz="1800" dirty="0">
                <a:solidFill>
                  <a:srgbClr val="000000"/>
                </a:solidFill>
                <a:latin typeface="Calibri"/>
                <a:cs typeface="Calibri"/>
              </a:rPr>
              <a:t>.</a:t>
            </a:r>
          </a:p>
        </p:txBody>
      </p:sp>
      <p:sp>
        <p:nvSpPr>
          <p:cNvPr id="5" name="object 5"/>
          <p:cNvSpPr txBox="1"/>
          <p:nvPr/>
        </p:nvSpPr>
        <p:spPr>
          <a:xfrm>
            <a:off x="697219" y="1952771"/>
            <a:ext cx="5603239" cy="253863"/>
          </a:xfrm>
          <a:prstGeom prst="rect">
            <a:avLst/>
          </a:prstGeom>
        </p:spPr>
        <p:txBody>
          <a:bodyPr vert="horz" wrap="square" lIns="0" tIns="0" rIns="0" bIns="0" rtlCol="0">
            <a:spAutoFit/>
          </a:bodyPr>
          <a:lstStyle/>
          <a:p>
            <a:pPr marL="0" marR="0">
              <a:lnSpc>
                <a:spcPts val="1698"/>
              </a:lnSpc>
              <a:spcBef>
                <a:spcPts val="0"/>
              </a:spcBef>
              <a:spcAft>
                <a:spcPts val="0"/>
              </a:spcAft>
            </a:pPr>
            <a:r>
              <a:rPr sz="1800" dirty="0">
                <a:solidFill>
                  <a:srgbClr val="000000"/>
                </a:solidFill>
                <a:latin typeface="Calibri"/>
                <a:cs typeface="Calibri"/>
              </a:rPr>
              <a:t>It was created by Guido van Rossum, and released in 1991.</a:t>
            </a:r>
          </a:p>
        </p:txBody>
      </p:sp>
      <p:sp>
        <p:nvSpPr>
          <p:cNvPr id="6" name="object 6"/>
          <p:cNvSpPr txBox="1"/>
          <p:nvPr/>
        </p:nvSpPr>
        <p:spPr>
          <a:xfrm>
            <a:off x="697219" y="2364251"/>
            <a:ext cx="1356797" cy="253863"/>
          </a:xfrm>
          <a:prstGeom prst="rect">
            <a:avLst/>
          </a:prstGeom>
        </p:spPr>
        <p:txBody>
          <a:bodyPr vert="horz" wrap="square" lIns="0" tIns="0" rIns="0" bIns="0" rtlCol="0">
            <a:spAutoFit/>
          </a:bodyPr>
          <a:lstStyle/>
          <a:p>
            <a:pPr marL="0" marR="0">
              <a:lnSpc>
                <a:spcPts val="1698"/>
              </a:lnSpc>
              <a:spcBef>
                <a:spcPts val="0"/>
              </a:spcBef>
              <a:spcAft>
                <a:spcPts val="0"/>
              </a:spcAft>
            </a:pPr>
            <a:r>
              <a:rPr sz="1800" dirty="0">
                <a:solidFill>
                  <a:srgbClr val="FF0000"/>
                </a:solidFill>
                <a:latin typeface="Calibri"/>
                <a:cs typeface="Calibri"/>
              </a:rPr>
              <a:t>It is used for:</a:t>
            </a:r>
          </a:p>
        </p:txBody>
      </p:sp>
      <p:sp>
        <p:nvSpPr>
          <p:cNvPr id="7" name="object 7"/>
          <p:cNvSpPr txBox="1"/>
          <p:nvPr/>
        </p:nvSpPr>
        <p:spPr>
          <a:xfrm>
            <a:off x="697219" y="2625266"/>
            <a:ext cx="3279307" cy="1258332"/>
          </a:xfrm>
          <a:prstGeom prst="rect">
            <a:avLst/>
          </a:prstGeom>
        </p:spPr>
        <p:txBody>
          <a:bodyPr vert="horz" wrap="square" lIns="0" tIns="0" rIns="0" bIns="0" rtlCol="0">
            <a:spAutoFit/>
          </a:bodyPr>
          <a:lstStyle/>
          <a:p>
            <a:pPr marL="0" marR="0">
              <a:lnSpc>
                <a:spcPts val="3128"/>
              </a:lnSpc>
              <a:spcBef>
                <a:spcPts val="0"/>
              </a:spcBef>
              <a:spcAft>
                <a:spcPts val="0"/>
              </a:spcAft>
            </a:pPr>
            <a:r>
              <a:rPr sz="2800" spc="370" dirty="0">
                <a:solidFill>
                  <a:srgbClr val="000000"/>
                </a:solidFill>
                <a:latin typeface="VIDFKT+ArialMT"/>
                <a:cs typeface="VIDFKT+ArialMT"/>
              </a:rPr>
              <a:t>•</a:t>
            </a:r>
            <a:r>
              <a:rPr sz="1800" dirty="0">
                <a:solidFill>
                  <a:srgbClr val="000000"/>
                </a:solidFill>
                <a:latin typeface="Calibri"/>
                <a:cs typeface="Calibri"/>
              </a:rPr>
              <a:t>web development (server-side),</a:t>
            </a:r>
          </a:p>
          <a:p>
            <a:pPr marL="0" marR="0">
              <a:lnSpc>
                <a:spcPts val="3128"/>
              </a:lnSpc>
              <a:spcBef>
                <a:spcPts val="161"/>
              </a:spcBef>
              <a:spcAft>
                <a:spcPts val="0"/>
              </a:spcAft>
            </a:pPr>
            <a:r>
              <a:rPr sz="2800" spc="370" dirty="0">
                <a:solidFill>
                  <a:srgbClr val="000000"/>
                </a:solidFill>
                <a:latin typeface="VIDFKT+ArialMT"/>
                <a:cs typeface="VIDFKT+ArialMT"/>
              </a:rPr>
              <a:t>•</a:t>
            </a:r>
            <a:r>
              <a:rPr sz="1800" dirty="0">
                <a:solidFill>
                  <a:srgbClr val="000000"/>
                </a:solidFill>
                <a:latin typeface="Calibri"/>
                <a:cs typeface="Calibri"/>
              </a:rPr>
              <a:t>software development,</a:t>
            </a:r>
          </a:p>
          <a:p>
            <a:pPr marL="0" marR="0">
              <a:lnSpc>
                <a:spcPts val="3128"/>
              </a:lnSpc>
              <a:spcBef>
                <a:spcPts val="111"/>
              </a:spcBef>
              <a:spcAft>
                <a:spcPts val="0"/>
              </a:spcAft>
            </a:pPr>
            <a:r>
              <a:rPr sz="2800" spc="370" dirty="0">
                <a:solidFill>
                  <a:srgbClr val="000000"/>
                </a:solidFill>
                <a:latin typeface="VIDFKT+ArialMT"/>
                <a:cs typeface="VIDFKT+ArialMT"/>
              </a:rPr>
              <a:t>•</a:t>
            </a:r>
            <a:r>
              <a:rPr sz="1800" dirty="0">
                <a:solidFill>
                  <a:srgbClr val="000000"/>
                </a:solidFill>
                <a:latin typeface="Calibri"/>
                <a:cs typeface="Calibri"/>
              </a:rPr>
              <a:t>mathematics,</a:t>
            </a:r>
          </a:p>
        </p:txBody>
      </p:sp>
      <p:sp>
        <p:nvSpPr>
          <p:cNvPr id="8" name="object 8"/>
          <p:cNvSpPr txBox="1"/>
          <p:nvPr/>
        </p:nvSpPr>
        <p:spPr>
          <a:xfrm>
            <a:off x="697219" y="3859707"/>
            <a:ext cx="1881631" cy="435371"/>
          </a:xfrm>
          <a:prstGeom prst="rect">
            <a:avLst/>
          </a:prstGeom>
        </p:spPr>
        <p:txBody>
          <a:bodyPr vert="horz" wrap="square" lIns="0" tIns="0" rIns="0" bIns="0" rtlCol="0">
            <a:spAutoFit/>
          </a:bodyPr>
          <a:lstStyle/>
          <a:p>
            <a:pPr marL="0" marR="0">
              <a:lnSpc>
                <a:spcPts val="3128"/>
              </a:lnSpc>
              <a:spcBef>
                <a:spcPts val="0"/>
              </a:spcBef>
              <a:spcAft>
                <a:spcPts val="0"/>
              </a:spcAft>
            </a:pPr>
            <a:r>
              <a:rPr sz="2800" spc="370" dirty="0">
                <a:solidFill>
                  <a:srgbClr val="000000"/>
                </a:solidFill>
                <a:latin typeface="VIDFKT+ArialMT"/>
                <a:cs typeface="VIDFKT+ArialMT"/>
              </a:rPr>
              <a:t>•</a:t>
            </a:r>
            <a:r>
              <a:rPr sz="1800" dirty="0">
                <a:solidFill>
                  <a:srgbClr val="000000"/>
                </a:solidFill>
                <a:latin typeface="Calibri"/>
                <a:cs typeface="Calibri"/>
              </a:rPr>
              <a:t>system scripting.</a:t>
            </a:r>
          </a:p>
        </p:txBody>
      </p:sp>
      <p:sp>
        <p:nvSpPr>
          <p:cNvPr id="9" name="object 9"/>
          <p:cNvSpPr txBox="1"/>
          <p:nvPr/>
        </p:nvSpPr>
        <p:spPr>
          <a:xfrm>
            <a:off x="8330893" y="4809544"/>
            <a:ext cx="268262" cy="253863"/>
          </a:xfrm>
          <a:prstGeom prst="rect">
            <a:avLst/>
          </a:prstGeom>
        </p:spPr>
        <p:txBody>
          <a:bodyPr vert="horz" wrap="square" lIns="0" tIns="0" rIns="0" bIns="0" rtlCol="0">
            <a:spAutoFit/>
          </a:bodyPr>
          <a:lstStyle/>
          <a:p>
            <a:pPr marL="0" marR="0">
              <a:lnSpc>
                <a:spcPts val="1698"/>
              </a:lnSpc>
              <a:spcBef>
                <a:spcPts val="0"/>
              </a:spcBef>
              <a:spcAft>
                <a:spcPts val="0"/>
              </a:spcAft>
            </a:pPr>
            <a:r>
              <a:rPr sz="1800" dirty="0">
                <a:solidFill>
                  <a:srgbClr val="888888"/>
                </a:solidFill>
                <a:latin typeface="Calibri"/>
                <a:cs typeface="Calibri"/>
              </a:rPr>
              <a:t>3</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1"/>
          <p:cNvSpPr/>
          <p:nvPr/>
        </p:nvSpPr>
        <p:spPr>
          <a:xfrm>
            <a:off x="0" y="0"/>
            <a:ext cx="9144000" cy="5143500"/>
          </a:xfrm>
          <a:prstGeom prst="rect">
            <a:avLst/>
          </a:prstGeom>
          <a:blipFill>
            <a:blip r:embed="rId2" cstate="print"/>
            <a:stretch>
              <a:fillRect/>
            </a:stretch>
          </a:blipFill>
        </p:spPr>
        <p:txBody>
          <a:bodyPr wrap="square" lIns="0" tIns="0" rIns="0" bIns="0" rtlCol="0">
            <a:spAutoFit/>
          </a:bodyPr>
          <a:lstStyle/>
          <a:p>
            <a:endParaRPr/>
          </a:p>
        </p:txBody>
      </p:sp>
      <p:sp>
        <p:nvSpPr>
          <p:cNvPr id="3" name="object 3"/>
          <p:cNvSpPr txBox="1"/>
          <p:nvPr/>
        </p:nvSpPr>
        <p:spPr>
          <a:xfrm>
            <a:off x="697219" y="589025"/>
            <a:ext cx="3997593" cy="421679"/>
          </a:xfrm>
          <a:prstGeom prst="rect">
            <a:avLst/>
          </a:prstGeom>
        </p:spPr>
        <p:txBody>
          <a:bodyPr vert="horz" wrap="square" lIns="0" tIns="0" rIns="0" bIns="0" rtlCol="0">
            <a:spAutoFit/>
          </a:bodyPr>
          <a:lstStyle/>
          <a:p>
            <a:pPr marL="0" marR="0">
              <a:lnSpc>
                <a:spcPts val="3020"/>
              </a:lnSpc>
              <a:spcBef>
                <a:spcPts val="0"/>
              </a:spcBef>
              <a:spcAft>
                <a:spcPts val="0"/>
              </a:spcAft>
            </a:pPr>
            <a:r>
              <a:rPr sz="3200" b="1" dirty="0">
                <a:solidFill>
                  <a:srgbClr val="0070C0"/>
                </a:solidFill>
                <a:latin typeface="Calibri"/>
                <a:cs typeface="Calibri"/>
              </a:rPr>
              <a:t>Introduction to</a:t>
            </a:r>
            <a:r>
              <a:rPr sz="3200" b="1" spc="-89" dirty="0">
                <a:solidFill>
                  <a:srgbClr val="0070C0"/>
                </a:solidFill>
                <a:latin typeface="Calibri"/>
                <a:cs typeface="Calibri"/>
              </a:rPr>
              <a:t> </a:t>
            </a:r>
            <a:r>
              <a:rPr sz="3200" b="1" dirty="0">
                <a:solidFill>
                  <a:srgbClr val="0070C0"/>
                </a:solidFill>
                <a:latin typeface="Calibri"/>
                <a:cs typeface="Calibri"/>
              </a:rPr>
              <a:t>Python</a:t>
            </a:r>
          </a:p>
        </p:txBody>
      </p:sp>
      <p:sp>
        <p:nvSpPr>
          <p:cNvPr id="4" name="object 4"/>
          <p:cNvSpPr txBox="1"/>
          <p:nvPr/>
        </p:nvSpPr>
        <p:spPr>
          <a:xfrm>
            <a:off x="697219" y="1424616"/>
            <a:ext cx="3191952" cy="253863"/>
          </a:xfrm>
          <a:prstGeom prst="rect">
            <a:avLst/>
          </a:prstGeom>
        </p:spPr>
        <p:txBody>
          <a:bodyPr vert="horz" wrap="square" lIns="0" tIns="0" rIns="0" bIns="0" rtlCol="0">
            <a:spAutoFit/>
          </a:bodyPr>
          <a:lstStyle/>
          <a:p>
            <a:pPr marL="0" marR="0">
              <a:lnSpc>
                <a:spcPts val="1698"/>
              </a:lnSpc>
              <a:spcBef>
                <a:spcPts val="0"/>
              </a:spcBef>
              <a:spcAft>
                <a:spcPts val="0"/>
              </a:spcAft>
            </a:pPr>
            <a:r>
              <a:rPr sz="1800" dirty="0">
                <a:solidFill>
                  <a:srgbClr val="FF0000"/>
                </a:solidFill>
                <a:latin typeface="Calibri"/>
                <a:cs typeface="Calibri"/>
              </a:rPr>
              <a:t>What tasks can Python perform?</a:t>
            </a:r>
          </a:p>
        </p:txBody>
      </p:sp>
      <p:sp>
        <p:nvSpPr>
          <p:cNvPr id="5" name="object 5"/>
          <p:cNvSpPr txBox="1"/>
          <p:nvPr/>
        </p:nvSpPr>
        <p:spPr>
          <a:xfrm>
            <a:off x="697219" y="1622639"/>
            <a:ext cx="7245731" cy="1480835"/>
          </a:xfrm>
          <a:prstGeom prst="rect">
            <a:avLst/>
          </a:prstGeom>
        </p:spPr>
        <p:txBody>
          <a:bodyPr vert="horz" wrap="square" lIns="0" tIns="0" rIns="0" bIns="0" rtlCol="0">
            <a:spAutoFit/>
          </a:bodyPr>
          <a:lstStyle/>
          <a:p>
            <a:pPr marL="0" marR="0">
              <a:lnSpc>
                <a:spcPts val="3128"/>
              </a:lnSpc>
              <a:spcBef>
                <a:spcPts val="0"/>
              </a:spcBef>
              <a:spcAft>
                <a:spcPts val="0"/>
              </a:spcAft>
            </a:pPr>
            <a:r>
              <a:rPr sz="2800" spc="370" dirty="0">
                <a:solidFill>
                  <a:srgbClr val="000000"/>
                </a:solidFill>
                <a:latin typeface="VIDFKT+ArialMT"/>
                <a:cs typeface="VIDFKT+ArialMT"/>
              </a:rPr>
              <a:t>•</a:t>
            </a:r>
            <a:r>
              <a:rPr sz="1800" dirty="0">
                <a:solidFill>
                  <a:srgbClr val="000000"/>
                </a:solidFill>
                <a:latin typeface="Calibri"/>
                <a:cs typeface="Calibri"/>
              </a:rPr>
              <a:t>Python can be used on a server to create web applications.</a:t>
            </a:r>
          </a:p>
          <a:p>
            <a:pPr marL="0" marR="0">
              <a:lnSpc>
                <a:spcPts val="2744"/>
              </a:lnSpc>
              <a:spcBef>
                <a:spcPts val="50"/>
              </a:spcBef>
              <a:spcAft>
                <a:spcPts val="0"/>
              </a:spcAft>
            </a:pPr>
            <a:r>
              <a:rPr sz="2800" spc="370" dirty="0">
                <a:solidFill>
                  <a:srgbClr val="000000"/>
                </a:solidFill>
                <a:latin typeface="VIDFKT+ArialMT"/>
                <a:cs typeface="VIDFKT+ArialMT"/>
              </a:rPr>
              <a:t>•</a:t>
            </a:r>
            <a:r>
              <a:rPr sz="1800" dirty="0">
                <a:solidFill>
                  <a:srgbClr val="000000"/>
                </a:solidFill>
                <a:latin typeface="Calibri"/>
                <a:cs typeface="Calibri"/>
              </a:rPr>
              <a:t>Python can be used alongside software to create workflows.</a:t>
            </a:r>
          </a:p>
          <a:p>
            <a:pPr marL="0" marR="0">
              <a:lnSpc>
                <a:spcPts val="2744"/>
              </a:lnSpc>
              <a:spcBef>
                <a:spcPts val="0"/>
              </a:spcBef>
              <a:spcAft>
                <a:spcPts val="0"/>
              </a:spcAft>
            </a:pPr>
            <a:r>
              <a:rPr sz="2800" spc="370" dirty="0">
                <a:solidFill>
                  <a:srgbClr val="000000"/>
                </a:solidFill>
                <a:latin typeface="VIDFKT+ArialMT"/>
                <a:cs typeface="VIDFKT+ArialMT"/>
              </a:rPr>
              <a:t>•</a:t>
            </a:r>
            <a:r>
              <a:rPr sz="1800" dirty="0">
                <a:solidFill>
                  <a:srgbClr val="000000"/>
                </a:solidFill>
                <a:latin typeface="Calibri"/>
                <a:cs typeface="Calibri"/>
              </a:rPr>
              <a:t>Python can connect to database systems. It can also read and modify files.</a:t>
            </a:r>
          </a:p>
          <a:p>
            <a:pPr marL="0" marR="0">
              <a:lnSpc>
                <a:spcPts val="2744"/>
              </a:lnSpc>
              <a:spcBef>
                <a:spcPts val="50"/>
              </a:spcBef>
              <a:spcAft>
                <a:spcPts val="0"/>
              </a:spcAft>
            </a:pPr>
            <a:r>
              <a:rPr sz="2800" spc="370" dirty="0">
                <a:solidFill>
                  <a:srgbClr val="000000"/>
                </a:solidFill>
                <a:latin typeface="VIDFKT+ArialMT"/>
                <a:cs typeface="VIDFKT+ArialMT"/>
              </a:rPr>
              <a:t>•</a:t>
            </a:r>
            <a:r>
              <a:rPr sz="1800" dirty="0">
                <a:solidFill>
                  <a:srgbClr val="000000"/>
                </a:solidFill>
                <a:latin typeface="Calibri"/>
                <a:cs typeface="Calibri"/>
              </a:rPr>
              <a:t>Python can be used to handle big data and perform complex mathematics.</a:t>
            </a:r>
          </a:p>
        </p:txBody>
      </p:sp>
      <p:sp>
        <p:nvSpPr>
          <p:cNvPr id="6" name="object 6"/>
          <p:cNvSpPr txBox="1"/>
          <p:nvPr/>
        </p:nvSpPr>
        <p:spPr>
          <a:xfrm>
            <a:off x="697219" y="3016591"/>
            <a:ext cx="7912744" cy="435371"/>
          </a:xfrm>
          <a:prstGeom prst="rect">
            <a:avLst/>
          </a:prstGeom>
        </p:spPr>
        <p:txBody>
          <a:bodyPr vert="horz" wrap="square" lIns="0" tIns="0" rIns="0" bIns="0" rtlCol="0">
            <a:spAutoFit/>
          </a:bodyPr>
          <a:lstStyle/>
          <a:p>
            <a:pPr marL="0" marR="0">
              <a:lnSpc>
                <a:spcPts val="3128"/>
              </a:lnSpc>
              <a:spcBef>
                <a:spcPts val="0"/>
              </a:spcBef>
              <a:spcAft>
                <a:spcPts val="0"/>
              </a:spcAft>
            </a:pPr>
            <a:r>
              <a:rPr sz="2800" spc="370" dirty="0">
                <a:solidFill>
                  <a:srgbClr val="000000"/>
                </a:solidFill>
                <a:latin typeface="VIDFKT+ArialMT"/>
                <a:cs typeface="VIDFKT+ArialMT"/>
              </a:rPr>
              <a:t>•</a:t>
            </a:r>
            <a:r>
              <a:rPr sz="1800" dirty="0">
                <a:solidFill>
                  <a:srgbClr val="000000"/>
                </a:solidFill>
                <a:latin typeface="Calibri"/>
                <a:cs typeface="Calibri"/>
              </a:rPr>
              <a:t>Python</a:t>
            </a:r>
            <a:r>
              <a:rPr sz="1800" spc="484" dirty="0">
                <a:solidFill>
                  <a:srgbClr val="000000"/>
                </a:solidFill>
                <a:latin typeface="Calibri"/>
                <a:cs typeface="Calibri"/>
              </a:rPr>
              <a:t> </a:t>
            </a:r>
            <a:r>
              <a:rPr sz="1800" dirty="0">
                <a:solidFill>
                  <a:srgbClr val="000000"/>
                </a:solidFill>
                <a:latin typeface="Calibri"/>
                <a:cs typeface="Calibri"/>
              </a:rPr>
              <a:t>can</a:t>
            </a:r>
            <a:r>
              <a:rPr sz="1800" spc="473" dirty="0">
                <a:solidFill>
                  <a:srgbClr val="000000"/>
                </a:solidFill>
                <a:latin typeface="Calibri"/>
                <a:cs typeface="Calibri"/>
              </a:rPr>
              <a:t> </a:t>
            </a:r>
            <a:r>
              <a:rPr sz="1800" dirty="0">
                <a:solidFill>
                  <a:srgbClr val="000000"/>
                </a:solidFill>
                <a:latin typeface="Calibri"/>
                <a:cs typeface="Calibri"/>
              </a:rPr>
              <a:t>be</a:t>
            </a:r>
            <a:r>
              <a:rPr sz="1800" spc="490" dirty="0">
                <a:solidFill>
                  <a:srgbClr val="000000"/>
                </a:solidFill>
                <a:latin typeface="Calibri"/>
                <a:cs typeface="Calibri"/>
              </a:rPr>
              <a:t> </a:t>
            </a:r>
            <a:r>
              <a:rPr sz="1800" dirty="0">
                <a:solidFill>
                  <a:srgbClr val="000000"/>
                </a:solidFill>
                <a:latin typeface="Calibri"/>
                <a:cs typeface="Calibri"/>
              </a:rPr>
              <a:t>used</a:t>
            </a:r>
            <a:r>
              <a:rPr sz="1800" spc="490" dirty="0">
                <a:solidFill>
                  <a:srgbClr val="000000"/>
                </a:solidFill>
                <a:latin typeface="Calibri"/>
                <a:cs typeface="Calibri"/>
              </a:rPr>
              <a:t> </a:t>
            </a:r>
            <a:r>
              <a:rPr sz="1800" dirty="0">
                <a:solidFill>
                  <a:srgbClr val="000000"/>
                </a:solidFill>
                <a:latin typeface="Calibri"/>
                <a:cs typeface="Calibri"/>
              </a:rPr>
              <a:t>for</a:t>
            </a:r>
            <a:r>
              <a:rPr sz="1800" spc="442" dirty="0">
                <a:solidFill>
                  <a:srgbClr val="000000"/>
                </a:solidFill>
                <a:latin typeface="Calibri"/>
                <a:cs typeface="Calibri"/>
              </a:rPr>
              <a:t> </a:t>
            </a:r>
            <a:r>
              <a:rPr sz="1800" dirty="0">
                <a:solidFill>
                  <a:srgbClr val="000000"/>
                </a:solidFill>
                <a:latin typeface="Calibri"/>
                <a:cs typeface="Calibri"/>
              </a:rPr>
              <a:t>rapid</a:t>
            </a:r>
            <a:r>
              <a:rPr sz="1800" spc="451" dirty="0">
                <a:solidFill>
                  <a:srgbClr val="000000"/>
                </a:solidFill>
                <a:latin typeface="Calibri"/>
                <a:cs typeface="Calibri"/>
              </a:rPr>
              <a:t> </a:t>
            </a:r>
            <a:r>
              <a:rPr sz="1800" dirty="0">
                <a:solidFill>
                  <a:srgbClr val="000000"/>
                </a:solidFill>
                <a:latin typeface="Calibri"/>
                <a:cs typeface="Calibri"/>
              </a:rPr>
              <a:t>prototyping,</a:t>
            </a:r>
            <a:r>
              <a:rPr sz="1800" spc="471" dirty="0">
                <a:solidFill>
                  <a:srgbClr val="000000"/>
                </a:solidFill>
                <a:latin typeface="Calibri"/>
                <a:cs typeface="Calibri"/>
              </a:rPr>
              <a:t> </a:t>
            </a:r>
            <a:r>
              <a:rPr sz="1800" dirty="0">
                <a:solidFill>
                  <a:srgbClr val="000000"/>
                </a:solidFill>
                <a:latin typeface="Calibri"/>
                <a:cs typeface="Calibri"/>
              </a:rPr>
              <a:t>or</a:t>
            </a:r>
            <a:r>
              <a:rPr sz="1800" spc="478" dirty="0">
                <a:solidFill>
                  <a:srgbClr val="000000"/>
                </a:solidFill>
                <a:latin typeface="Calibri"/>
                <a:cs typeface="Calibri"/>
              </a:rPr>
              <a:t> </a:t>
            </a:r>
            <a:r>
              <a:rPr sz="1800" dirty="0">
                <a:solidFill>
                  <a:srgbClr val="000000"/>
                </a:solidFill>
                <a:latin typeface="Calibri"/>
                <a:cs typeface="Calibri"/>
              </a:rPr>
              <a:t>for</a:t>
            </a:r>
            <a:r>
              <a:rPr sz="1800" spc="442" dirty="0">
                <a:solidFill>
                  <a:srgbClr val="000000"/>
                </a:solidFill>
                <a:latin typeface="Calibri"/>
                <a:cs typeface="Calibri"/>
              </a:rPr>
              <a:t> </a:t>
            </a:r>
            <a:r>
              <a:rPr sz="1800" dirty="0">
                <a:solidFill>
                  <a:srgbClr val="000000"/>
                </a:solidFill>
                <a:latin typeface="Calibri"/>
                <a:cs typeface="Calibri"/>
              </a:rPr>
              <a:t>production-ready</a:t>
            </a:r>
            <a:r>
              <a:rPr sz="1800" spc="444" dirty="0">
                <a:solidFill>
                  <a:srgbClr val="000000"/>
                </a:solidFill>
                <a:latin typeface="Calibri"/>
                <a:cs typeface="Calibri"/>
              </a:rPr>
              <a:t> </a:t>
            </a:r>
            <a:r>
              <a:rPr sz="1800" dirty="0">
                <a:solidFill>
                  <a:srgbClr val="000000"/>
                </a:solidFill>
                <a:latin typeface="Calibri"/>
                <a:cs typeface="Calibri"/>
              </a:rPr>
              <a:t>software</a:t>
            </a:r>
          </a:p>
        </p:txBody>
      </p:sp>
      <p:sp>
        <p:nvSpPr>
          <p:cNvPr id="7" name="object 7"/>
          <p:cNvSpPr txBox="1"/>
          <p:nvPr/>
        </p:nvSpPr>
        <p:spPr>
          <a:xfrm>
            <a:off x="868669" y="3413944"/>
            <a:ext cx="1447093" cy="253863"/>
          </a:xfrm>
          <a:prstGeom prst="rect">
            <a:avLst/>
          </a:prstGeom>
        </p:spPr>
        <p:txBody>
          <a:bodyPr vert="horz" wrap="square" lIns="0" tIns="0" rIns="0" bIns="0" rtlCol="0">
            <a:spAutoFit/>
          </a:bodyPr>
          <a:lstStyle/>
          <a:p>
            <a:pPr marL="0" marR="0">
              <a:lnSpc>
                <a:spcPts val="1698"/>
              </a:lnSpc>
              <a:spcBef>
                <a:spcPts val="0"/>
              </a:spcBef>
              <a:spcAft>
                <a:spcPts val="0"/>
              </a:spcAft>
            </a:pPr>
            <a:r>
              <a:rPr sz="1800" dirty="0">
                <a:solidFill>
                  <a:srgbClr val="000000"/>
                </a:solidFill>
                <a:latin typeface="Calibri"/>
                <a:cs typeface="Calibri"/>
              </a:rPr>
              <a:t>development.</a:t>
            </a:r>
          </a:p>
        </p:txBody>
      </p:sp>
      <p:sp>
        <p:nvSpPr>
          <p:cNvPr id="8" name="object 8"/>
          <p:cNvSpPr txBox="1"/>
          <p:nvPr/>
        </p:nvSpPr>
        <p:spPr>
          <a:xfrm>
            <a:off x="8330893" y="4809544"/>
            <a:ext cx="268262" cy="253863"/>
          </a:xfrm>
          <a:prstGeom prst="rect">
            <a:avLst/>
          </a:prstGeom>
        </p:spPr>
        <p:txBody>
          <a:bodyPr vert="horz" wrap="square" lIns="0" tIns="0" rIns="0" bIns="0" rtlCol="0">
            <a:spAutoFit/>
          </a:bodyPr>
          <a:lstStyle/>
          <a:p>
            <a:pPr marL="0" marR="0">
              <a:lnSpc>
                <a:spcPts val="1698"/>
              </a:lnSpc>
              <a:spcBef>
                <a:spcPts val="0"/>
              </a:spcBef>
              <a:spcAft>
                <a:spcPts val="0"/>
              </a:spcAft>
            </a:pPr>
            <a:r>
              <a:rPr sz="1800" dirty="0">
                <a:solidFill>
                  <a:srgbClr val="888888"/>
                </a:solidFill>
                <a:latin typeface="Calibri"/>
                <a:cs typeface="Calibri"/>
              </a:rPr>
              <a:t>4</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1"/>
          <p:cNvSpPr/>
          <p:nvPr/>
        </p:nvSpPr>
        <p:spPr>
          <a:xfrm>
            <a:off x="0" y="0"/>
            <a:ext cx="9144000" cy="5143500"/>
          </a:xfrm>
          <a:prstGeom prst="rect">
            <a:avLst/>
          </a:prstGeom>
          <a:blipFill>
            <a:blip r:embed="rId2" cstate="print"/>
            <a:stretch>
              <a:fillRect/>
            </a:stretch>
          </a:blipFill>
        </p:spPr>
        <p:txBody>
          <a:bodyPr wrap="square" lIns="0" tIns="0" rIns="0" bIns="0" rtlCol="0">
            <a:spAutoFit/>
          </a:bodyPr>
          <a:lstStyle/>
          <a:p>
            <a:endParaRPr/>
          </a:p>
        </p:txBody>
      </p:sp>
      <p:sp>
        <p:nvSpPr>
          <p:cNvPr id="3" name="object 3"/>
          <p:cNvSpPr txBox="1"/>
          <p:nvPr/>
        </p:nvSpPr>
        <p:spPr>
          <a:xfrm>
            <a:off x="623978" y="589025"/>
            <a:ext cx="4070834" cy="769858"/>
          </a:xfrm>
          <a:prstGeom prst="rect">
            <a:avLst/>
          </a:prstGeom>
        </p:spPr>
        <p:txBody>
          <a:bodyPr vert="horz" wrap="square" lIns="0" tIns="0" rIns="0" bIns="0" rtlCol="0">
            <a:spAutoFit/>
          </a:bodyPr>
          <a:lstStyle/>
          <a:p>
            <a:pPr marL="73240" marR="0">
              <a:lnSpc>
                <a:spcPts val="3020"/>
              </a:lnSpc>
              <a:spcBef>
                <a:spcPts val="0"/>
              </a:spcBef>
              <a:spcAft>
                <a:spcPts val="0"/>
              </a:spcAft>
            </a:pPr>
            <a:r>
              <a:rPr sz="3200" b="1" dirty="0">
                <a:solidFill>
                  <a:srgbClr val="0070C0"/>
                </a:solidFill>
                <a:latin typeface="Calibri"/>
                <a:cs typeface="Calibri"/>
              </a:rPr>
              <a:t>Introduction to</a:t>
            </a:r>
            <a:r>
              <a:rPr sz="3200" b="1" spc="-89" dirty="0">
                <a:solidFill>
                  <a:srgbClr val="0070C0"/>
                </a:solidFill>
                <a:latin typeface="Calibri"/>
                <a:cs typeface="Calibri"/>
              </a:rPr>
              <a:t> </a:t>
            </a:r>
            <a:r>
              <a:rPr sz="3200" b="1" dirty="0">
                <a:solidFill>
                  <a:srgbClr val="0070C0"/>
                </a:solidFill>
                <a:latin typeface="Calibri"/>
                <a:cs typeface="Calibri"/>
              </a:rPr>
              <a:t>Python</a:t>
            </a:r>
          </a:p>
          <a:p>
            <a:pPr marL="0" marR="0">
              <a:lnSpc>
                <a:spcPts val="1698"/>
              </a:lnSpc>
              <a:spcBef>
                <a:spcPts val="1092"/>
              </a:spcBef>
              <a:spcAft>
                <a:spcPts val="0"/>
              </a:spcAft>
            </a:pPr>
            <a:r>
              <a:rPr sz="1800" b="1" dirty="0">
                <a:solidFill>
                  <a:srgbClr val="FF0000"/>
                </a:solidFill>
                <a:latin typeface="Calibri"/>
                <a:cs typeface="Calibri"/>
              </a:rPr>
              <a:t>Python Language Features</a:t>
            </a:r>
          </a:p>
        </p:txBody>
      </p:sp>
      <p:sp>
        <p:nvSpPr>
          <p:cNvPr id="4" name="object 4"/>
          <p:cNvSpPr txBox="1"/>
          <p:nvPr/>
        </p:nvSpPr>
        <p:spPr>
          <a:xfrm>
            <a:off x="623978" y="1453507"/>
            <a:ext cx="7466255" cy="1197727"/>
          </a:xfrm>
          <a:prstGeom prst="rect">
            <a:avLst/>
          </a:prstGeom>
        </p:spPr>
        <p:txBody>
          <a:bodyPr vert="horz" wrap="square" lIns="0" tIns="0" rIns="0" bIns="0" rtlCol="0">
            <a:spAutoFit/>
          </a:bodyPr>
          <a:lstStyle/>
          <a:p>
            <a:pPr marL="0" marR="0">
              <a:lnSpc>
                <a:spcPts val="1698"/>
              </a:lnSpc>
              <a:spcBef>
                <a:spcPts val="0"/>
              </a:spcBef>
              <a:spcAft>
                <a:spcPts val="0"/>
              </a:spcAft>
            </a:pPr>
            <a:r>
              <a:rPr sz="1800" b="1" dirty="0">
                <a:solidFill>
                  <a:srgbClr val="0070C0"/>
                </a:solidFill>
                <a:latin typeface="Calibri"/>
                <a:cs typeface="Calibri"/>
              </a:rPr>
              <a:t>Interpreted</a:t>
            </a:r>
          </a:p>
          <a:p>
            <a:pPr marL="0" marR="0">
              <a:lnSpc>
                <a:spcPts val="2743"/>
              </a:lnSpc>
              <a:spcBef>
                <a:spcPts val="0"/>
              </a:spcBef>
              <a:spcAft>
                <a:spcPts val="0"/>
              </a:spcAft>
            </a:pPr>
            <a:r>
              <a:rPr sz="2800" spc="370" dirty="0">
                <a:solidFill>
                  <a:srgbClr val="273239"/>
                </a:solidFill>
                <a:latin typeface="VIDFKT+ArialMT"/>
                <a:cs typeface="VIDFKT+ArialMT"/>
              </a:rPr>
              <a:t>•</a:t>
            </a:r>
            <a:r>
              <a:rPr sz="1800" dirty="0">
                <a:solidFill>
                  <a:srgbClr val="273239"/>
                </a:solidFill>
                <a:latin typeface="Calibri"/>
                <a:cs typeface="Calibri"/>
              </a:rPr>
              <a:t>There are no separate compilation and execution steps like C and C++.</a:t>
            </a:r>
          </a:p>
          <a:p>
            <a:pPr marL="0" marR="0">
              <a:lnSpc>
                <a:spcPts val="2744"/>
              </a:lnSpc>
              <a:spcBef>
                <a:spcPts val="50"/>
              </a:spcBef>
              <a:spcAft>
                <a:spcPts val="0"/>
              </a:spcAft>
            </a:pPr>
            <a:r>
              <a:rPr sz="2800" spc="370" dirty="0">
                <a:solidFill>
                  <a:srgbClr val="000000"/>
                </a:solidFill>
                <a:latin typeface="VIDFKT+ArialMT"/>
                <a:cs typeface="VIDFKT+ArialMT"/>
              </a:rPr>
              <a:t>•</a:t>
            </a:r>
            <a:r>
              <a:rPr sz="1800" dirty="0">
                <a:solidFill>
                  <a:srgbClr val="000000"/>
                </a:solidFill>
                <a:latin typeface="Calibri"/>
                <a:cs typeface="Calibri"/>
              </a:rPr>
              <a:t>Python runs on an interpreter system, meaning that code can be executed as</a:t>
            </a:r>
          </a:p>
          <a:p>
            <a:pPr marL="171450" marR="0">
              <a:lnSpc>
                <a:spcPts val="1698"/>
              </a:lnSpc>
              <a:spcBef>
                <a:spcPts val="0"/>
              </a:spcBef>
              <a:spcAft>
                <a:spcPts val="0"/>
              </a:spcAft>
            </a:pPr>
            <a:r>
              <a:rPr sz="1800" dirty="0">
                <a:solidFill>
                  <a:srgbClr val="000000"/>
                </a:solidFill>
                <a:latin typeface="Calibri"/>
                <a:cs typeface="Calibri"/>
              </a:rPr>
              <a:t>soon as it is written</a:t>
            </a:r>
          </a:p>
        </p:txBody>
      </p:sp>
      <p:sp>
        <p:nvSpPr>
          <p:cNvPr id="5" name="object 5"/>
          <p:cNvSpPr txBox="1"/>
          <p:nvPr/>
        </p:nvSpPr>
        <p:spPr>
          <a:xfrm>
            <a:off x="623978" y="2745859"/>
            <a:ext cx="7689533" cy="1228770"/>
          </a:xfrm>
          <a:prstGeom prst="rect">
            <a:avLst/>
          </a:prstGeom>
        </p:spPr>
        <p:txBody>
          <a:bodyPr vert="horz" wrap="square" lIns="0" tIns="0" rIns="0" bIns="0" rtlCol="0">
            <a:spAutoFit/>
          </a:bodyPr>
          <a:lstStyle/>
          <a:p>
            <a:pPr marL="0" marR="0">
              <a:lnSpc>
                <a:spcPts val="1698"/>
              </a:lnSpc>
              <a:spcBef>
                <a:spcPts val="0"/>
              </a:spcBef>
              <a:spcAft>
                <a:spcPts val="0"/>
              </a:spcAft>
            </a:pPr>
            <a:r>
              <a:rPr sz="1800" b="1" dirty="0">
                <a:solidFill>
                  <a:srgbClr val="0070C0"/>
                </a:solidFill>
                <a:latin typeface="Calibri"/>
                <a:cs typeface="Calibri"/>
              </a:rPr>
              <a:t>Platform Independent</a:t>
            </a:r>
          </a:p>
          <a:p>
            <a:pPr marL="0" marR="0">
              <a:lnSpc>
                <a:spcPts val="2743"/>
              </a:lnSpc>
              <a:spcBef>
                <a:spcPts val="0"/>
              </a:spcBef>
              <a:spcAft>
                <a:spcPts val="0"/>
              </a:spcAft>
            </a:pPr>
            <a:r>
              <a:rPr sz="2800" spc="370" dirty="0">
                <a:solidFill>
                  <a:srgbClr val="273239"/>
                </a:solidFill>
                <a:latin typeface="VIDFKT+ArialMT"/>
                <a:cs typeface="VIDFKT+ArialMT"/>
              </a:rPr>
              <a:t>•</a:t>
            </a:r>
            <a:r>
              <a:rPr sz="1800" dirty="0">
                <a:solidFill>
                  <a:srgbClr val="273239"/>
                </a:solidFill>
                <a:latin typeface="Calibri"/>
                <a:cs typeface="Calibri"/>
              </a:rPr>
              <a:t>Python programs can be developed and executed on multiple operating system</a:t>
            </a:r>
          </a:p>
          <a:p>
            <a:pPr marL="171450" marR="0">
              <a:lnSpc>
                <a:spcPts val="1698"/>
              </a:lnSpc>
              <a:spcBef>
                <a:spcPts val="0"/>
              </a:spcBef>
              <a:spcAft>
                <a:spcPts val="0"/>
              </a:spcAft>
            </a:pPr>
            <a:r>
              <a:rPr sz="1800" dirty="0">
                <a:solidFill>
                  <a:srgbClr val="273239"/>
                </a:solidFill>
                <a:latin typeface="Calibri"/>
                <a:cs typeface="Calibri"/>
              </a:rPr>
              <a:t>platforms.</a:t>
            </a:r>
          </a:p>
          <a:p>
            <a:pPr marL="0" marR="0">
              <a:lnSpc>
                <a:spcPts val="2743"/>
              </a:lnSpc>
              <a:spcBef>
                <a:spcPts val="50"/>
              </a:spcBef>
              <a:spcAft>
                <a:spcPts val="0"/>
              </a:spcAft>
            </a:pPr>
            <a:r>
              <a:rPr sz="2800" spc="370" dirty="0">
                <a:solidFill>
                  <a:srgbClr val="000000"/>
                </a:solidFill>
                <a:latin typeface="VIDFKT+ArialMT"/>
                <a:cs typeface="VIDFKT+ArialMT"/>
              </a:rPr>
              <a:t>•</a:t>
            </a:r>
            <a:r>
              <a:rPr sz="1800" dirty="0">
                <a:solidFill>
                  <a:srgbClr val="000000"/>
                </a:solidFill>
                <a:latin typeface="Calibri"/>
                <a:cs typeface="Calibri"/>
              </a:rPr>
              <a:t>Python works on different platforms (Windows, Mac, Linux, Raspberry Pi, etc).</a:t>
            </a:r>
          </a:p>
        </p:txBody>
      </p:sp>
      <p:sp>
        <p:nvSpPr>
          <p:cNvPr id="6" name="object 6"/>
          <p:cNvSpPr txBox="1"/>
          <p:nvPr/>
        </p:nvSpPr>
        <p:spPr>
          <a:xfrm>
            <a:off x="8330893" y="4809544"/>
            <a:ext cx="268262" cy="253863"/>
          </a:xfrm>
          <a:prstGeom prst="rect">
            <a:avLst/>
          </a:prstGeom>
        </p:spPr>
        <p:txBody>
          <a:bodyPr vert="horz" wrap="square" lIns="0" tIns="0" rIns="0" bIns="0" rtlCol="0">
            <a:spAutoFit/>
          </a:bodyPr>
          <a:lstStyle/>
          <a:p>
            <a:pPr marL="0" marR="0">
              <a:lnSpc>
                <a:spcPts val="1698"/>
              </a:lnSpc>
              <a:spcBef>
                <a:spcPts val="0"/>
              </a:spcBef>
              <a:spcAft>
                <a:spcPts val="0"/>
              </a:spcAft>
            </a:pPr>
            <a:r>
              <a:rPr sz="1800" dirty="0">
                <a:solidFill>
                  <a:srgbClr val="888888"/>
                </a:solidFill>
                <a:latin typeface="Calibri"/>
                <a:cs typeface="Calibri"/>
              </a:rPr>
              <a:t>5</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1"/>
          <p:cNvSpPr/>
          <p:nvPr/>
        </p:nvSpPr>
        <p:spPr>
          <a:xfrm>
            <a:off x="0" y="0"/>
            <a:ext cx="9144000" cy="5143500"/>
          </a:xfrm>
          <a:prstGeom prst="rect">
            <a:avLst/>
          </a:prstGeom>
          <a:blipFill>
            <a:blip r:embed="rId2" cstate="print"/>
            <a:stretch>
              <a:fillRect/>
            </a:stretch>
          </a:blipFill>
        </p:spPr>
        <p:txBody>
          <a:bodyPr wrap="square" lIns="0" tIns="0" rIns="0" bIns="0" rtlCol="0">
            <a:spAutoFit/>
          </a:bodyPr>
          <a:lstStyle/>
          <a:p>
            <a:endParaRPr/>
          </a:p>
        </p:txBody>
      </p:sp>
      <p:sp>
        <p:nvSpPr>
          <p:cNvPr id="3" name="object 3"/>
          <p:cNvSpPr txBox="1"/>
          <p:nvPr/>
        </p:nvSpPr>
        <p:spPr>
          <a:xfrm>
            <a:off x="623978" y="589025"/>
            <a:ext cx="7900896" cy="1713721"/>
          </a:xfrm>
          <a:prstGeom prst="rect">
            <a:avLst/>
          </a:prstGeom>
        </p:spPr>
        <p:txBody>
          <a:bodyPr vert="horz" wrap="square" lIns="0" tIns="0" rIns="0" bIns="0" rtlCol="0">
            <a:spAutoFit/>
          </a:bodyPr>
          <a:lstStyle/>
          <a:p>
            <a:pPr marL="73240" marR="0">
              <a:lnSpc>
                <a:spcPts val="3020"/>
              </a:lnSpc>
              <a:spcBef>
                <a:spcPts val="0"/>
              </a:spcBef>
              <a:spcAft>
                <a:spcPts val="0"/>
              </a:spcAft>
            </a:pPr>
            <a:r>
              <a:rPr sz="3200" b="1" dirty="0">
                <a:solidFill>
                  <a:srgbClr val="0070C0"/>
                </a:solidFill>
                <a:latin typeface="Calibri"/>
                <a:cs typeface="Calibri"/>
              </a:rPr>
              <a:t>Introduction to</a:t>
            </a:r>
            <a:r>
              <a:rPr sz="3200" b="1" spc="-89" dirty="0">
                <a:solidFill>
                  <a:srgbClr val="0070C0"/>
                </a:solidFill>
                <a:latin typeface="Calibri"/>
                <a:cs typeface="Calibri"/>
              </a:rPr>
              <a:t> </a:t>
            </a:r>
            <a:r>
              <a:rPr sz="3200" b="1" dirty="0">
                <a:solidFill>
                  <a:srgbClr val="0070C0"/>
                </a:solidFill>
                <a:latin typeface="Calibri"/>
                <a:cs typeface="Calibri"/>
              </a:rPr>
              <a:t>Python</a:t>
            </a:r>
          </a:p>
          <a:p>
            <a:pPr marL="0" marR="0">
              <a:lnSpc>
                <a:spcPts val="1698"/>
              </a:lnSpc>
              <a:spcBef>
                <a:spcPts val="1092"/>
              </a:spcBef>
              <a:spcAft>
                <a:spcPts val="0"/>
              </a:spcAft>
            </a:pPr>
            <a:r>
              <a:rPr sz="1800" dirty="0">
                <a:solidFill>
                  <a:srgbClr val="FF0000"/>
                </a:solidFill>
                <a:latin typeface="Calibri"/>
                <a:cs typeface="Calibri"/>
              </a:rPr>
              <a:t>Python Language Features</a:t>
            </a:r>
          </a:p>
          <a:p>
            <a:pPr marL="0" marR="0">
              <a:lnSpc>
                <a:spcPts val="2744"/>
              </a:lnSpc>
              <a:spcBef>
                <a:spcPts val="0"/>
              </a:spcBef>
              <a:spcAft>
                <a:spcPts val="0"/>
              </a:spcAft>
            </a:pPr>
            <a:r>
              <a:rPr sz="2800" spc="370" dirty="0">
                <a:solidFill>
                  <a:srgbClr val="000000"/>
                </a:solidFill>
                <a:latin typeface="VIDFKT+ArialMT"/>
                <a:cs typeface="VIDFKT+ArialMT"/>
              </a:rPr>
              <a:t>•</a:t>
            </a:r>
            <a:r>
              <a:rPr sz="1800" dirty="0">
                <a:solidFill>
                  <a:srgbClr val="000000"/>
                </a:solidFill>
                <a:latin typeface="Calibri"/>
                <a:cs typeface="Calibri"/>
              </a:rPr>
              <a:t>Python has a simple syntax similar to the English language.</a:t>
            </a:r>
          </a:p>
          <a:p>
            <a:pPr marL="0" marR="0">
              <a:lnSpc>
                <a:spcPts val="2743"/>
              </a:lnSpc>
              <a:spcBef>
                <a:spcPts val="0"/>
              </a:spcBef>
              <a:spcAft>
                <a:spcPts val="0"/>
              </a:spcAft>
            </a:pPr>
            <a:r>
              <a:rPr sz="2800" spc="370" dirty="0">
                <a:solidFill>
                  <a:srgbClr val="000000"/>
                </a:solidFill>
                <a:latin typeface="VIDFKT+ArialMT"/>
                <a:cs typeface="VIDFKT+ArialMT"/>
              </a:rPr>
              <a:t>•</a:t>
            </a:r>
            <a:r>
              <a:rPr sz="1800" dirty="0">
                <a:solidFill>
                  <a:srgbClr val="000000"/>
                </a:solidFill>
                <a:latin typeface="Calibri"/>
                <a:cs typeface="Calibri"/>
              </a:rPr>
              <a:t>Python</a:t>
            </a:r>
            <a:r>
              <a:rPr sz="1800" spc="37" dirty="0">
                <a:solidFill>
                  <a:srgbClr val="000000"/>
                </a:solidFill>
                <a:latin typeface="Calibri"/>
                <a:cs typeface="Calibri"/>
              </a:rPr>
              <a:t> </a:t>
            </a:r>
            <a:r>
              <a:rPr sz="1800" dirty="0">
                <a:solidFill>
                  <a:srgbClr val="000000"/>
                </a:solidFill>
                <a:latin typeface="Calibri"/>
                <a:cs typeface="Calibri"/>
              </a:rPr>
              <a:t>has</a:t>
            </a:r>
            <a:r>
              <a:rPr sz="1800" spc="33" dirty="0">
                <a:solidFill>
                  <a:srgbClr val="000000"/>
                </a:solidFill>
                <a:latin typeface="Calibri"/>
                <a:cs typeface="Calibri"/>
              </a:rPr>
              <a:t> </a:t>
            </a:r>
            <a:r>
              <a:rPr sz="1800" dirty="0">
                <a:solidFill>
                  <a:srgbClr val="000000"/>
                </a:solidFill>
                <a:latin typeface="Calibri"/>
                <a:cs typeface="Calibri"/>
              </a:rPr>
              <a:t>syntax</a:t>
            </a:r>
            <a:r>
              <a:rPr sz="1800" spc="-61" dirty="0">
                <a:solidFill>
                  <a:srgbClr val="000000"/>
                </a:solidFill>
                <a:latin typeface="Calibri"/>
                <a:cs typeface="Calibri"/>
              </a:rPr>
              <a:t> </a:t>
            </a:r>
            <a:r>
              <a:rPr sz="1800" dirty="0">
                <a:solidFill>
                  <a:srgbClr val="000000"/>
                </a:solidFill>
                <a:latin typeface="Calibri"/>
                <a:cs typeface="Calibri"/>
              </a:rPr>
              <a:t>that</a:t>
            </a:r>
            <a:r>
              <a:rPr sz="1800" spc="17" dirty="0">
                <a:solidFill>
                  <a:srgbClr val="000000"/>
                </a:solidFill>
                <a:latin typeface="Calibri"/>
                <a:cs typeface="Calibri"/>
              </a:rPr>
              <a:t> </a:t>
            </a:r>
            <a:r>
              <a:rPr sz="1800" dirty="0">
                <a:solidFill>
                  <a:srgbClr val="000000"/>
                </a:solidFill>
                <a:latin typeface="Calibri"/>
                <a:cs typeface="Calibri"/>
              </a:rPr>
              <a:t>allows</a:t>
            </a:r>
            <a:r>
              <a:rPr sz="1800" spc="10" dirty="0">
                <a:solidFill>
                  <a:srgbClr val="000000"/>
                </a:solidFill>
                <a:latin typeface="Calibri"/>
                <a:cs typeface="Calibri"/>
              </a:rPr>
              <a:t> </a:t>
            </a:r>
            <a:r>
              <a:rPr sz="1800" dirty="0">
                <a:solidFill>
                  <a:srgbClr val="000000"/>
                </a:solidFill>
                <a:latin typeface="Calibri"/>
                <a:cs typeface="Calibri"/>
              </a:rPr>
              <a:t>developers to</a:t>
            </a:r>
            <a:r>
              <a:rPr sz="1800" spc="15" dirty="0">
                <a:solidFill>
                  <a:srgbClr val="000000"/>
                </a:solidFill>
                <a:latin typeface="Calibri"/>
                <a:cs typeface="Calibri"/>
              </a:rPr>
              <a:t> </a:t>
            </a:r>
            <a:r>
              <a:rPr sz="1800" dirty="0">
                <a:solidFill>
                  <a:srgbClr val="000000"/>
                </a:solidFill>
                <a:latin typeface="Calibri"/>
                <a:cs typeface="Calibri"/>
              </a:rPr>
              <a:t>write</a:t>
            </a:r>
            <a:r>
              <a:rPr sz="1800" spc="18" dirty="0">
                <a:solidFill>
                  <a:srgbClr val="000000"/>
                </a:solidFill>
                <a:latin typeface="Calibri"/>
                <a:cs typeface="Calibri"/>
              </a:rPr>
              <a:t> </a:t>
            </a:r>
            <a:r>
              <a:rPr sz="1800" dirty="0">
                <a:solidFill>
                  <a:srgbClr val="000000"/>
                </a:solidFill>
                <a:latin typeface="Calibri"/>
                <a:cs typeface="Calibri"/>
              </a:rPr>
              <a:t>programs</a:t>
            </a:r>
            <a:r>
              <a:rPr sz="1800" spc="-28" dirty="0">
                <a:solidFill>
                  <a:srgbClr val="000000"/>
                </a:solidFill>
                <a:latin typeface="Calibri"/>
                <a:cs typeface="Calibri"/>
              </a:rPr>
              <a:t> </a:t>
            </a:r>
            <a:r>
              <a:rPr sz="1800" dirty="0">
                <a:solidFill>
                  <a:srgbClr val="000000"/>
                </a:solidFill>
                <a:latin typeface="Calibri"/>
                <a:cs typeface="Calibri"/>
              </a:rPr>
              <a:t>with</a:t>
            </a:r>
            <a:r>
              <a:rPr sz="1800" spc="38" dirty="0">
                <a:solidFill>
                  <a:srgbClr val="000000"/>
                </a:solidFill>
                <a:latin typeface="Calibri"/>
                <a:cs typeface="Calibri"/>
              </a:rPr>
              <a:t> </a:t>
            </a:r>
            <a:r>
              <a:rPr sz="1800" dirty="0">
                <a:solidFill>
                  <a:srgbClr val="000000"/>
                </a:solidFill>
                <a:latin typeface="Calibri"/>
                <a:cs typeface="Calibri"/>
              </a:rPr>
              <a:t>fewer</a:t>
            </a:r>
            <a:r>
              <a:rPr sz="1800" spc="-25" dirty="0">
                <a:solidFill>
                  <a:srgbClr val="000000"/>
                </a:solidFill>
                <a:latin typeface="Calibri"/>
                <a:cs typeface="Calibri"/>
              </a:rPr>
              <a:t> </a:t>
            </a:r>
            <a:r>
              <a:rPr sz="1800" dirty="0">
                <a:solidFill>
                  <a:srgbClr val="000000"/>
                </a:solidFill>
                <a:latin typeface="Calibri"/>
                <a:cs typeface="Calibri"/>
              </a:rPr>
              <a:t>lines</a:t>
            </a:r>
            <a:r>
              <a:rPr sz="1800" spc="40" dirty="0">
                <a:solidFill>
                  <a:srgbClr val="000000"/>
                </a:solidFill>
                <a:latin typeface="Calibri"/>
                <a:cs typeface="Calibri"/>
              </a:rPr>
              <a:t> </a:t>
            </a:r>
            <a:r>
              <a:rPr sz="1800" dirty="0">
                <a:solidFill>
                  <a:srgbClr val="000000"/>
                </a:solidFill>
                <a:latin typeface="Calibri"/>
                <a:cs typeface="Calibri"/>
              </a:rPr>
              <a:t>than</a:t>
            </a:r>
          </a:p>
          <a:p>
            <a:pPr marL="171450" marR="0">
              <a:lnSpc>
                <a:spcPts val="1698"/>
              </a:lnSpc>
              <a:spcBef>
                <a:spcPts val="0"/>
              </a:spcBef>
              <a:spcAft>
                <a:spcPts val="0"/>
              </a:spcAft>
            </a:pPr>
            <a:r>
              <a:rPr sz="1800" dirty="0">
                <a:solidFill>
                  <a:srgbClr val="000000"/>
                </a:solidFill>
                <a:latin typeface="Calibri"/>
                <a:cs typeface="Calibri"/>
              </a:rPr>
              <a:t>some other programming languages.</a:t>
            </a:r>
          </a:p>
        </p:txBody>
      </p:sp>
      <p:sp>
        <p:nvSpPr>
          <p:cNvPr id="4" name="object 4"/>
          <p:cNvSpPr txBox="1"/>
          <p:nvPr/>
        </p:nvSpPr>
        <p:spPr>
          <a:xfrm>
            <a:off x="623978" y="2369360"/>
            <a:ext cx="7902381" cy="1731129"/>
          </a:xfrm>
          <a:prstGeom prst="rect">
            <a:avLst/>
          </a:prstGeom>
        </p:spPr>
        <p:txBody>
          <a:bodyPr vert="horz" wrap="square" lIns="0" tIns="0" rIns="0" bIns="0" rtlCol="0">
            <a:spAutoFit/>
          </a:bodyPr>
          <a:lstStyle/>
          <a:p>
            <a:pPr marL="0" marR="0">
              <a:lnSpc>
                <a:spcPts val="2010"/>
              </a:lnSpc>
              <a:spcBef>
                <a:spcPts val="0"/>
              </a:spcBef>
              <a:spcAft>
                <a:spcPts val="0"/>
              </a:spcAft>
            </a:pPr>
            <a:r>
              <a:rPr sz="1800" b="1" dirty="0">
                <a:solidFill>
                  <a:srgbClr val="0070C0"/>
                </a:solidFill>
                <a:latin typeface="EJNCGP+Arial-BoldMT"/>
                <a:cs typeface="EJNCGP+Arial-BoldMT"/>
              </a:rPr>
              <a:t>Rich</a:t>
            </a:r>
            <a:r>
              <a:rPr sz="1800" b="1" spc="47" dirty="0">
                <a:solidFill>
                  <a:srgbClr val="0070C0"/>
                </a:solidFill>
                <a:latin typeface="Times New Roman"/>
                <a:cs typeface="Times New Roman"/>
              </a:rPr>
              <a:t> </a:t>
            </a:r>
            <a:r>
              <a:rPr sz="1800" b="1" dirty="0">
                <a:solidFill>
                  <a:srgbClr val="0070C0"/>
                </a:solidFill>
                <a:latin typeface="EJNCGP+Arial-BoldMT"/>
                <a:cs typeface="EJNCGP+Arial-BoldMT"/>
              </a:rPr>
              <a:t>Library</a:t>
            </a:r>
            <a:r>
              <a:rPr sz="1800" b="1" spc="49" dirty="0">
                <a:solidFill>
                  <a:srgbClr val="0070C0"/>
                </a:solidFill>
                <a:latin typeface="Times New Roman"/>
                <a:cs typeface="Times New Roman"/>
              </a:rPr>
              <a:t> </a:t>
            </a:r>
            <a:r>
              <a:rPr sz="1800" b="1" dirty="0">
                <a:solidFill>
                  <a:srgbClr val="0070C0"/>
                </a:solidFill>
                <a:latin typeface="EJNCGP+Arial-BoldMT"/>
                <a:cs typeface="EJNCGP+Arial-BoldMT"/>
              </a:rPr>
              <a:t>Support</a:t>
            </a:r>
          </a:p>
          <a:p>
            <a:pPr marL="0" marR="0">
              <a:lnSpc>
                <a:spcPts val="2744"/>
              </a:lnSpc>
              <a:spcBef>
                <a:spcPts val="50"/>
              </a:spcBef>
              <a:spcAft>
                <a:spcPts val="0"/>
              </a:spcAft>
            </a:pPr>
            <a:r>
              <a:rPr sz="2800" spc="370" dirty="0">
                <a:solidFill>
                  <a:srgbClr val="273239"/>
                </a:solidFill>
                <a:latin typeface="VIDFKT+ArialMT"/>
                <a:cs typeface="VIDFKT+ArialMT"/>
              </a:rPr>
              <a:t>•</a:t>
            </a:r>
            <a:r>
              <a:rPr sz="1800" dirty="0">
                <a:solidFill>
                  <a:srgbClr val="273239"/>
                </a:solidFill>
                <a:latin typeface="VIDFKT+ArialMT"/>
                <a:cs typeface="VIDFKT+ArialMT"/>
              </a:rPr>
              <a:t>The</a:t>
            </a:r>
            <a:r>
              <a:rPr sz="1800" spc="49" dirty="0">
                <a:solidFill>
                  <a:srgbClr val="273239"/>
                </a:solidFill>
                <a:latin typeface="Times New Roman"/>
                <a:cs typeface="Times New Roman"/>
              </a:rPr>
              <a:t> </a:t>
            </a:r>
            <a:r>
              <a:rPr sz="1800" dirty="0">
                <a:solidFill>
                  <a:srgbClr val="273239"/>
                </a:solidFill>
                <a:latin typeface="VIDFKT+ArialMT"/>
                <a:cs typeface="VIDFKT+ArialMT"/>
              </a:rPr>
              <a:t>Python</a:t>
            </a:r>
            <a:r>
              <a:rPr sz="1800" spc="49" dirty="0">
                <a:solidFill>
                  <a:srgbClr val="273239"/>
                </a:solidFill>
                <a:latin typeface="Times New Roman"/>
                <a:cs typeface="Times New Roman"/>
              </a:rPr>
              <a:t> </a:t>
            </a:r>
            <a:r>
              <a:rPr sz="1800" dirty="0">
                <a:solidFill>
                  <a:srgbClr val="273239"/>
                </a:solidFill>
                <a:latin typeface="VIDFKT+ArialMT"/>
                <a:cs typeface="VIDFKT+ArialMT"/>
              </a:rPr>
              <a:t>Standard</a:t>
            </a:r>
            <a:r>
              <a:rPr sz="1800" spc="49" dirty="0">
                <a:solidFill>
                  <a:srgbClr val="273239"/>
                </a:solidFill>
                <a:latin typeface="Times New Roman"/>
                <a:cs typeface="Times New Roman"/>
              </a:rPr>
              <a:t> </a:t>
            </a:r>
            <a:r>
              <a:rPr sz="1800" dirty="0">
                <a:solidFill>
                  <a:srgbClr val="273239"/>
                </a:solidFill>
                <a:latin typeface="VIDFKT+ArialMT"/>
                <a:cs typeface="VIDFKT+ArialMT"/>
              </a:rPr>
              <a:t>Library</a:t>
            </a:r>
            <a:r>
              <a:rPr sz="1800" spc="49" dirty="0">
                <a:solidFill>
                  <a:srgbClr val="273239"/>
                </a:solidFill>
                <a:latin typeface="Times New Roman"/>
                <a:cs typeface="Times New Roman"/>
              </a:rPr>
              <a:t> </a:t>
            </a:r>
            <a:r>
              <a:rPr sz="1800" dirty="0">
                <a:solidFill>
                  <a:srgbClr val="273239"/>
                </a:solidFill>
                <a:latin typeface="VIDFKT+ArialMT"/>
                <a:cs typeface="VIDFKT+ArialMT"/>
              </a:rPr>
              <a:t>is</a:t>
            </a:r>
            <a:r>
              <a:rPr sz="1800" spc="49" dirty="0">
                <a:solidFill>
                  <a:srgbClr val="273239"/>
                </a:solidFill>
                <a:latin typeface="Times New Roman"/>
                <a:cs typeface="Times New Roman"/>
              </a:rPr>
              <a:t> </a:t>
            </a:r>
            <a:r>
              <a:rPr sz="1800" dirty="0">
                <a:solidFill>
                  <a:srgbClr val="273239"/>
                </a:solidFill>
                <a:latin typeface="VIDFKT+ArialMT"/>
                <a:cs typeface="VIDFKT+ArialMT"/>
              </a:rPr>
              <a:t>very</a:t>
            </a:r>
            <a:r>
              <a:rPr sz="1800" spc="49" dirty="0">
                <a:solidFill>
                  <a:srgbClr val="273239"/>
                </a:solidFill>
                <a:latin typeface="Times New Roman"/>
                <a:cs typeface="Times New Roman"/>
              </a:rPr>
              <a:t> </a:t>
            </a:r>
            <a:r>
              <a:rPr sz="1800" dirty="0">
                <a:solidFill>
                  <a:srgbClr val="273239"/>
                </a:solidFill>
                <a:latin typeface="VIDFKT+ArialMT"/>
                <a:cs typeface="VIDFKT+ArialMT"/>
              </a:rPr>
              <a:t>vast.</a:t>
            </a:r>
          </a:p>
          <a:p>
            <a:pPr marL="0" marR="0">
              <a:lnSpc>
                <a:spcPts val="2744"/>
              </a:lnSpc>
              <a:spcBef>
                <a:spcPts val="0"/>
              </a:spcBef>
              <a:spcAft>
                <a:spcPts val="0"/>
              </a:spcAft>
            </a:pPr>
            <a:r>
              <a:rPr sz="2800" spc="370" dirty="0">
                <a:solidFill>
                  <a:srgbClr val="273239"/>
                </a:solidFill>
                <a:latin typeface="VIDFKT+ArialMT"/>
                <a:cs typeface="VIDFKT+ArialMT"/>
              </a:rPr>
              <a:t>•</a:t>
            </a:r>
            <a:r>
              <a:rPr sz="1800" dirty="0">
                <a:solidFill>
                  <a:srgbClr val="273239"/>
                </a:solidFill>
                <a:latin typeface="VIDFKT+ArialMT"/>
                <a:cs typeface="VIDFKT+ArialMT"/>
              </a:rPr>
              <a:t>Known</a:t>
            </a:r>
            <a:r>
              <a:rPr sz="1800" spc="268" dirty="0">
                <a:solidFill>
                  <a:srgbClr val="273239"/>
                </a:solidFill>
                <a:latin typeface="Times New Roman"/>
                <a:cs typeface="Times New Roman"/>
              </a:rPr>
              <a:t> </a:t>
            </a:r>
            <a:r>
              <a:rPr sz="1800" dirty="0">
                <a:solidFill>
                  <a:srgbClr val="273239"/>
                </a:solidFill>
                <a:latin typeface="VIDFKT+ArialMT"/>
                <a:cs typeface="VIDFKT+ArialMT"/>
              </a:rPr>
              <a:t>as</a:t>
            </a:r>
            <a:r>
              <a:rPr sz="1800" spc="268" dirty="0">
                <a:solidFill>
                  <a:srgbClr val="273239"/>
                </a:solidFill>
                <a:latin typeface="Times New Roman"/>
                <a:cs typeface="Times New Roman"/>
              </a:rPr>
              <a:t> </a:t>
            </a:r>
            <a:r>
              <a:rPr sz="1800" dirty="0">
                <a:solidFill>
                  <a:srgbClr val="273239"/>
                </a:solidFill>
                <a:latin typeface="VIDFKT+ArialMT"/>
                <a:cs typeface="VIDFKT+ArialMT"/>
              </a:rPr>
              <a:t>the</a:t>
            </a:r>
            <a:r>
              <a:rPr sz="1800" spc="49" dirty="0">
                <a:solidFill>
                  <a:srgbClr val="273239"/>
                </a:solidFill>
                <a:latin typeface="Times New Roman"/>
                <a:cs typeface="Times New Roman"/>
              </a:rPr>
              <a:t> </a:t>
            </a:r>
            <a:r>
              <a:rPr sz="1800" b="1" dirty="0">
                <a:solidFill>
                  <a:srgbClr val="273239"/>
                </a:solidFill>
                <a:latin typeface="EJNCGP+Arial-BoldMT"/>
                <a:cs typeface="EJNCGP+Arial-BoldMT"/>
              </a:rPr>
              <a:t>“batteries</a:t>
            </a:r>
            <a:r>
              <a:rPr sz="1800" b="1" spc="272" dirty="0">
                <a:solidFill>
                  <a:srgbClr val="273239"/>
                </a:solidFill>
                <a:latin typeface="Times New Roman"/>
                <a:cs typeface="Times New Roman"/>
              </a:rPr>
              <a:t> </a:t>
            </a:r>
            <a:r>
              <a:rPr sz="1800" b="1" dirty="0">
                <a:solidFill>
                  <a:srgbClr val="273239"/>
                </a:solidFill>
                <a:latin typeface="EJNCGP+Arial-BoldMT"/>
                <a:cs typeface="EJNCGP+Arial-BoldMT"/>
              </a:rPr>
              <a:t>included”</a:t>
            </a:r>
            <a:r>
              <a:rPr sz="1800" b="1" spc="58" dirty="0">
                <a:solidFill>
                  <a:srgbClr val="273239"/>
                </a:solidFill>
                <a:latin typeface="Times New Roman"/>
                <a:cs typeface="Times New Roman"/>
              </a:rPr>
              <a:t> </a:t>
            </a:r>
            <a:r>
              <a:rPr sz="1800" dirty="0">
                <a:solidFill>
                  <a:srgbClr val="273239"/>
                </a:solidFill>
                <a:latin typeface="VIDFKT+ArialMT"/>
                <a:cs typeface="VIDFKT+ArialMT"/>
              </a:rPr>
              <a:t>philosophy</a:t>
            </a:r>
            <a:r>
              <a:rPr sz="1800" spc="267" dirty="0">
                <a:solidFill>
                  <a:srgbClr val="273239"/>
                </a:solidFill>
                <a:latin typeface="Times New Roman"/>
                <a:cs typeface="Times New Roman"/>
              </a:rPr>
              <a:t> </a:t>
            </a:r>
            <a:r>
              <a:rPr sz="1800" dirty="0">
                <a:solidFill>
                  <a:srgbClr val="273239"/>
                </a:solidFill>
                <a:latin typeface="VIDFKT+ArialMT"/>
                <a:cs typeface="VIDFKT+ArialMT"/>
              </a:rPr>
              <a:t>of</a:t>
            </a:r>
            <a:r>
              <a:rPr sz="1800" spc="268" dirty="0">
                <a:solidFill>
                  <a:srgbClr val="273239"/>
                </a:solidFill>
                <a:latin typeface="Times New Roman"/>
                <a:cs typeface="Times New Roman"/>
              </a:rPr>
              <a:t> </a:t>
            </a:r>
            <a:r>
              <a:rPr sz="1800" dirty="0">
                <a:solidFill>
                  <a:srgbClr val="273239"/>
                </a:solidFill>
                <a:latin typeface="VIDFKT+ArialMT"/>
                <a:cs typeface="VIDFKT+ArialMT"/>
              </a:rPr>
              <a:t>Python</a:t>
            </a:r>
            <a:r>
              <a:rPr sz="1800" spc="270" dirty="0">
                <a:solidFill>
                  <a:srgbClr val="273239"/>
                </a:solidFill>
                <a:latin typeface="Times New Roman"/>
                <a:cs typeface="Times New Roman"/>
              </a:rPr>
              <a:t> </a:t>
            </a:r>
            <a:r>
              <a:rPr sz="1800" dirty="0">
                <a:solidFill>
                  <a:srgbClr val="273239"/>
                </a:solidFill>
                <a:latin typeface="VIDFKT+ArialMT"/>
                <a:cs typeface="VIDFKT+ArialMT"/>
              </a:rPr>
              <a:t>;It</a:t>
            </a:r>
            <a:r>
              <a:rPr sz="1800" spc="273" dirty="0">
                <a:solidFill>
                  <a:srgbClr val="273239"/>
                </a:solidFill>
                <a:latin typeface="Times New Roman"/>
                <a:cs typeface="Times New Roman"/>
              </a:rPr>
              <a:t> </a:t>
            </a:r>
            <a:r>
              <a:rPr sz="1800" dirty="0">
                <a:solidFill>
                  <a:srgbClr val="273239"/>
                </a:solidFill>
                <a:latin typeface="VIDFKT+ArialMT"/>
                <a:cs typeface="VIDFKT+ArialMT"/>
              </a:rPr>
              <a:t>can</a:t>
            </a:r>
            <a:r>
              <a:rPr sz="1800" spc="267" dirty="0">
                <a:solidFill>
                  <a:srgbClr val="273239"/>
                </a:solidFill>
                <a:latin typeface="Times New Roman"/>
                <a:cs typeface="Times New Roman"/>
              </a:rPr>
              <a:t> </a:t>
            </a:r>
            <a:r>
              <a:rPr sz="1800" dirty="0">
                <a:solidFill>
                  <a:srgbClr val="273239"/>
                </a:solidFill>
                <a:latin typeface="VIDFKT+ArialMT"/>
                <a:cs typeface="VIDFKT+ArialMT"/>
              </a:rPr>
              <a:t>help</a:t>
            </a:r>
            <a:r>
              <a:rPr sz="1800" spc="267" dirty="0">
                <a:solidFill>
                  <a:srgbClr val="273239"/>
                </a:solidFill>
                <a:latin typeface="Times New Roman"/>
                <a:cs typeface="Times New Roman"/>
              </a:rPr>
              <a:t> </a:t>
            </a:r>
            <a:r>
              <a:rPr sz="1800" dirty="0">
                <a:solidFill>
                  <a:srgbClr val="273239"/>
                </a:solidFill>
                <a:latin typeface="VIDFKT+ArialMT"/>
                <a:cs typeface="VIDFKT+ArialMT"/>
              </a:rPr>
              <a:t>do</a:t>
            </a:r>
          </a:p>
          <a:p>
            <a:pPr marL="171450" marR="0">
              <a:lnSpc>
                <a:spcPts val="1944"/>
              </a:lnSpc>
              <a:spcBef>
                <a:spcPts val="0"/>
              </a:spcBef>
              <a:spcAft>
                <a:spcPts val="0"/>
              </a:spcAft>
            </a:pPr>
            <a:r>
              <a:rPr sz="1800" dirty="0">
                <a:solidFill>
                  <a:srgbClr val="273239"/>
                </a:solidFill>
                <a:latin typeface="VIDFKT+ArialMT"/>
                <a:cs typeface="VIDFKT+ArialMT"/>
              </a:rPr>
              <a:t>various</a:t>
            </a:r>
            <a:r>
              <a:rPr sz="1800" spc="476" dirty="0">
                <a:solidFill>
                  <a:srgbClr val="273239"/>
                </a:solidFill>
                <a:latin typeface="Times New Roman"/>
                <a:cs typeface="Times New Roman"/>
              </a:rPr>
              <a:t> </a:t>
            </a:r>
            <a:r>
              <a:rPr sz="1800" dirty="0">
                <a:solidFill>
                  <a:srgbClr val="273239"/>
                </a:solidFill>
                <a:latin typeface="VIDFKT+ArialMT"/>
                <a:cs typeface="VIDFKT+ArialMT"/>
              </a:rPr>
              <a:t>things</a:t>
            </a:r>
            <a:r>
              <a:rPr sz="1800" spc="478" dirty="0">
                <a:solidFill>
                  <a:srgbClr val="273239"/>
                </a:solidFill>
                <a:latin typeface="Times New Roman"/>
                <a:cs typeface="Times New Roman"/>
              </a:rPr>
              <a:t> </a:t>
            </a:r>
            <a:r>
              <a:rPr sz="1800" dirty="0">
                <a:solidFill>
                  <a:srgbClr val="273239"/>
                </a:solidFill>
                <a:latin typeface="VIDFKT+ArialMT"/>
                <a:cs typeface="VIDFKT+ArialMT"/>
              </a:rPr>
              <a:t>involving</a:t>
            </a:r>
            <a:r>
              <a:rPr sz="1800" spc="476" dirty="0">
                <a:solidFill>
                  <a:srgbClr val="273239"/>
                </a:solidFill>
                <a:latin typeface="Times New Roman"/>
                <a:cs typeface="Times New Roman"/>
              </a:rPr>
              <a:t> </a:t>
            </a:r>
            <a:r>
              <a:rPr sz="1800" dirty="0">
                <a:solidFill>
                  <a:srgbClr val="273239"/>
                </a:solidFill>
                <a:latin typeface="VIDFKT+ArialMT"/>
                <a:cs typeface="VIDFKT+ArialMT"/>
              </a:rPr>
              <a:t>regular</a:t>
            </a:r>
            <a:r>
              <a:rPr sz="1800" spc="476" dirty="0">
                <a:solidFill>
                  <a:srgbClr val="273239"/>
                </a:solidFill>
                <a:latin typeface="Times New Roman"/>
                <a:cs typeface="Times New Roman"/>
              </a:rPr>
              <a:t> </a:t>
            </a:r>
            <a:r>
              <a:rPr sz="1800" dirty="0">
                <a:solidFill>
                  <a:srgbClr val="273239"/>
                </a:solidFill>
                <a:latin typeface="VIDFKT+ArialMT"/>
                <a:cs typeface="VIDFKT+ArialMT"/>
              </a:rPr>
              <a:t>expressions,</a:t>
            </a:r>
            <a:r>
              <a:rPr sz="1800" spc="475" dirty="0">
                <a:solidFill>
                  <a:srgbClr val="273239"/>
                </a:solidFill>
                <a:latin typeface="Times New Roman"/>
                <a:cs typeface="Times New Roman"/>
              </a:rPr>
              <a:t> </a:t>
            </a:r>
            <a:r>
              <a:rPr sz="1800" dirty="0">
                <a:solidFill>
                  <a:srgbClr val="273239"/>
                </a:solidFill>
                <a:latin typeface="VIDFKT+ArialMT"/>
                <a:cs typeface="VIDFKT+ArialMT"/>
              </a:rPr>
              <a:t>documentation</a:t>
            </a:r>
            <a:r>
              <a:rPr sz="1800" spc="476" dirty="0">
                <a:solidFill>
                  <a:srgbClr val="273239"/>
                </a:solidFill>
                <a:latin typeface="Times New Roman"/>
                <a:cs typeface="Times New Roman"/>
              </a:rPr>
              <a:t> </a:t>
            </a:r>
            <a:r>
              <a:rPr sz="1800" dirty="0">
                <a:solidFill>
                  <a:srgbClr val="273239"/>
                </a:solidFill>
                <a:latin typeface="VIDFKT+ArialMT"/>
                <a:cs typeface="VIDFKT+ArialMT"/>
              </a:rPr>
              <a:t>generation,</a:t>
            </a:r>
          </a:p>
          <a:p>
            <a:pPr marL="171450" marR="0">
              <a:lnSpc>
                <a:spcPts val="1944"/>
              </a:lnSpc>
              <a:spcBef>
                <a:spcPts val="50"/>
              </a:spcBef>
              <a:spcAft>
                <a:spcPts val="0"/>
              </a:spcAft>
            </a:pPr>
            <a:r>
              <a:rPr sz="1800" dirty="0">
                <a:solidFill>
                  <a:srgbClr val="273239"/>
                </a:solidFill>
                <a:latin typeface="VIDFKT+ArialMT"/>
                <a:cs typeface="VIDFKT+ArialMT"/>
              </a:rPr>
              <a:t>unit</a:t>
            </a:r>
            <a:r>
              <a:rPr sz="1800" spc="100" dirty="0">
                <a:solidFill>
                  <a:srgbClr val="273239"/>
                </a:solidFill>
                <a:latin typeface="Times New Roman"/>
                <a:cs typeface="Times New Roman"/>
              </a:rPr>
              <a:t> </a:t>
            </a:r>
            <a:r>
              <a:rPr sz="1800" dirty="0">
                <a:solidFill>
                  <a:srgbClr val="273239"/>
                </a:solidFill>
                <a:latin typeface="VIDFKT+ArialMT"/>
                <a:cs typeface="VIDFKT+ArialMT"/>
              </a:rPr>
              <a:t>testing,</a:t>
            </a:r>
            <a:r>
              <a:rPr sz="1800" spc="103" dirty="0">
                <a:solidFill>
                  <a:srgbClr val="273239"/>
                </a:solidFill>
                <a:latin typeface="Times New Roman"/>
                <a:cs typeface="Times New Roman"/>
              </a:rPr>
              <a:t> </a:t>
            </a:r>
            <a:r>
              <a:rPr sz="1800" dirty="0">
                <a:solidFill>
                  <a:srgbClr val="273239"/>
                </a:solidFill>
                <a:latin typeface="VIDFKT+ArialMT"/>
                <a:cs typeface="VIDFKT+ArialMT"/>
              </a:rPr>
              <a:t>threading,</a:t>
            </a:r>
            <a:r>
              <a:rPr sz="1800" spc="100" dirty="0">
                <a:solidFill>
                  <a:srgbClr val="273239"/>
                </a:solidFill>
                <a:latin typeface="Times New Roman"/>
                <a:cs typeface="Times New Roman"/>
              </a:rPr>
              <a:t> </a:t>
            </a:r>
            <a:r>
              <a:rPr sz="1800" dirty="0">
                <a:solidFill>
                  <a:srgbClr val="273239"/>
                </a:solidFill>
                <a:latin typeface="VIDFKT+ArialMT"/>
                <a:cs typeface="VIDFKT+ArialMT"/>
              </a:rPr>
              <a:t>databases,</a:t>
            </a:r>
            <a:r>
              <a:rPr sz="1800" spc="99" dirty="0">
                <a:solidFill>
                  <a:srgbClr val="273239"/>
                </a:solidFill>
                <a:latin typeface="Times New Roman"/>
                <a:cs typeface="Times New Roman"/>
              </a:rPr>
              <a:t> </a:t>
            </a:r>
            <a:r>
              <a:rPr sz="1800" dirty="0">
                <a:solidFill>
                  <a:srgbClr val="273239"/>
                </a:solidFill>
                <a:latin typeface="VIDFKT+ArialMT"/>
                <a:cs typeface="VIDFKT+ArialMT"/>
              </a:rPr>
              <a:t>web</a:t>
            </a:r>
            <a:r>
              <a:rPr sz="1800" spc="100" dirty="0">
                <a:solidFill>
                  <a:srgbClr val="273239"/>
                </a:solidFill>
                <a:latin typeface="Times New Roman"/>
                <a:cs typeface="Times New Roman"/>
              </a:rPr>
              <a:t> </a:t>
            </a:r>
            <a:r>
              <a:rPr sz="1800" dirty="0">
                <a:solidFill>
                  <a:srgbClr val="273239"/>
                </a:solidFill>
                <a:latin typeface="VIDFKT+ArialMT"/>
                <a:cs typeface="VIDFKT+ArialMT"/>
              </a:rPr>
              <a:t>browsers,</a:t>
            </a:r>
            <a:r>
              <a:rPr sz="1800" spc="100" dirty="0">
                <a:solidFill>
                  <a:srgbClr val="273239"/>
                </a:solidFill>
                <a:latin typeface="Times New Roman"/>
                <a:cs typeface="Times New Roman"/>
              </a:rPr>
              <a:t> </a:t>
            </a:r>
            <a:r>
              <a:rPr sz="1800" dirty="0">
                <a:solidFill>
                  <a:srgbClr val="273239"/>
                </a:solidFill>
                <a:latin typeface="VIDFKT+ArialMT"/>
                <a:cs typeface="VIDFKT+ArialMT"/>
              </a:rPr>
              <a:t>CGI,</a:t>
            </a:r>
            <a:r>
              <a:rPr sz="1800" spc="105" dirty="0">
                <a:solidFill>
                  <a:srgbClr val="273239"/>
                </a:solidFill>
                <a:latin typeface="Times New Roman"/>
                <a:cs typeface="Times New Roman"/>
              </a:rPr>
              <a:t> </a:t>
            </a:r>
            <a:r>
              <a:rPr sz="1800" dirty="0">
                <a:solidFill>
                  <a:srgbClr val="273239"/>
                </a:solidFill>
                <a:latin typeface="VIDFKT+ArialMT"/>
                <a:cs typeface="VIDFKT+ArialMT"/>
              </a:rPr>
              <a:t>email,</a:t>
            </a:r>
            <a:r>
              <a:rPr sz="1800" spc="101" dirty="0">
                <a:solidFill>
                  <a:srgbClr val="273239"/>
                </a:solidFill>
                <a:latin typeface="Times New Roman"/>
                <a:cs typeface="Times New Roman"/>
              </a:rPr>
              <a:t> </a:t>
            </a:r>
            <a:r>
              <a:rPr sz="1800" dirty="0">
                <a:solidFill>
                  <a:srgbClr val="273239"/>
                </a:solidFill>
                <a:latin typeface="VIDFKT+ArialMT"/>
                <a:cs typeface="VIDFKT+ArialMT"/>
              </a:rPr>
              <a:t>XML,</a:t>
            </a:r>
            <a:r>
              <a:rPr sz="1800" spc="103" dirty="0">
                <a:solidFill>
                  <a:srgbClr val="273239"/>
                </a:solidFill>
                <a:latin typeface="Times New Roman"/>
                <a:cs typeface="Times New Roman"/>
              </a:rPr>
              <a:t> </a:t>
            </a:r>
            <a:r>
              <a:rPr sz="1800" dirty="0">
                <a:solidFill>
                  <a:srgbClr val="273239"/>
                </a:solidFill>
                <a:latin typeface="VIDFKT+ArialMT"/>
                <a:cs typeface="VIDFKT+ArialMT"/>
              </a:rPr>
              <a:t>HTML,</a:t>
            </a:r>
          </a:p>
          <a:p>
            <a:pPr marL="171450" marR="0">
              <a:lnSpc>
                <a:spcPts val="1944"/>
              </a:lnSpc>
              <a:spcBef>
                <a:spcPts val="0"/>
              </a:spcBef>
              <a:spcAft>
                <a:spcPts val="0"/>
              </a:spcAft>
            </a:pPr>
            <a:r>
              <a:rPr sz="1800" dirty="0">
                <a:solidFill>
                  <a:srgbClr val="273239"/>
                </a:solidFill>
                <a:latin typeface="VIDFKT+ArialMT"/>
                <a:cs typeface="VIDFKT+ArialMT"/>
              </a:rPr>
              <a:t>WAV</a:t>
            </a:r>
            <a:r>
              <a:rPr sz="1800" spc="47" dirty="0">
                <a:solidFill>
                  <a:srgbClr val="273239"/>
                </a:solidFill>
                <a:latin typeface="Times New Roman"/>
                <a:cs typeface="Times New Roman"/>
              </a:rPr>
              <a:t> </a:t>
            </a:r>
            <a:r>
              <a:rPr sz="1800" dirty="0">
                <a:solidFill>
                  <a:srgbClr val="273239"/>
                </a:solidFill>
                <a:latin typeface="VIDFKT+ArialMT"/>
                <a:cs typeface="VIDFKT+ArialMT"/>
              </a:rPr>
              <a:t>files,</a:t>
            </a:r>
            <a:r>
              <a:rPr sz="1800" spc="47" dirty="0">
                <a:solidFill>
                  <a:srgbClr val="273239"/>
                </a:solidFill>
                <a:latin typeface="Times New Roman"/>
                <a:cs typeface="Times New Roman"/>
              </a:rPr>
              <a:t> </a:t>
            </a:r>
            <a:r>
              <a:rPr sz="1800" dirty="0">
                <a:solidFill>
                  <a:srgbClr val="273239"/>
                </a:solidFill>
                <a:latin typeface="VIDFKT+ArialMT"/>
                <a:cs typeface="VIDFKT+ArialMT"/>
              </a:rPr>
              <a:t>cryptography,</a:t>
            </a:r>
            <a:r>
              <a:rPr sz="1800" spc="46" dirty="0">
                <a:solidFill>
                  <a:srgbClr val="273239"/>
                </a:solidFill>
                <a:latin typeface="Times New Roman"/>
                <a:cs typeface="Times New Roman"/>
              </a:rPr>
              <a:t> </a:t>
            </a:r>
            <a:r>
              <a:rPr sz="1800" dirty="0">
                <a:solidFill>
                  <a:srgbClr val="273239"/>
                </a:solidFill>
                <a:latin typeface="VIDFKT+ArialMT"/>
                <a:cs typeface="VIDFKT+ArialMT"/>
              </a:rPr>
              <a:t>GUI</a:t>
            </a:r>
            <a:r>
              <a:rPr sz="1800" spc="47" dirty="0">
                <a:solidFill>
                  <a:srgbClr val="273239"/>
                </a:solidFill>
                <a:latin typeface="Times New Roman"/>
                <a:cs typeface="Times New Roman"/>
              </a:rPr>
              <a:t> </a:t>
            </a:r>
            <a:r>
              <a:rPr sz="1800" dirty="0">
                <a:solidFill>
                  <a:srgbClr val="273239"/>
                </a:solidFill>
                <a:latin typeface="VIDFKT+ArialMT"/>
                <a:cs typeface="VIDFKT+ArialMT"/>
              </a:rPr>
              <a:t>and</a:t>
            </a:r>
            <a:r>
              <a:rPr sz="1800" spc="49" dirty="0">
                <a:solidFill>
                  <a:srgbClr val="273239"/>
                </a:solidFill>
                <a:latin typeface="Times New Roman"/>
                <a:cs typeface="Times New Roman"/>
              </a:rPr>
              <a:t> </a:t>
            </a:r>
            <a:r>
              <a:rPr sz="1800" dirty="0">
                <a:solidFill>
                  <a:srgbClr val="273239"/>
                </a:solidFill>
                <a:latin typeface="VIDFKT+ArialMT"/>
                <a:cs typeface="VIDFKT+ArialMT"/>
              </a:rPr>
              <a:t>many</a:t>
            </a:r>
            <a:r>
              <a:rPr sz="1800" spc="49" dirty="0">
                <a:solidFill>
                  <a:srgbClr val="273239"/>
                </a:solidFill>
                <a:latin typeface="Times New Roman"/>
                <a:cs typeface="Times New Roman"/>
              </a:rPr>
              <a:t> </a:t>
            </a:r>
            <a:r>
              <a:rPr sz="1800" dirty="0">
                <a:solidFill>
                  <a:srgbClr val="273239"/>
                </a:solidFill>
                <a:latin typeface="VIDFKT+ArialMT"/>
                <a:cs typeface="VIDFKT+ArialMT"/>
              </a:rPr>
              <a:t>more.</a:t>
            </a:r>
          </a:p>
        </p:txBody>
      </p:sp>
      <p:sp>
        <p:nvSpPr>
          <p:cNvPr id="5" name="object 5"/>
          <p:cNvSpPr txBox="1"/>
          <p:nvPr/>
        </p:nvSpPr>
        <p:spPr>
          <a:xfrm>
            <a:off x="8330893" y="4809544"/>
            <a:ext cx="268262" cy="253863"/>
          </a:xfrm>
          <a:prstGeom prst="rect">
            <a:avLst/>
          </a:prstGeom>
        </p:spPr>
        <p:txBody>
          <a:bodyPr vert="horz" wrap="square" lIns="0" tIns="0" rIns="0" bIns="0" rtlCol="0">
            <a:spAutoFit/>
          </a:bodyPr>
          <a:lstStyle/>
          <a:p>
            <a:pPr marL="0" marR="0">
              <a:lnSpc>
                <a:spcPts val="1698"/>
              </a:lnSpc>
              <a:spcBef>
                <a:spcPts val="0"/>
              </a:spcBef>
              <a:spcAft>
                <a:spcPts val="0"/>
              </a:spcAft>
            </a:pPr>
            <a:r>
              <a:rPr sz="1800" dirty="0">
                <a:solidFill>
                  <a:srgbClr val="888888"/>
                </a:solidFill>
                <a:latin typeface="Calibri"/>
                <a:cs typeface="Calibri"/>
              </a:rPr>
              <a:t>6</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1"/>
          <p:cNvSpPr/>
          <p:nvPr/>
        </p:nvSpPr>
        <p:spPr>
          <a:xfrm>
            <a:off x="0" y="0"/>
            <a:ext cx="9144000" cy="5143500"/>
          </a:xfrm>
          <a:prstGeom prst="rect">
            <a:avLst/>
          </a:prstGeom>
          <a:blipFill>
            <a:blip r:embed="rId2" cstate="print"/>
            <a:stretch>
              <a:fillRect/>
            </a:stretch>
          </a:blipFill>
        </p:spPr>
        <p:txBody>
          <a:bodyPr wrap="square" lIns="0" tIns="0" rIns="0" bIns="0" rtlCol="0">
            <a:spAutoFit/>
          </a:bodyPr>
          <a:lstStyle/>
          <a:p>
            <a:endParaRPr/>
          </a:p>
        </p:txBody>
      </p:sp>
      <p:sp>
        <p:nvSpPr>
          <p:cNvPr id="3" name="object 3"/>
          <p:cNvSpPr txBox="1"/>
          <p:nvPr/>
        </p:nvSpPr>
        <p:spPr>
          <a:xfrm>
            <a:off x="697219" y="589025"/>
            <a:ext cx="3997593" cy="421679"/>
          </a:xfrm>
          <a:prstGeom prst="rect">
            <a:avLst/>
          </a:prstGeom>
        </p:spPr>
        <p:txBody>
          <a:bodyPr vert="horz" wrap="square" lIns="0" tIns="0" rIns="0" bIns="0" rtlCol="0">
            <a:spAutoFit/>
          </a:bodyPr>
          <a:lstStyle/>
          <a:p>
            <a:pPr marL="0" marR="0">
              <a:lnSpc>
                <a:spcPts val="3020"/>
              </a:lnSpc>
              <a:spcBef>
                <a:spcPts val="0"/>
              </a:spcBef>
              <a:spcAft>
                <a:spcPts val="0"/>
              </a:spcAft>
            </a:pPr>
            <a:r>
              <a:rPr sz="3200" b="1" dirty="0">
                <a:solidFill>
                  <a:srgbClr val="0070C0"/>
                </a:solidFill>
                <a:latin typeface="Calibri"/>
                <a:cs typeface="Calibri"/>
              </a:rPr>
              <a:t>Introduction to</a:t>
            </a:r>
            <a:r>
              <a:rPr sz="3200" b="1" spc="-89" dirty="0">
                <a:solidFill>
                  <a:srgbClr val="0070C0"/>
                </a:solidFill>
                <a:latin typeface="Calibri"/>
                <a:cs typeface="Calibri"/>
              </a:rPr>
              <a:t> </a:t>
            </a:r>
            <a:r>
              <a:rPr sz="3200" b="1" dirty="0">
                <a:solidFill>
                  <a:srgbClr val="0070C0"/>
                </a:solidFill>
                <a:latin typeface="Calibri"/>
                <a:cs typeface="Calibri"/>
              </a:rPr>
              <a:t>Python</a:t>
            </a:r>
          </a:p>
        </p:txBody>
      </p:sp>
      <p:sp>
        <p:nvSpPr>
          <p:cNvPr id="4" name="object 4"/>
          <p:cNvSpPr txBox="1"/>
          <p:nvPr/>
        </p:nvSpPr>
        <p:spPr>
          <a:xfrm>
            <a:off x="623978" y="1453507"/>
            <a:ext cx="7400711" cy="1228770"/>
          </a:xfrm>
          <a:prstGeom prst="rect">
            <a:avLst/>
          </a:prstGeom>
        </p:spPr>
        <p:txBody>
          <a:bodyPr vert="horz" wrap="square" lIns="0" tIns="0" rIns="0" bIns="0" rtlCol="0">
            <a:spAutoFit/>
          </a:bodyPr>
          <a:lstStyle/>
          <a:p>
            <a:pPr marL="0" marR="0">
              <a:lnSpc>
                <a:spcPts val="1698"/>
              </a:lnSpc>
              <a:spcBef>
                <a:spcPts val="0"/>
              </a:spcBef>
              <a:spcAft>
                <a:spcPts val="0"/>
              </a:spcAft>
            </a:pPr>
            <a:r>
              <a:rPr sz="1800" dirty="0">
                <a:solidFill>
                  <a:srgbClr val="FF0000"/>
                </a:solidFill>
                <a:latin typeface="Calibri"/>
                <a:cs typeface="Calibri"/>
              </a:rPr>
              <a:t>Python syntax in comparison to other programming languages</a:t>
            </a:r>
          </a:p>
          <a:p>
            <a:pPr marL="0" marR="0">
              <a:lnSpc>
                <a:spcPts val="2743"/>
              </a:lnSpc>
              <a:spcBef>
                <a:spcPts val="0"/>
              </a:spcBef>
              <a:spcAft>
                <a:spcPts val="0"/>
              </a:spcAft>
            </a:pPr>
            <a:r>
              <a:rPr sz="2800" spc="370" dirty="0">
                <a:solidFill>
                  <a:srgbClr val="000000"/>
                </a:solidFill>
                <a:latin typeface="VIDFKT+ArialMT"/>
                <a:cs typeface="VIDFKT+ArialMT"/>
              </a:rPr>
              <a:t>•</a:t>
            </a:r>
            <a:r>
              <a:rPr sz="1800" dirty="0">
                <a:solidFill>
                  <a:srgbClr val="000000"/>
                </a:solidFill>
                <a:latin typeface="Calibri"/>
                <a:cs typeface="Calibri"/>
              </a:rPr>
              <a:t>Python was designed for readability, and has some similarities to the English</a:t>
            </a:r>
          </a:p>
          <a:p>
            <a:pPr marL="171450" marR="0">
              <a:lnSpc>
                <a:spcPts val="1698"/>
              </a:lnSpc>
              <a:spcBef>
                <a:spcPts val="0"/>
              </a:spcBef>
              <a:spcAft>
                <a:spcPts val="0"/>
              </a:spcAft>
            </a:pPr>
            <a:r>
              <a:rPr sz="1800" dirty="0">
                <a:solidFill>
                  <a:srgbClr val="000000"/>
                </a:solidFill>
                <a:latin typeface="Calibri"/>
                <a:cs typeface="Calibri"/>
              </a:rPr>
              <a:t>language with influence from mathematics.</a:t>
            </a:r>
          </a:p>
          <a:p>
            <a:pPr marL="0" marR="0">
              <a:lnSpc>
                <a:spcPts val="2744"/>
              </a:lnSpc>
              <a:spcBef>
                <a:spcPts val="50"/>
              </a:spcBef>
              <a:spcAft>
                <a:spcPts val="0"/>
              </a:spcAft>
            </a:pPr>
            <a:r>
              <a:rPr sz="2800" spc="370" dirty="0">
                <a:solidFill>
                  <a:srgbClr val="000000"/>
                </a:solidFill>
                <a:latin typeface="VIDFKT+ArialMT"/>
                <a:cs typeface="VIDFKT+ArialMT"/>
              </a:rPr>
              <a:t>•</a:t>
            </a:r>
            <a:r>
              <a:rPr sz="1800" dirty="0">
                <a:solidFill>
                  <a:srgbClr val="000000"/>
                </a:solidFill>
                <a:latin typeface="Calibri"/>
                <a:cs typeface="Calibri"/>
              </a:rPr>
              <a:t>Python uses new lines to complete a command, as opposed to other</a:t>
            </a:r>
          </a:p>
        </p:txBody>
      </p:sp>
      <p:sp>
        <p:nvSpPr>
          <p:cNvPr id="5" name="object 5"/>
          <p:cNvSpPr txBox="1"/>
          <p:nvPr/>
        </p:nvSpPr>
        <p:spPr>
          <a:xfrm>
            <a:off x="795428" y="2644259"/>
            <a:ext cx="6519469" cy="253863"/>
          </a:xfrm>
          <a:prstGeom prst="rect">
            <a:avLst/>
          </a:prstGeom>
        </p:spPr>
        <p:txBody>
          <a:bodyPr vert="horz" wrap="square" lIns="0" tIns="0" rIns="0" bIns="0" rtlCol="0">
            <a:spAutoFit/>
          </a:bodyPr>
          <a:lstStyle/>
          <a:p>
            <a:pPr marL="0" marR="0">
              <a:lnSpc>
                <a:spcPts val="1698"/>
              </a:lnSpc>
              <a:spcBef>
                <a:spcPts val="0"/>
              </a:spcBef>
              <a:spcAft>
                <a:spcPts val="0"/>
              </a:spcAft>
            </a:pPr>
            <a:r>
              <a:rPr sz="1800" dirty="0">
                <a:solidFill>
                  <a:srgbClr val="000000"/>
                </a:solidFill>
                <a:latin typeface="Calibri"/>
                <a:cs typeface="Calibri"/>
              </a:rPr>
              <a:t>programming languages which often use semicolons or parentheses.</a:t>
            </a:r>
          </a:p>
        </p:txBody>
      </p:sp>
      <p:sp>
        <p:nvSpPr>
          <p:cNvPr id="6" name="object 6"/>
          <p:cNvSpPr txBox="1"/>
          <p:nvPr/>
        </p:nvSpPr>
        <p:spPr>
          <a:xfrm>
            <a:off x="623978" y="2842282"/>
            <a:ext cx="7596887" cy="898104"/>
          </a:xfrm>
          <a:prstGeom prst="rect">
            <a:avLst/>
          </a:prstGeom>
        </p:spPr>
        <p:txBody>
          <a:bodyPr vert="horz" wrap="square" lIns="0" tIns="0" rIns="0" bIns="0" rtlCol="0">
            <a:spAutoFit/>
          </a:bodyPr>
          <a:lstStyle/>
          <a:p>
            <a:pPr marL="0" marR="0">
              <a:lnSpc>
                <a:spcPts val="3128"/>
              </a:lnSpc>
              <a:spcBef>
                <a:spcPts val="0"/>
              </a:spcBef>
              <a:spcAft>
                <a:spcPts val="0"/>
              </a:spcAft>
            </a:pPr>
            <a:r>
              <a:rPr sz="2800" spc="370" dirty="0">
                <a:solidFill>
                  <a:srgbClr val="000000"/>
                </a:solidFill>
                <a:latin typeface="VIDFKT+ArialMT"/>
                <a:cs typeface="VIDFKT+ArialMT"/>
              </a:rPr>
              <a:t>•</a:t>
            </a:r>
            <a:r>
              <a:rPr sz="1800" dirty="0">
                <a:solidFill>
                  <a:srgbClr val="000000"/>
                </a:solidFill>
                <a:latin typeface="Calibri"/>
                <a:cs typeface="Calibri"/>
              </a:rPr>
              <a:t>Python relies on indentation, using whitespace, to define scope; such as the</a:t>
            </a:r>
          </a:p>
          <a:p>
            <a:pPr marL="171450" marR="0">
              <a:lnSpc>
                <a:spcPts val="1698"/>
              </a:lnSpc>
              <a:spcBef>
                <a:spcPts val="0"/>
              </a:spcBef>
              <a:spcAft>
                <a:spcPts val="0"/>
              </a:spcAft>
            </a:pPr>
            <a:r>
              <a:rPr sz="1800" dirty="0">
                <a:solidFill>
                  <a:srgbClr val="000000"/>
                </a:solidFill>
                <a:latin typeface="Calibri"/>
                <a:cs typeface="Calibri"/>
              </a:rPr>
              <a:t>scope of loops, functions and classes. Other programming languages often use</a:t>
            </a:r>
          </a:p>
          <a:p>
            <a:pPr marL="171450" marR="0">
              <a:lnSpc>
                <a:spcPts val="1698"/>
              </a:lnSpc>
              <a:spcBef>
                <a:spcPts val="295"/>
              </a:spcBef>
              <a:spcAft>
                <a:spcPts val="0"/>
              </a:spcAft>
            </a:pPr>
            <a:r>
              <a:rPr sz="1800" dirty="0">
                <a:solidFill>
                  <a:srgbClr val="000000"/>
                </a:solidFill>
                <a:latin typeface="Calibri"/>
                <a:cs typeface="Calibri"/>
              </a:rPr>
              <a:t>curly-brackets for this purpose.</a:t>
            </a:r>
          </a:p>
        </p:txBody>
      </p:sp>
      <p:sp>
        <p:nvSpPr>
          <p:cNvPr id="7" name="object 7"/>
          <p:cNvSpPr txBox="1"/>
          <p:nvPr/>
        </p:nvSpPr>
        <p:spPr>
          <a:xfrm>
            <a:off x="8330893" y="4809544"/>
            <a:ext cx="268262" cy="253863"/>
          </a:xfrm>
          <a:prstGeom prst="rect">
            <a:avLst/>
          </a:prstGeom>
        </p:spPr>
        <p:txBody>
          <a:bodyPr vert="horz" wrap="square" lIns="0" tIns="0" rIns="0" bIns="0" rtlCol="0">
            <a:spAutoFit/>
          </a:bodyPr>
          <a:lstStyle/>
          <a:p>
            <a:pPr marL="0" marR="0">
              <a:lnSpc>
                <a:spcPts val="1698"/>
              </a:lnSpc>
              <a:spcBef>
                <a:spcPts val="0"/>
              </a:spcBef>
              <a:spcAft>
                <a:spcPts val="0"/>
              </a:spcAft>
            </a:pPr>
            <a:r>
              <a:rPr sz="1800" dirty="0">
                <a:solidFill>
                  <a:srgbClr val="888888"/>
                </a:solidFill>
                <a:latin typeface="Calibri"/>
                <a:cs typeface="Calibri"/>
              </a:rPr>
              <a:t>7</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1"/>
          <p:cNvSpPr/>
          <p:nvPr/>
        </p:nvSpPr>
        <p:spPr>
          <a:xfrm>
            <a:off x="0" y="0"/>
            <a:ext cx="9144000" cy="5143500"/>
          </a:xfrm>
          <a:prstGeom prst="rect">
            <a:avLst/>
          </a:prstGeom>
          <a:blipFill>
            <a:blip r:embed="rId2" cstate="print"/>
            <a:stretch>
              <a:fillRect/>
            </a:stretch>
          </a:blipFill>
        </p:spPr>
        <p:txBody>
          <a:bodyPr wrap="square" lIns="0" tIns="0" rIns="0" bIns="0" rtlCol="0">
            <a:spAutoFit/>
          </a:bodyPr>
          <a:lstStyle/>
          <a:p>
            <a:endParaRPr/>
          </a:p>
        </p:txBody>
      </p:sp>
      <p:sp>
        <p:nvSpPr>
          <p:cNvPr id="3" name="object 3"/>
          <p:cNvSpPr txBox="1"/>
          <p:nvPr/>
        </p:nvSpPr>
        <p:spPr>
          <a:xfrm>
            <a:off x="623978" y="589025"/>
            <a:ext cx="4082222" cy="769858"/>
          </a:xfrm>
          <a:prstGeom prst="rect">
            <a:avLst/>
          </a:prstGeom>
        </p:spPr>
        <p:txBody>
          <a:bodyPr vert="horz" wrap="square" lIns="0" tIns="0" rIns="0" bIns="0" rtlCol="0">
            <a:spAutoFit/>
          </a:bodyPr>
          <a:lstStyle/>
          <a:p>
            <a:pPr marL="73240" marR="0">
              <a:lnSpc>
                <a:spcPts val="3020"/>
              </a:lnSpc>
              <a:spcBef>
                <a:spcPts val="0"/>
              </a:spcBef>
              <a:spcAft>
                <a:spcPts val="0"/>
              </a:spcAft>
            </a:pPr>
            <a:r>
              <a:rPr sz="3200" b="1" dirty="0">
                <a:solidFill>
                  <a:srgbClr val="0070C0"/>
                </a:solidFill>
                <a:latin typeface="Calibri"/>
                <a:cs typeface="Calibri"/>
              </a:rPr>
              <a:t>Introduction to Python</a:t>
            </a:r>
          </a:p>
          <a:p>
            <a:pPr marL="0" marR="0">
              <a:lnSpc>
                <a:spcPts val="1698"/>
              </a:lnSpc>
              <a:spcBef>
                <a:spcPts val="1092"/>
              </a:spcBef>
              <a:spcAft>
                <a:spcPts val="0"/>
              </a:spcAft>
            </a:pPr>
            <a:r>
              <a:rPr sz="1800" b="1" dirty="0">
                <a:solidFill>
                  <a:srgbClr val="0070C0"/>
                </a:solidFill>
                <a:latin typeface="Calibri"/>
                <a:cs typeface="Calibri"/>
              </a:rPr>
              <a:t>Python syntax</a:t>
            </a:r>
          </a:p>
        </p:txBody>
      </p:sp>
      <p:sp>
        <p:nvSpPr>
          <p:cNvPr id="4" name="object 4"/>
          <p:cNvSpPr txBox="1"/>
          <p:nvPr/>
        </p:nvSpPr>
        <p:spPr>
          <a:xfrm>
            <a:off x="623978" y="1453507"/>
            <a:ext cx="6839539" cy="602351"/>
          </a:xfrm>
          <a:prstGeom prst="rect">
            <a:avLst/>
          </a:prstGeom>
        </p:spPr>
        <p:txBody>
          <a:bodyPr vert="horz" wrap="square" lIns="0" tIns="0" rIns="0" bIns="0" rtlCol="0">
            <a:spAutoFit/>
          </a:bodyPr>
          <a:lstStyle/>
          <a:p>
            <a:pPr marL="0" marR="0">
              <a:lnSpc>
                <a:spcPts val="1698"/>
              </a:lnSpc>
              <a:spcBef>
                <a:spcPts val="0"/>
              </a:spcBef>
              <a:spcAft>
                <a:spcPts val="0"/>
              </a:spcAft>
            </a:pPr>
            <a:r>
              <a:rPr sz="1800" dirty="0">
                <a:solidFill>
                  <a:srgbClr val="000000"/>
                </a:solidFill>
                <a:latin typeface="Calibri"/>
                <a:cs typeface="Calibri"/>
              </a:rPr>
              <a:t>Python syntax can be executed by writing directly in the Command Line:</a:t>
            </a:r>
          </a:p>
          <a:p>
            <a:pPr marL="0" marR="0">
              <a:lnSpc>
                <a:spcPts val="1698"/>
              </a:lnSpc>
              <a:spcBef>
                <a:spcPts val="1045"/>
              </a:spcBef>
              <a:spcAft>
                <a:spcPts val="0"/>
              </a:spcAft>
            </a:pPr>
            <a:r>
              <a:rPr sz="1800" dirty="0">
                <a:solidFill>
                  <a:srgbClr val="FF0000"/>
                </a:solidFill>
                <a:latin typeface="Calibri"/>
                <a:cs typeface="Calibri"/>
              </a:rPr>
              <a:t>&gt;&gt;&gt; print("Hello, World!")</a:t>
            </a:r>
          </a:p>
        </p:txBody>
      </p:sp>
      <p:sp>
        <p:nvSpPr>
          <p:cNvPr id="5" name="object 5"/>
          <p:cNvSpPr txBox="1"/>
          <p:nvPr/>
        </p:nvSpPr>
        <p:spPr>
          <a:xfrm>
            <a:off x="623978" y="2150483"/>
            <a:ext cx="1392254" cy="253863"/>
          </a:xfrm>
          <a:prstGeom prst="rect">
            <a:avLst/>
          </a:prstGeom>
        </p:spPr>
        <p:txBody>
          <a:bodyPr vert="horz" wrap="square" lIns="0" tIns="0" rIns="0" bIns="0" rtlCol="0">
            <a:spAutoFit/>
          </a:bodyPr>
          <a:lstStyle/>
          <a:p>
            <a:pPr marL="0" marR="0">
              <a:lnSpc>
                <a:spcPts val="1698"/>
              </a:lnSpc>
              <a:spcBef>
                <a:spcPts val="0"/>
              </a:spcBef>
              <a:spcAft>
                <a:spcPts val="0"/>
              </a:spcAft>
            </a:pPr>
            <a:r>
              <a:rPr sz="1800" dirty="0">
                <a:solidFill>
                  <a:srgbClr val="FF0000"/>
                </a:solidFill>
                <a:latin typeface="Calibri"/>
                <a:cs typeface="Calibri"/>
              </a:rPr>
              <a:t>Hello, World!</a:t>
            </a:r>
          </a:p>
        </p:txBody>
      </p:sp>
      <p:sp>
        <p:nvSpPr>
          <p:cNvPr id="6" name="object 6"/>
          <p:cNvSpPr txBox="1"/>
          <p:nvPr/>
        </p:nvSpPr>
        <p:spPr>
          <a:xfrm>
            <a:off x="623978" y="2847459"/>
            <a:ext cx="7899214" cy="500751"/>
          </a:xfrm>
          <a:prstGeom prst="rect">
            <a:avLst/>
          </a:prstGeom>
        </p:spPr>
        <p:txBody>
          <a:bodyPr vert="horz" wrap="square" lIns="0" tIns="0" rIns="0" bIns="0" rtlCol="0">
            <a:spAutoFit/>
          </a:bodyPr>
          <a:lstStyle/>
          <a:p>
            <a:pPr marL="0" marR="0">
              <a:lnSpc>
                <a:spcPts val="1698"/>
              </a:lnSpc>
              <a:spcBef>
                <a:spcPts val="0"/>
              </a:spcBef>
              <a:spcAft>
                <a:spcPts val="0"/>
              </a:spcAft>
            </a:pPr>
            <a:r>
              <a:rPr sz="1800" dirty="0">
                <a:solidFill>
                  <a:srgbClr val="000000"/>
                </a:solidFill>
                <a:latin typeface="Calibri"/>
                <a:cs typeface="Calibri"/>
              </a:rPr>
              <a:t>Or</a:t>
            </a:r>
            <a:r>
              <a:rPr sz="1800" spc="68" dirty="0">
                <a:solidFill>
                  <a:srgbClr val="000000"/>
                </a:solidFill>
                <a:latin typeface="Calibri"/>
                <a:cs typeface="Calibri"/>
              </a:rPr>
              <a:t> </a:t>
            </a:r>
            <a:r>
              <a:rPr sz="1800" dirty="0">
                <a:solidFill>
                  <a:srgbClr val="000000"/>
                </a:solidFill>
                <a:latin typeface="Calibri"/>
                <a:cs typeface="Calibri"/>
              </a:rPr>
              <a:t>by</a:t>
            </a:r>
            <a:r>
              <a:rPr sz="1800" spc="68" dirty="0">
                <a:solidFill>
                  <a:srgbClr val="000000"/>
                </a:solidFill>
                <a:latin typeface="Calibri"/>
                <a:cs typeface="Calibri"/>
              </a:rPr>
              <a:t> </a:t>
            </a:r>
            <a:r>
              <a:rPr sz="1800" dirty="0">
                <a:solidFill>
                  <a:srgbClr val="000000"/>
                </a:solidFill>
                <a:latin typeface="Calibri"/>
                <a:cs typeface="Calibri"/>
              </a:rPr>
              <a:t>creating</a:t>
            </a:r>
            <a:r>
              <a:rPr sz="1800" spc="36" dirty="0">
                <a:solidFill>
                  <a:srgbClr val="000000"/>
                </a:solidFill>
                <a:latin typeface="Calibri"/>
                <a:cs typeface="Calibri"/>
              </a:rPr>
              <a:t> </a:t>
            </a:r>
            <a:r>
              <a:rPr sz="1800" dirty="0">
                <a:solidFill>
                  <a:srgbClr val="000000"/>
                </a:solidFill>
                <a:latin typeface="Calibri"/>
                <a:cs typeface="Calibri"/>
              </a:rPr>
              <a:t>a</a:t>
            </a:r>
            <a:r>
              <a:rPr sz="1800" spc="75" dirty="0">
                <a:solidFill>
                  <a:srgbClr val="000000"/>
                </a:solidFill>
                <a:latin typeface="Calibri"/>
                <a:cs typeface="Calibri"/>
              </a:rPr>
              <a:t> </a:t>
            </a:r>
            <a:r>
              <a:rPr sz="1800" dirty="0">
                <a:solidFill>
                  <a:srgbClr val="000000"/>
                </a:solidFill>
                <a:latin typeface="Calibri"/>
                <a:cs typeface="Calibri"/>
              </a:rPr>
              <a:t>python</a:t>
            </a:r>
            <a:r>
              <a:rPr sz="1800" spc="88" dirty="0">
                <a:solidFill>
                  <a:srgbClr val="000000"/>
                </a:solidFill>
                <a:latin typeface="Calibri"/>
                <a:cs typeface="Calibri"/>
              </a:rPr>
              <a:t> </a:t>
            </a:r>
            <a:r>
              <a:rPr sz="1800" dirty="0">
                <a:solidFill>
                  <a:srgbClr val="000000"/>
                </a:solidFill>
                <a:latin typeface="Calibri"/>
                <a:cs typeface="Calibri"/>
              </a:rPr>
              <a:t>file</a:t>
            </a:r>
            <a:r>
              <a:rPr sz="1800" spc="70" dirty="0">
                <a:solidFill>
                  <a:srgbClr val="000000"/>
                </a:solidFill>
                <a:latin typeface="Calibri"/>
                <a:cs typeface="Calibri"/>
              </a:rPr>
              <a:t> </a:t>
            </a:r>
            <a:r>
              <a:rPr sz="1800" dirty="0">
                <a:solidFill>
                  <a:srgbClr val="000000"/>
                </a:solidFill>
                <a:latin typeface="Calibri"/>
                <a:cs typeface="Calibri"/>
              </a:rPr>
              <a:t>on</a:t>
            </a:r>
            <a:r>
              <a:rPr sz="1800" spc="81" dirty="0">
                <a:solidFill>
                  <a:srgbClr val="000000"/>
                </a:solidFill>
                <a:latin typeface="Calibri"/>
                <a:cs typeface="Calibri"/>
              </a:rPr>
              <a:t> </a:t>
            </a:r>
            <a:r>
              <a:rPr sz="1800" dirty="0">
                <a:solidFill>
                  <a:srgbClr val="000000"/>
                </a:solidFill>
                <a:latin typeface="Calibri"/>
                <a:cs typeface="Calibri"/>
              </a:rPr>
              <a:t>the</a:t>
            </a:r>
            <a:r>
              <a:rPr sz="1800" spc="83" dirty="0">
                <a:solidFill>
                  <a:srgbClr val="000000"/>
                </a:solidFill>
                <a:latin typeface="Calibri"/>
                <a:cs typeface="Calibri"/>
              </a:rPr>
              <a:t> </a:t>
            </a:r>
            <a:r>
              <a:rPr sz="1800" dirty="0">
                <a:solidFill>
                  <a:srgbClr val="000000"/>
                </a:solidFill>
                <a:latin typeface="Calibri"/>
                <a:cs typeface="Calibri"/>
              </a:rPr>
              <a:t>server,</a:t>
            </a:r>
            <a:r>
              <a:rPr sz="1800" spc="-74" dirty="0">
                <a:solidFill>
                  <a:srgbClr val="000000"/>
                </a:solidFill>
                <a:latin typeface="Calibri"/>
                <a:cs typeface="Calibri"/>
              </a:rPr>
              <a:t> </a:t>
            </a:r>
            <a:r>
              <a:rPr sz="1800" dirty="0">
                <a:solidFill>
                  <a:srgbClr val="000000"/>
                </a:solidFill>
                <a:latin typeface="Calibri"/>
                <a:cs typeface="Calibri"/>
              </a:rPr>
              <a:t>using</a:t>
            </a:r>
            <a:r>
              <a:rPr sz="1800" spc="83" dirty="0">
                <a:solidFill>
                  <a:srgbClr val="000000"/>
                </a:solidFill>
                <a:latin typeface="Calibri"/>
                <a:cs typeface="Calibri"/>
              </a:rPr>
              <a:t> </a:t>
            </a:r>
            <a:r>
              <a:rPr sz="1800" dirty="0">
                <a:solidFill>
                  <a:srgbClr val="000000"/>
                </a:solidFill>
                <a:latin typeface="Calibri"/>
                <a:cs typeface="Calibri"/>
              </a:rPr>
              <a:t>the</a:t>
            </a:r>
            <a:r>
              <a:rPr sz="1800" spc="83" dirty="0">
                <a:solidFill>
                  <a:srgbClr val="000000"/>
                </a:solidFill>
                <a:latin typeface="Calibri"/>
                <a:cs typeface="Calibri"/>
              </a:rPr>
              <a:t> </a:t>
            </a:r>
            <a:r>
              <a:rPr sz="1800" dirty="0">
                <a:solidFill>
                  <a:srgbClr val="000000"/>
                </a:solidFill>
                <a:latin typeface="Calibri"/>
                <a:cs typeface="Calibri"/>
              </a:rPr>
              <a:t>.py</a:t>
            </a:r>
            <a:r>
              <a:rPr sz="1800" spc="66" dirty="0">
                <a:solidFill>
                  <a:srgbClr val="000000"/>
                </a:solidFill>
                <a:latin typeface="Calibri"/>
                <a:cs typeface="Calibri"/>
              </a:rPr>
              <a:t> </a:t>
            </a:r>
            <a:r>
              <a:rPr sz="1800" dirty="0">
                <a:solidFill>
                  <a:srgbClr val="000000"/>
                </a:solidFill>
                <a:latin typeface="Calibri"/>
                <a:cs typeface="Calibri"/>
              </a:rPr>
              <a:t>file</a:t>
            </a:r>
            <a:r>
              <a:rPr sz="1800" spc="70" dirty="0">
                <a:solidFill>
                  <a:srgbClr val="000000"/>
                </a:solidFill>
                <a:latin typeface="Calibri"/>
                <a:cs typeface="Calibri"/>
              </a:rPr>
              <a:t> </a:t>
            </a:r>
            <a:r>
              <a:rPr sz="1800" dirty="0">
                <a:solidFill>
                  <a:srgbClr val="000000"/>
                </a:solidFill>
                <a:latin typeface="Calibri"/>
                <a:cs typeface="Calibri"/>
              </a:rPr>
              <a:t>extension,</a:t>
            </a:r>
            <a:r>
              <a:rPr sz="1800" spc="47" dirty="0">
                <a:solidFill>
                  <a:srgbClr val="000000"/>
                </a:solidFill>
                <a:latin typeface="Calibri"/>
                <a:cs typeface="Calibri"/>
              </a:rPr>
              <a:t> </a:t>
            </a:r>
            <a:r>
              <a:rPr sz="1800" dirty="0">
                <a:solidFill>
                  <a:srgbClr val="000000"/>
                </a:solidFill>
                <a:latin typeface="Calibri"/>
                <a:cs typeface="Calibri"/>
              </a:rPr>
              <a:t>and</a:t>
            </a:r>
            <a:r>
              <a:rPr sz="1800" spc="83" dirty="0">
                <a:solidFill>
                  <a:srgbClr val="000000"/>
                </a:solidFill>
                <a:latin typeface="Calibri"/>
                <a:cs typeface="Calibri"/>
              </a:rPr>
              <a:t> </a:t>
            </a:r>
            <a:r>
              <a:rPr sz="1800" dirty="0">
                <a:solidFill>
                  <a:srgbClr val="000000"/>
                </a:solidFill>
                <a:latin typeface="Calibri"/>
                <a:cs typeface="Calibri"/>
              </a:rPr>
              <a:t>running</a:t>
            </a:r>
          </a:p>
          <a:p>
            <a:pPr marL="0" marR="0">
              <a:lnSpc>
                <a:spcPts val="1698"/>
              </a:lnSpc>
              <a:spcBef>
                <a:spcPts val="245"/>
              </a:spcBef>
              <a:spcAft>
                <a:spcPts val="0"/>
              </a:spcAft>
            </a:pPr>
            <a:r>
              <a:rPr sz="1800" dirty="0">
                <a:solidFill>
                  <a:srgbClr val="000000"/>
                </a:solidFill>
                <a:latin typeface="Calibri"/>
                <a:cs typeface="Calibri"/>
              </a:rPr>
              <a:t>it in the Command Line:</a:t>
            </a:r>
          </a:p>
        </p:txBody>
      </p:sp>
      <p:sp>
        <p:nvSpPr>
          <p:cNvPr id="7" name="object 7"/>
          <p:cNvSpPr txBox="1"/>
          <p:nvPr/>
        </p:nvSpPr>
        <p:spPr>
          <a:xfrm>
            <a:off x="623978" y="3442835"/>
            <a:ext cx="3746823" cy="253863"/>
          </a:xfrm>
          <a:prstGeom prst="rect">
            <a:avLst/>
          </a:prstGeom>
        </p:spPr>
        <p:txBody>
          <a:bodyPr vert="horz" wrap="square" lIns="0" tIns="0" rIns="0" bIns="0" rtlCol="0">
            <a:spAutoFit/>
          </a:bodyPr>
          <a:lstStyle/>
          <a:p>
            <a:pPr marL="0" marR="0">
              <a:lnSpc>
                <a:spcPts val="1698"/>
              </a:lnSpc>
              <a:spcBef>
                <a:spcPts val="0"/>
              </a:spcBef>
              <a:spcAft>
                <a:spcPts val="0"/>
              </a:spcAft>
            </a:pPr>
            <a:r>
              <a:rPr sz="1800" dirty="0">
                <a:solidFill>
                  <a:srgbClr val="FF0000"/>
                </a:solidFill>
                <a:latin typeface="Calibri"/>
                <a:cs typeface="Calibri"/>
              </a:rPr>
              <a:t>C:\Users\Your Name&gt;python myfile.py</a:t>
            </a:r>
          </a:p>
        </p:txBody>
      </p:sp>
      <p:sp>
        <p:nvSpPr>
          <p:cNvPr id="8" name="object 8"/>
          <p:cNvSpPr txBox="1"/>
          <p:nvPr/>
        </p:nvSpPr>
        <p:spPr>
          <a:xfrm>
            <a:off x="8330893" y="4809544"/>
            <a:ext cx="268262" cy="253863"/>
          </a:xfrm>
          <a:prstGeom prst="rect">
            <a:avLst/>
          </a:prstGeom>
        </p:spPr>
        <p:txBody>
          <a:bodyPr vert="horz" wrap="square" lIns="0" tIns="0" rIns="0" bIns="0" rtlCol="0">
            <a:spAutoFit/>
          </a:bodyPr>
          <a:lstStyle/>
          <a:p>
            <a:pPr marL="0" marR="0">
              <a:lnSpc>
                <a:spcPts val="1698"/>
              </a:lnSpc>
              <a:spcBef>
                <a:spcPts val="0"/>
              </a:spcBef>
              <a:spcAft>
                <a:spcPts val="0"/>
              </a:spcAft>
            </a:pPr>
            <a:r>
              <a:rPr sz="1800" dirty="0">
                <a:solidFill>
                  <a:srgbClr val="888888"/>
                </a:solidFill>
                <a:latin typeface="Calibri"/>
                <a:cs typeface="Calibri"/>
              </a:rPr>
              <a:t>8</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1"/>
          <p:cNvSpPr/>
          <p:nvPr/>
        </p:nvSpPr>
        <p:spPr>
          <a:xfrm>
            <a:off x="0" y="0"/>
            <a:ext cx="9144000" cy="5143500"/>
          </a:xfrm>
          <a:prstGeom prst="rect">
            <a:avLst/>
          </a:prstGeom>
          <a:blipFill>
            <a:blip r:embed="rId2" cstate="print"/>
            <a:stretch>
              <a:fillRect/>
            </a:stretch>
          </a:blipFill>
        </p:spPr>
        <p:txBody>
          <a:bodyPr wrap="square" lIns="0" tIns="0" rIns="0" bIns="0" rtlCol="0">
            <a:spAutoFit/>
          </a:bodyPr>
          <a:lstStyle/>
          <a:p>
            <a:endParaRPr/>
          </a:p>
        </p:txBody>
      </p:sp>
      <p:sp>
        <p:nvSpPr>
          <p:cNvPr id="3" name="object 3"/>
          <p:cNvSpPr txBox="1"/>
          <p:nvPr/>
        </p:nvSpPr>
        <p:spPr>
          <a:xfrm>
            <a:off x="697219" y="514425"/>
            <a:ext cx="3773017" cy="537972"/>
          </a:xfrm>
          <a:prstGeom prst="rect">
            <a:avLst/>
          </a:prstGeom>
        </p:spPr>
        <p:txBody>
          <a:bodyPr vert="horz" wrap="square" lIns="0" tIns="0" rIns="0" bIns="0" rtlCol="0">
            <a:spAutoFit/>
          </a:bodyPr>
          <a:lstStyle/>
          <a:p>
            <a:pPr marL="0" marR="0">
              <a:lnSpc>
                <a:spcPts val="3936"/>
              </a:lnSpc>
              <a:spcBef>
                <a:spcPts val="0"/>
              </a:spcBef>
              <a:spcAft>
                <a:spcPts val="0"/>
              </a:spcAft>
            </a:pPr>
            <a:r>
              <a:rPr sz="3200" b="1" dirty="0">
                <a:solidFill>
                  <a:srgbClr val="C00000"/>
                </a:solidFill>
                <a:latin typeface="SMITBP+LibreBaskerville-Bold"/>
                <a:cs typeface="SMITBP+LibreBaskerville-Bold"/>
              </a:rPr>
              <a:t>Sample Program</a:t>
            </a:r>
          </a:p>
        </p:txBody>
      </p:sp>
      <p:sp>
        <p:nvSpPr>
          <p:cNvPr id="4" name="object 4"/>
          <p:cNvSpPr txBox="1"/>
          <p:nvPr/>
        </p:nvSpPr>
        <p:spPr>
          <a:xfrm>
            <a:off x="697219" y="1446013"/>
            <a:ext cx="2674594" cy="1005703"/>
          </a:xfrm>
          <a:prstGeom prst="rect">
            <a:avLst/>
          </a:prstGeom>
        </p:spPr>
        <p:txBody>
          <a:bodyPr vert="horz" wrap="square" lIns="0" tIns="0" rIns="0" bIns="0" rtlCol="0">
            <a:spAutoFit/>
          </a:bodyPr>
          <a:lstStyle/>
          <a:p>
            <a:pPr marL="0" marR="0">
              <a:lnSpc>
                <a:spcPts val="1698"/>
              </a:lnSpc>
              <a:spcBef>
                <a:spcPts val="0"/>
              </a:spcBef>
              <a:spcAft>
                <a:spcPts val="0"/>
              </a:spcAft>
            </a:pPr>
            <a:r>
              <a:rPr sz="1800" dirty="0">
                <a:solidFill>
                  <a:srgbClr val="000000"/>
                </a:solidFill>
                <a:latin typeface="Calibri"/>
                <a:cs typeface="Calibri"/>
              </a:rPr>
              <a:t>n1=input(‘Enter Number1’)</a:t>
            </a:r>
          </a:p>
          <a:p>
            <a:pPr marL="0" marR="0">
              <a:lnSpc>
                <a:spcPts val="1698"/>
              </a:lnSpc>
              <a:spcBef>
                <a:spcPts val="1261"/>
              </a:spcBef>
              <a:spcAft>
                <a:spcPts val="0"/>
              </a:spcAft>
            </a:pPr>
            <a:r>
              <a:rPr sz="1800" dirty="0">
                <a:solidFill>
                  <a:srgbClr val="000000"/>
                </a:solidFill>
                <a:latin typeface="Calibri"/>
                <a:cs typeface="Calibri"/>
              </a:rPr>
              <a:t>n2=input(‘Enter Number2’)</a:t>
            </a:r>
          </a:p>
          <a:p>
            <a:pPr marL="0" marR="0">
              <a:lnSpc>
                <a:spcPts val="1698"/>
              </a:lnSpc>
              <a:spcBef>
                <a:spcPts val="1211"/>
              </a:spcBef>
              <a:spcAft>
                <a:spcPts val="0"/>
              </a:spcAft>
            </a:pPr>
            <a:r>
              <a:rPr sz="1800" dirty="0">
                <a:solidFill>
                  <a:srgbClr val="000000"/>
                </a:solidFill>
                <a:latin typeface="Calibri"/>
                <a:cs typeface="Calibri"/>
              </a:rPr>
              <a:t>if n1&gt;n2:</a:t>
            </a:r>
          </a:p>
        </p:txBody>
      </p:sp>
      <p:sp>
        <p:nvSpPr>
          <p:cNvPr id="5" name="object 5"/>
          <p:cNvSpPr txBox="1"/>
          <p:nvPr/>
        </p:nvSpPr>
        <p:spPr>
          <a:xfrm>
            <a:off x="697219" y="2573773"/>
            <a:ext cx="2220137" cy="629783"/>
          </a:xfrm>
          <a:prstGeom prst="rect">
            <a:avLst/>
          </a:prstGeom>
        </p:spPr>
        <p:txBody>
          <a:bodyPr vert="horz" wrap="square" lIns="0" tIns="0" rIns="0" bIns="0" rtlCol="0">
            <a:spAutoFit/>
          </a:bodyPr>
          <a:lstStyle/>
          <a:p>
            <a:pPr marL="206654" marR="0">
              <a:lnSpc>
                <a:spcPts val="1698"/>
              </a:lnSpc>
              <a:spcBef>
                <a:spcPts val="0"/>
              </a:spcBef>
              <a:spcAft>
                <a:spcPts val="0"/>
              </a:spcAft>
            </a:pPr>
            <a:r>
              <a:rPr sz="1800" dirty="0">
                <a:solidFill>
                  <a:srgbClr val="000000"/>
                </a:solidFill>
                <a:latin typeface="Calibri"/>
                <a:cs typeface="Calibri"/>
              </a:rPr>
              <a:t>print(‘n1 is greater’)</a:t>
            </a:r>
          </a:p>
          <a:p>
            <a:pPr marL="0" marR="0">
              <a:lnSpc>
                <a:spcPts val="1698"/>
              </a:lnSpc>
              <a:spcBef>
                <a:spcPts val="1261"/>
              </a:spcBef>
              <a:spcAft>
                <a:spcPts val="0"/>
              </a:spcAft>
            </a:pPr>
            <a:r>
              <a:rPr sz="1800" dirty="0">
                <a:solidFill>
                  <a:srgbClr val="000000"/>
                </a:solidFill>
                <a:latin typeface="Calibri"/>
                <a:cs typeface="Calibri"/>
              </a:rPr>
              <a:t>else:</a:t>
            </a:r>
          </a:p>
        </p:txBody>
      </p:sp>
      <p:sp>
        <p:nvSpPr>
          <p:cNvPr id="6" name="object 6"/>
          <p:cNvSpPr txBox="1"/>
          <p:nvPr/>
        </p:nvSpPr>
        <p:spPr>
          <a:xfrm>
            <a:off x="955537" y="3325613"/>
            <a:ext cx="2013483" cy="253863"/>
          </a:xfrm>
          <a:prstGeom prst="rect">
            <a:avLst/>
          </a:prstGeom>
        </p:spPr>
        <p:txBody>
          <a:bodyPr vert="horz" wrap="square" lIns="0" tIns="0" rIns="0" bIns="0" rtlCol="0">
            <a:spAutoFit/>
          </a:bodyPr>
          <a:lstStyle/>
          <a:p>
            <a:pPr marL="0" marR="0">
              <a:lnSpc>
                <a:spcPts val="1698"/>
              </a:lnSpc>
              <a:spcBef>
                <a:spcPts val="0"/>
              </a:spcBef>
              <a:spcAft>
                <a:spcPts val="0"/>
              </a:spcAft>
            </a:pPr>
            <a:r>
              <a:rPr sz="1800" dirty="0">
                <a:solidFill>
                  <a:srgbClr val="000000"/>
                </a:solidFill>
                <a:latin typeface="Calibri"/>
                <a:cs typeface="Calibri"/>
              </a:rPr>
              <a:t>print(‘n1 is greater’)</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1"/>
          <p:cNvSpPr/>
          <p:nvPr/>
        </p:nvSpPr>
        <p:spPr>
          <a:xfrm>
            <a:off x="0" y="0"/>
            <a:ext cx="9144000" cy="5143500"/>
          </a:xfrm>
          <a:prstGeom prst="rect">
            <a:avLst/>
          </a:prstGeom>
          <a:blipFill>
            <a:blip r:embed="rId2" cstate="print"/>
            <a:stretch>
              <a:fillRect/>
            </a:stretch>
          </a:blipFill>
        </p:spPr>
        <p:txBody>
          <a:bodyPr wrap="square" lIns="0" tIns="0" rIns="0" bIns="0" rtlCol="0">
            <a:spAutoFit/>
          </a:bodyPr>
          <a:lstStyle/>
          <a:p>
            <a:endParaRPr/>
          </a:p>
        </p:txBody>
      </p:sp>
      <p:sp>
        <p:nvSpPr>
          <p:cNvPr id="3" name="object 3"/>
          <p:cNvSpPr txBox="1"/>
          <p:nvPr/>
        </p:nvSpPr>
        <p:spPr>
          <a:xfrm>
            <a:off x="697219" y="589025"/>
            <a:ext cx="3997593" cy="421679"/>
          </a:xfrm>
          <a:prstGeom prst="rect">
            <a:avLst/>
          </a:prstGeom>
        </p:spPr>
        <p:txBody>
          <a:bodyPr vert="horz" wrap="square" lIns="0" tIns="0" rIns="0" bIns="0" rtlCol="0">
            <a:spAutoFit/>
          </a:bodyPr>
          <a:lstStyle/>
          <a:p>
            <a:pPr marL="0" marR="0">
              <a:lnSpc>
                <a:spcPts val="3020"/>
              </a:lnSpc>
              <a:spcBef>
                <a:spcPts val="0"/>
              </a:spcBef>
              <a:spcAft>
                <a:spcPts val="0"/>
              </a:spcAft>
            </a:pPr>
            <a:r>
              <a:rPr sz="3200" b="1" dirty="0">
                <a:solidFill>
                  <a:srgbClr val="0070C0"/>
                </a:solidFill>
                <a:latin typeface="Calibri"/>
                <a:cs typeface="Calibri"/>
              </a:rPr>
              <a:t>Introduction to</a:t>
            </a:r>
            <a:r>
              <a:rPr sz="3200" b="1" spc="-89" dirty="0">
                <a:solidFill>
                  <a:srgbClr val="0070C0"/>
                </a:solidFill>
                <a:latin typeface="Calibri"/>
                <a:cs typeface="Calibri"/>
              </a:rPr>
              <a:t> </a:t>
            </a:r>
            <a:r>
              <a:rPr sz="3200" b="1" dirty="0">
                <a:solidFill>
                  <a:srgbClr val="0070C0"/>
                </a:solidFill>
                <a:latin typeface="Calibri"/>
                <a:cs typeface="Calibri"/>
              </a:rPr>
              <a:t>Python</a:t>
            </a:r>
          </a:p>
        </p:txBody>
      </p:sp>
      <p:sp>
        <p:nvSpPr>
          <p:cNvPr id="4" name="object 4"/>
          <p:cNvSpPr txBox="1"/>
          <p:nvPr/>
        </p:nvSpPr>
        <p:spPr>
          <a:xfrm>
            <a:off x="623978" y="1065837"/>
            <a:ext cx="1274725" cy="217902"/>
          </a:xfrm>
          <a:prstGeom prst="rect">
            <a:avLst/>
          </a:prstGeom>
        </p:spPr>
        <p:txBody>
          <a:bodyPr vert="horz" wrap="square" lIns="0" tIns="0" rIns="0" bIns="0" rtlCol="0">
            <a:spAutoFit/>
          </a:bodyPr>
          <a:lstStyle/>
          <a:p>
            <a:pPr marL="0" marR="0">
              <a:lnSpc>
                <a:spcPts val="1415"/>
              </a:lnSpc>
              <a:spcBef>
                <a:spcPts val="0"/>
              </a:spcBef>
              <a:spcAft>
                <a:spcPts val="0"/>
              </a:spcAft>
            </a:pPr>
            <a:r>
              <a:rPr sz="1500" b="1" dirty="0">
                <a:solidFill>
                  <a:srgbClr val="0070C0"/>
                </a:solidFill>
                <a:latin typeface="Calibri"/>
                <a:cs typeface="Calibri"/>
              </a:rPr>
              <a:t>Python syntax</a:t>
            </a:r>
          </a:p>
        </p:txBody>
      </p:sp>
      <p:sp>
        <p:nvSpPr>
          <p:cNvPr id="5" name="object 5"/>
          <p:cNvSpPr txBox="1"/>
          <p:nvPr/>
        </p:nvSpPr>
        <p:spPr>
          <a:xfrm>
            <a:off x="623978" y="1325049"/>
            <a:ext cx="7508640" cy="241876"/>
          </a:xfrm>
          <a:prstGeom prst="rect">
            <a:avLst/>
          </a:prstGeom>
        </p:spPr>
        <p:txBody>
          <a:bodyPr vert="horz" wrap="square" lIns="0" tIns="0" rIns="0" bIns="0" rtlCol="0">
            <a:spAutoFit/>
          </a:bodyPr>
          <a:lstStyle/>
          <a:p>
            <a:pPr marL="0" marR="0">
              <a:lnSpc>
                <a:spcPts val="1604"/>
              </a:lnSpc>
              <a:spcBef>
                <a:spcPts val="0"/>
              </a:spcBef>
              <a:spcAft>
                <a:spcPts val="0"/>
              </a:spcAft>
            </a:pPr>
            <a:r>
              <a:rPr sz="1700" dirty="0">
                <a:solidFill>
                  <a:srgbClr val="000000"/>
                </a:solidFill>
                <a:latin typeface="Calibri"/>
                <a:cs typeface="Calibri"/>
              </a:rPr>
              <a:t>Python Indentation: Indentation refers to the spaces at the beginning of a code line.</a:t>
            </a:r>
          </a:p>
        </p:txBody>
      </p:sp>
      <p:sp>
        <p:nvSpPr>
          <p:cNvPr id="6" name="object 6"/>
          <p:cNvSpPr txBox="1"/>
          <p:nvPr/>
        </p:nvSpPr>
        <p:spPr>
          <a:xfrm>
            <a:off x="623978" y="1608005"/>
            <a:ext cx="7916752" cy="423232"/>
          </a:xfrm>
          <a:prstGeom prst="rect">
            <a:avLst/>
          </a:prstGeom>
        </p:spPr>
        <p:txBody>
          <a:bodyPr vert="horz" wrap="square" lIns="0" tIns="0" rIns="0" bIns="0" rtlCol="0">
            <a:spAutoFit/>
          </a:bodyPr>
          <a:lstStyle/>
          <a:p>
            <a:pPr marL="0" marR="0">
              <a:lnSpc>
                <a:spcPts val="1604"/>
              </a:lnSpc>
              <a:spcBef>
                <a:spcPts val="0"/>
              </a:spcBef>
              <a:spcAft>
                <a:spcPts val="0"/>
              </a:spcAft>
            </a:pPr>
            <a:r>
              <a:rPr sz="1700" dirty="0">
                <a:solidFill>
                  <a:srgbClr val="000000"/>
                </a:solidFill>
                <a:latin typeface="Calibri"/>
                <a:cs typeface="Calibri"/>
              </a:rPr>
              <a:t>Where</a:t>
            </a:r>
            <a:r>
              <a:rPr sz="1700" spc="142" dirty="0">
                <a:solidFill>
                  <a:srgbClr val="000000"/>
                </a:solidFill>
                <a:latin typeface="Calibri"/>
                <a:cs typeface="Calibri"/>
              </a:rPr>
              <a:t> </a:t>
            </a:r>
            <a:r>
              <a:rPr sz="1700" dirty="0">
                <a:solidFill>
                  <a:srgbClr val="000000"/>
                </a:solidFill>
                <a:latin typeface="Calibri"/>
                <a:cs typeface="Calibri"/>
              </a:rPr>
              <a:t>in</a:t>
            </a:r>
            <a:r>
              <a:rPr sz="1700" spc="155" dirty="0">
                <a:solidFill>
                  <a:srgbClr val="000000"/>
                </a:solidFill>
                <a:latin typeface="Calibri"/>
                <a:cs typeface="Calibri"/>
              </a:rPr>
              <a:t> </a:t>
            </a:r>
            <a:r>
              <a:rPr sz="1700" dirty="0">
                <a:solidFill>
                  <a:srgbClr val="000000"/>
                </a:solidFill>
                <a:latin typeface="Calibri"/>
                <a:cs typeface="Calibri"/>
              </a:rPr>
              <a:t>other</a:t>
            </a:r>
            <a:r>
              <a:rPr sz="1700" spc="170" dirty="0">
                <a:solidFill>
                  <a:srgbClr val="000000"/>
                </a:solidFill>
                <a:latin typeface="Calibri"/>
                <a:cs typeface="Calibri"/>
              </a:rPr>
              <a:t> </a:t>
            </a:r>
            <a:r>
              <a:rPr sz="1700" dirty="0">
                <a:solidFill>
                  <a:srgbClr val="000000"/>
                </a:solidFill>
                <a:latin typeface="Calibri"/>
                <a:cs typeface="Calibri"/>
              </a:rPr>
              <a:t>programming</a:t>
            </a:r>
            <a:r>
              <a:rPr sz="1700" spc="95" dirty="0">
                <a:solidFill>
                  <a:srgbClr val="000000"/>
                </a:solidFill>
                <a:latin typeface="Calibri"/>
                <a:cs typeface="Calibri"/>
              </a:rPr>
              <a:t> </a:t>
            </a:r>
            <a:r>
              <a:rPr sz="1700" dirty="0">
                <a:solidFill>
                  <a:srgbClr val="000000"/>
                </a:solidFill>
                <a:latin typeface="Calibri"/>
                <a:cs typeface="Calibri"/>
              </a:rPr>
              <a:t>languages</a:t>
            </a:r>
            <a:r>
              <a:rPr sz="1700" spc="138" dirty="0">
                <a:solidFill>
                  <a:srgbClr val="000000"/>
                </a:solidFill>
                <a:latin typeface="Calibri"/>
                <a:cs typeface="Calibri"/>
              </a:rPr>
              <a:t> </a:t>
            </a:r>
            <a:r>
              <a:rPr sz="1700" dirty="0">
                <a:solidFill>
                  <a:srgbClr val="000000"/>
                </a:solidFill>
                <a:latin typeface="Calibri"/>
                <a:cs typeface="Calibri"/>
              </a:rPr>
              <a:t>the</a:t>
            </a:r>
            <a:r>
              <a:rPr sz="1700" spc="170" dirty="0">
                <a:solidFill>
                  <a:srgbClr val="000000"/>
                </a:solidFill>
                <a:latin typeface="Calibri"/>
                <a:cs typeface="Calibri"/>
              </a:rPr>
              <a:t> </a:t>
            </a:r>
            <a:r>
              <a:rPr sz="1700" dirty="0">
                <a:solidFill>
                  <a:srgbClr val="000000"/>
                </a:solidFill>
                <a:latin typeface="Calibri"/>
                <a:cs typeface="Calibri"/>
              </a:rPr>
              <a:t>indentation</a:t>
            </a:r>
            <a:r>
              <a:rPr sz="1700" spc="95" dirty="0">
                <a:solidFill>
                  <a:srgbClr val="000000"/>
                </a:solidFill>
                <a:latin typeface="Calibri"/>
                <a:cs typeface="Calibri"/>
              </a:rPr>
              <a:t> </a:t>
            </a:r>
            <a:r>
              <a:rPr sz="1700" dirty="0">
                <a:solidFill>
                  <a:srgbClr val="000000"/>
                </a:solidFill>
                <a:latin typeface="Calibri"/>
                <a:cs typeface="Calibri"/>
              </a:rPr>
              <a:t>in</a:t>
            </a:r>
            <a:r>
              <a:rPr sz="1700" spc="155" dirty="0">
                <a:solidFill>
                  <a:srgbClr val="000000"/>
                </a:solidFill>
                <a:latin typeface="Calibri"/>
                <a:cs typeface="Calibri"/>
              </a:rPr>
              <a:t> </a:t>
            </a:r>
            <a:r>
              <a:rPr sz="1700" dirty="0">
                <a:solidFill>
                  <a:srgbClr val="000000"/>
                </a:solidFill>
                <a:latin typeface="Calibri"/>
                <a:cs typeface="Calibri"/>
              </a:rPr>
              <a:t>code</a:t>
            </a:r>
            <a:r>
              <a:rPr sz="1700" spc="160" dirty="0">
                <a:solidFill>
                  <a:srgbClr val="000000"/>
                </a:solidFill>
                <a:latin typeface="Calibri"/>
                <a:cs typeface="Calibri"/>
              </a:rPr>
              <a:t> </a:t>
            </a:r>
            <a:r>
              <a:rPr sz="1700" dirty="0">
                <a:solidFill>
                  <a:srgbClr val="000000"/>
                </a:solidFill>
                <a:latin typeface="Calibri"/>
                <a:cs typeface="Calibri"/>
              </a:rPr>
              <a:t>is</a:t>
            </a:r>
            <a:r>
              <a:rPr sz="1700" spc="159" dirty="0">
                <a:solidFill>
                  <a:srgbClr val="000000"/>
                </a:solidFill>
                <a:latin typeface="Calibri"/>
                <a:cs typeface="Calibri"/>
              </a:rPr>
              <a:t> </a:t>
            </a:r>
            <a:r>
              <a:rPr sz="1700" dirty="0">
                <a:solidFill>
                  <a:srgbClr val="000000"/>
                </a:solidFill>
                <a:latin typeface="Calibri"/>
                <a:cs typeface="Calibri"/>
              </a:rPr>
              <a:t>for</a:t>
            </a:r>
            <a:r>
              <a:rPr sz="1700" spc="133" dirty="0">
                <a:solidFill>
                  <a:srgbClr val="000000"/>
                </a:solidFill>
                <a:latin typeface="Calibri"/>
                <a:cs typeface="Calibri"/>
              </a:rPr>
              <a:t> </a:t>
            </a:r>
            <a:r>
              <a:rPr sz="1700" dirty="0">
                <a:solidFill>
                  <a:srgbClr val="000000"/>
                </a:solidFill>
                <a:latin typeface="Calibri"/>
                <a:cs typeface="Calibri"/>
              </a:rPr>
              <a:t>readability</a:t>
            </a:r>
            <a:r>
              <a:rPr sz="1700" spc="136" dirty="0">
                <a:solidFill>
                  <a:srgbClr val="000000"/>
                </a:solidFill>
                <a:latin typeface="Calibri"/>
                <a:cs typeface="Calibri"/>
              </a:rPr>
              <a:t> </a:t>
            </a:r>
            <a:r>
              <a:rPr sz="1700" dirty="0">
                <a:solidFill>
                  <a:srgbClr val="000000"/>
                </a:solidFill>
                <a:latin typeface="Calibri"/>
                <a:cs typeface="Calibri"/>
              </a:rPr>
              <a:t>only,</a:t>
            </a:r>
          </a:p>
          <a:p>
            <a:pPr marL="0" marR="0">
              <a:lnSpc>
                <a:spcPts val="1427"/>
              </a:lnSpc>
              <a:spcBef>
                <a:spcPts val="0"/>
              </a:spcBef>
              <a:spcAft>
                <a:spcPts val="0"/>
              </a:spcAft>
            </a:pPr>
            <a:r>
              <a:rPr sz="1700" dirty="0">
                <a:solidFill>
                  <a:srgbClr val="000000"/>
                </a:solidFill>
                <a:latin typeface="Calibri"/>
                <a:cs typeface="Calibri"/>
              </a:rPr>
              <a:t>the indentation in Python is very important.</a:t>
            </a:r>
          </a:p>
        </p:txBody>
      </p:sp>
      <p:sp>
        <p:nvSpPr>
          <p:cNvPr id="7" name="object 7"/>
          <p:cNvSpPr txBox="1"/>
          <p:nvPr/>
        </p:nvSpPr>
        <p:spPr>
          <a:xfrm>
            <a:off x="623978" y="2072317"/>
            <a:ext cx="4688986" cy="241876"/>
          </a:xfrm>
          <a:prstGeom prst="rect">
            <a:avLst/>
          </a:prstGeom>
        </p:spPr>
        <p:txBody>
          <a:bodyPr vert="horz" wrap="square" lIns="0" tIns="0" rIns="0" bIns="0" rtlCol="0">
            <a:spAutoFit/>
          </a:bodyPr>
          <a:lstStyle/>
          <a:p>
            <a:pPr marL="0" marR="0">
              <a:lnSpc>
                <a:spcPts val="1604"/>
              </a:lnSpc>
              <a:spcBef>
                <a:spcPts val="0"/>
              </a:spcBef>
              <a:spcAft>
                <a:spcPts val="0"/>
              </a:spcAft>
            </a:pPr>
            <a:r>
              <a:rPr sz="1700" dirty="0">
                <a:solidFill>
                  <a:srgbClr val="000000"/>
                </a:solidFill>
                <a:latin typeface="Calibri"/>
                <a:cs typeface="Calibri"/>
              </a:rPr>
              <a:t>Python uses indentation to indicate a block of code.</a:t>
            </a:r>
          </a:p>
        </p:txBody>
      </p:sp>
      <p:sp>
        <p:nvSpPr>
          <p:cNvPr id="8" name="object 8"/>
          <p:cNvSpPr txBox="1"/>
          <p:nvPr/>
        </p:nvSpPr>
        <p:spPr>
          <a:xfrm>
            <a:off x="623978" y="2355273"/>
            <a:ext cx="897613" cy="241876"/>
          </a:xfrm>
          <a:prstGeom prst="rect">
            <a:avLst/>
          </a:prstGeom>
        </p:spPr>
        <p:txBody>
          <a:bodyPr vert="horz" wrap="square" lIns="0" tIns="0" rIns="0" bIns="0" rtlCol="0">
            <a:spAutoFit/>
          </a:bodyPr>
          <a:lstStyle/>
          <a:p>
            <a:pPr marL="0" marR="0">
              <a:lnSpc>
                <a:spcPts val="1604"/>
              </a:lnSpc>
              <a:spcBef>
                <a:spcPts val="0"/>
              </a:spcBef>
              <a:spcAft>
                <a:spcPts val="0"/>
              </a:spcAft>
            </a:pPr>
            <a:r>
              <a:rPr sz="1700" dirty="0">
                <a:solidFill>
                  <a:srgbClr val="FF0000"/>
                </a:solidFill>
                <a:latin typeface="Calibri"/>
                <a:cs typeface="Calibri"/>
              </a:rPr>
              <a:t>Example</a:t>
            </a:r>
          </a:p>
        </p:txBody>
      </p:sp>
      <p:sp>
        <p:nvSpPr>
          <p:cNvPr id="9" name="object 9"/>
          <p:cNvSpPr txBox="1"/>
          <p:nvPr/>
        </p:nvSpPr>
        <p:spPr>
          <a:xfrm>
            <a:off x="623978" y="2638229"/>
            <a:ext cx="797849" cy="241876"/>
          </a:xfrm>
          <a:prstGeom prst="rect">
            <a:avLst/>
          </a:prstGeom>
        </p:spPr>
        <p:txBody>
          <a:bodyPr vert="horz" wrap="square" lIns="0" tIns="0" rIns="0" bIns="0" rtlCol="0">
            <a:spAutoFit/>
          </a:bodyPr>
          <a:lstStyle/>
          <a:p>
            <a:pPr marL="0" marR="0">
              <a:lnSpc>
                <a:spcPts val="1604"/>
              </a:lnSpc>
              <a:spcBef>
                <a:spcPts val="0"/>
              </a:spcBef>
              <a:spcAft>
                <a:spcPts val="0"/>
              </a:spcAft>
            </a:pPr>
            <a:r>
              <a:rPr sz="1700" dirty="0">
                <a:solidFill>
                  <a:srgbClr val="000000"/>
                </a:solidFill>
                <a:latin typeface="Calibri"/>
                <a:cs typeface="Calibri"/>
              </a:rPr>
              <a:t>if 5 &gt; 2:</a:t>
            </a:r>
          </a:p>
        </p:txBody>
      </p:sp>
      <p:sp>
        <p:nvSpPr>
          <p:cNvPr id="10" name="object 10"/>
          <p:cNvSpPr txBox="1"/>
          <p:nvPr/>
        </p:nvSpPr>
        <p:spPr>
          <a:xfrm>
            <a:off x="721564" y="2921185"/>
            <a:ext cx="3015929" cy="241876"/>
          </a:xfrm>
          <a:prstGeom prst="rect">
            <a:avLst/>
          </a:prstGeom>
        </p:spPr>
        <p:txBody>
          <a:bodyPr vert="horz" wrap="square" lIns="0" tIns="0" rIns="0" bIns="0" rtlCol="0">
            <a:spAutoFit/>
          </a:bodyPr>
          <a:lstStyle/>
          <a:p>
            <a:pPr marL="0" marR="0">
              <a:lnSpc>
                <a:spcPts val="1604"/>
              </a:lnSpc>
              <a:spcBef>
                <a:spcPts val="0"/>
              </a:spcBef>
              <a:spcAft>
                <a:spcPts val="0"/>
              </a:spcAft>
            </a:pPr>
            <a:r>
              <a:rPr sz="1700" dirty="0">
                <a:solidFill>
                  <a:srgbClr val="000000"/>
                </a:solidFill>
                <a:latin typeface="Calibri"/>
                <a:cs typeface="Calibri"/>
              </a:rPr>
              <a:t>print("Five is greater than two!")</a:t>
            </a:r>
          </a:p>
        </p:txBody>
      </p:sp>
      <p:sp>
        <p:nvSpPr>
          <p:cNvPr id="11" name="object 11"/>
          <p:cNvSpPr txBox="1"/>
          <p:nvPr/>
        </p:nvSpPr>
        <p:spPr>
          <a:xfrm>
            <a:off x="623978" y="3200529"/>
            <a:ext cx="5931554" cy="277837"/>
          </a:xfrm>
          <a:prstGeom prst="rect">
            <a:avLst/>
          </a:prstGeom>
        </p:spPr>
        <p:txBody>
          <a:bodyPr vert="horz" wrap="square" lIns="0" tIns="0" rIns="0" bIns="0" rtlCol="0">
            <a:spAutoFit/>
          </a:bodyPr>
          <a:lstStyle/>
          <a:p>
            <a:pPr marL="0" marR="0">
              <a:lnSpc>
                <a:spcPts val="1887"/>
              </a:lnSpc>
              <a:spcBef>
                <a:spcPts val="0"/>
              </a:spcBef>
              <a:spcAft>
                <a:spcPts val="0"/>
              </a:spcAft>
            </a:pPr>
            <a:r>
              <a:rPr sz="2000" dirty="0">
                <a:solidFill>
                  <a:srgbClr val="FF0000"/>
                </a:solidFill>
                <a:latin typeface="Calibri"/>
                <a:cs typeface="Calibri"/>
              </a:rPr>
              <a:t>Python will give you an error if you skip the indentation:</a:t>
            </a:r>
          </a:p>
        </p:txBody>
      </p:sp>
      <p:sp>
        <p:nvSpPr>
          <p:cNvPr id="12" name="object 12"/>
          <p:cNvSpPr txBox="1"/>
          <p:nvPr/>
        </p:nvSpPr>
        <p:spPr>
          <a:xfrm>
            <a:off x="623978" y="3519101"/>
            <a:ext cx="897613" cy="241876"/>
          </a:xfrm>
          <a:prstGeom prst="rect">
            <a:avLst/>
          </a:prstGeom>
        </p:spPr>
        <p:txBody>
          <a:bodyPr vert="horz" wrap="square" lIns="0" tIns="0" rIns="0" bIns="0" rtlCol="0">
            <a:spAutoFit/>
          </a:bodyPr>
          <a:lstStyle/>
          <a:p>
            <a:pPr marL="0" marR="0">
              <a:lnSpc>
                <a:spcPts val="1604"/>
              </a:lnSpc>
              <a:spcBef>
                <a:spcPts val="0"/>
              </a:spcBef>
              <a:spcAft>
                <a:spcPts val="0"/>
              </a:spcAft>
            </a:pPr>
            <a:r>
              <a:rPr sz="1700" dirty="0">
                <a:solidFill>
                  <a:srgbClr val="FF0000"/>
                </a:solidFill>
                <a:latin typeface="Calibri"/>
                <a:cs typeface="Calibri"/>
              </a:rPr>
              <a:t>Example</a:t>
            </a:r>
          </a:p>
        </p:txBody>
      </p:sp>
      <p:sp>
        <p:nvSpPr>
          <p:cNvPr id="13" name="object 13"/>
          <p:cNvSpPr txBox="1"/>
          <p:nvPr/>
        </p:nvSpPr>
        <p:spPr>
          <a:xfrm>
            <a:off x="623978" y="3802057"/>
            <a:ext cx="1282545" cy="241876"/>
          </a:xfrm>
          <a:prstGeom prst="rect">
            <a:avLst/>
          </a:prstGeom>
        </p:spPr>
        <p:txBody>
          <a:bodyPr vert="horz" wrap="square" lIns="0" tIns="0" rIns="0" bIns="0" rtlCol="0">
            <a:spAutoFit/>
          </a:bodyPr>
          <a:lstStyle/>
          <a:p>
            <a:pPr marL="0" marR="0">
              <a:lnSpc>
                <a:spcPts val="1604"/>
              </a:lnSpc>
              <a:spcBef>
                <a:spcPts val="0"/>
              </a:spcBef>
              <a:spcAft>
                <a:spcPts val="0"/>
              </a:spcAft>
            </a:pPr>
            <a:r>
              <a:rPr sz="1700" dirty="0">
                <a:solidFill>
                  <a:srgbClr val="FF0000"/>
                </a:solidFill>
                <a:latin typeface="Calibri"/>
                <a:cs typeface="Calibri"/>
              </a:rPr>
              <a:t>Syntax Error:</a:t>
            </a:r>
          </a:p>
        </p:txBody>
      </p:sp>
      <p:sp>
        <p:nvSpPr>
          <p:cNvPr id="14" name="object 14"/>
          <p:cNvSpPr txBox="1"/>
          <p:nvPr/>
        </p:nvSpPr>
        <p:spPr>
          <a:xfrm>
            <a:off x="623978" y="4085013"/>
            <a:ext cx="797849" cy="241876"/>
          </a:xfrm>
          <a:prstGeom prst="rect">
            <a:avLst/>
          </a:prstGeom>
        </p:spPr>
        <p:txBody>
          <a:bodyPr vert="horz" wrap="square" lIns="0" tIns="0" rIns="0" bIns="0" rtlCol="0">
            <a:spAutoFit/>
          </a:bodyPr>
          <a:lstStyle/>
          <a:p>
            <a:pPr marL="0" marR="0">
              <a:lnSpc>
                <a:spcPts val="1604"/>
              </a:lnSpc>
              <a:spcBef>
                <a:spcPts val="0"/>
              </a:spcBef>
              <a:spcAft>
                <a:spcPts val="0"/>
              </a:spcAft>
            </a:pPr>
            <a:r>
              <a:rPr sz="1700" dirty="0">
                <a:solidFill>
                  <a:srgbClr val="000000"/>
                </a:solidFill>
                <a:latin typeface="Calibri"/>
                <a:cs typeface="Calibri"/>
              </a:rPr>
              <a:t>if 5 &gt; 2:</a:t>
            </a:r>
          </a:p>
        </p:txBody>
      </p:sp>
      <p:sp>
        <p:nvSpPr>
          <p:cNvPr id="15" name="object 15"/>
          <p:cNvSpPr txBox="1"/>
          <p:nvPr/>
        </p:nvSpPr>
        <p:spPr>
          <a:xfrm>
            <a:off x="623978" y="4367969"/>
            <a:ext cx="3015929" cy="241876"/>
          </a:xfrm>
          <a:prstGeom prst="rect">
            <a:avLst/>
          </a:prstGeom>
        </p:spPr>
        <p:txBody>
          <a:bodyPr vert="horz" wrap="square" lIns="0" tIns="0" rIns="0" bIns="0" rtlCol="0">
            <a:spAutoFit/>
          </a:bodyPr>
          <a:lstStyle/>
          <a:p>
            <a:pPr marL="0" marR="0">
              <a:lnSpc>
                <a:spcPts val="1604"/>
              </a:lnSpc>
              <a:spcBef>
                <a:spcPts val="0"/>
              </a:spcBef>
              <a:spcAft>
                <a:spcPts val="0"/>
              </a:spcAft>
            </a:pPr>
            <a:r>
              <a:rPr sz="1700" dirty="0">
                <a:solidFill>
                  <a:srgbClr val="000000"/>
                </a:solidFill>
                <a:latin typeface="Calibri"/>
                <a:cs typeface="Calibri"/>
              </a:rPr>
              <a:t>print("Five is greater than two!")</a:t>
            </a:r>
          </a:p>
        </p:txBody>
      </p:sp>
      <p:sp>
        <p:nvSpPr>
          <p:cNvPr id="16" name="object 16"/>
          <p:cNvSpPr txBox="1"/>
          <p:nvPr/>
        </p:nvSpPr>
        <p:spPr>
          <a:xfrm>
            <a:off x="8215005" y="4809544"/>
            <a:ext cx="384125" cy="253863"/>
          </a:xfrm>
          <a:prstGeom prst="rect">
            <a:avLst/>
          </a:prstGeom>
        </p:spPr>
        <p:txBody>
          <a:bodyPr vert="horz" wrap="square" lIns="0" tIns="0" rIns="0" bIns="0" rtlCol="0">
            <a:spAutoFit/>
          </a:bodyPr>
          <a:lstStyle/>
          <a:p>
            <a:pPr marL="0" marR="0">
              <a:lnSpc>
                <a:spcPts val="1698"/>
              </a:lnSpc>
              <a:spcBef>
                <a:spcPts val="0"/>
              </a:spcBef>
              <a:spcAft>
                <a:spcPts val="0"/>
              </a:spcAft>
            </a:pPr>
            <a:r>
              <a:rPr sz="1800" dirty="0">
                <a:solidFill>
                  <a:srgbClr val="888888"/>
                </a:solidFill>
                <a:latin typeface="Calibri"/>
                <a:cs typeface="Calibri"/>
              </a:rPr>
              <a:t>10</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1"/>
          <p:cNvSpPr/>
          <p:nvPr/>
        </p:nvSpPr>
        <p:spPr>
          <a:xfrm>
            <a:off x="0" y="0"/>
            <a:ext cx="9144000" cy="5143500"/>
          </a:xfrm>
          <a:prstGeom prst="rect">
            <a:avLst/>
          </a:prstGeom>
          <a:blipFill>
            <a:blip r:embed="rId2" cstate="print"/>
            <a:stretch>
              <a:fillRect/>
            </a:stretch>
          </a:blipFill>
        </p:spPr>
        <p:txBody>
          <a:bodyPr wrap="square" lIns="0" tIns="0" rIns="0" bIns="0" rtlCol="0">
            <a:spAutoFit/>
          </a:bodyPr>
          <a:lstStyle/>
          <a:p>
            <a:endParaRPr/>
          </a:p>
        </p:txBody>
      </p:sp>
      <p:sp>
        <p:nvSpPr>
          <p:cNvPr id="3" name="object 3"/>
          <p:cNvSpPr txBox="1"/>
          <p:nvPr/>
        </p:nvSpPr>
        <p:spPr>
          <a:xfrm>
            <a:off x="697219" y="300298"/>
            <a:ext cx="3997593" cy="421679"/>
          </a:xfrm>
          <a:prstGeom prst="rect">
            <a:avLst/>
          </a:prstGeom>
        </p:spPr>
        <p:txBody>
          <a:bodyPr vert="horz" wrap="square" lIns="0" tIns="0" rIns="0" bIns="0" rtlCol="0">
            <a:spAutoFit/>
          </a:bodyPr>
          <a:lstStyle/>
          <a:p>
            <a:pPr marL="0" marR="0">
              <a:lnSpc>
                <a:spcPts val="3020"/>
              </a:lnSpc>
              <a:spcBef>
                <a:spcPts val="0"/>
              </a:spcBef>
              <a:spcAft>
                <a:spcPts val="0"/>
              </a:spcAft>
            </a:pPr>
            <a:r>
              <a:rPr sz="3200" b="1" dirty="0">
                <a:solidFill>
                  <a:srgbClr val="0070C0"/>
                </a:solidFill>
                <a:latin typeface="Calibri"/>
                <a:cs typeface="Calibri"/>
              </a:rPr>
              <a:t>Introduction to</a:t>
            </a:r>
            <a:r>
              <a:rPr sz="3200" b="1" spc="-89" dirty="0">
                <a:solidFill>
                  <a:srgbClr val="0070C0"/>
                </a:solidFill>
                <a:latin typeface="Calibri"/>
                <a:cs typeface="Calibri"/>
              </a:rPr>
              <a:t> </a:t>
            </a:r>
            <a:r>
              <a:rPr sz="3200" b="1" dirty="0">
                <a:solidFill>
                  <a:srgbClr val="0070C0"/>
                </a:solidFill>
                <a:latin typeface="Calibri"/>
                <a:cs typeface="Calibri"/>
              </a:rPr>
              <a:t>Python</a:t>
            </a:r>
          </a:p>
        </p:txBody>
      </p:sp>
      <p:sp>
        <p:nvSpPr>
          <p:cNvPr id="4" name="object 4"/>
          <p:cNvSpPr txBox="1"/>
          <p:nvPr/>
        </p:nvSpPr>
        <p:spPr>
          <a:xfrm>
            <a:off x="770459" y="856477"/>
            <a:ext cx="2003628" cy="253863"/>
          </a:xfrm>
          <a:prstGeom prst="rect">
            <a:avLst/>
          </a:prstGeom>
        </p:spPr>
        <p:txBody>
          <a:bodyPr vert="horz" wrap="square" lIns="0" tIns="0" rIns="0" bIns="0" rtlCol="0">
            <a:spAutoFit/>
          </a:bodyPr>
          <a:lstStyle/>
          <a:p>
            <a:pPr marL="0" marR="0">
              <a:lnSpc>
                <a:spcPts val="1698"/>
              </a:lnSpc>
              <a:spcBef>
                <a:spcPts val="0"/>
              </a:spcBef>
              <a:spcAft>
                <a:spcPts val="0"/>
              </a:spcAft>
            </a:pPr>
            <a:r>
              <a:rPr sz="1800" dirty="0">
                <a:solidFill>
                  <a:srgbClr val="FF0000"/>
                </a:solidFill>
                <a:latin typeface="Calibri"/>
                <a:cs typeface="Calibri"/>
              </a:rPr>
              <a:t>Python Applications</a:t>
            </a:r>
          </a:p>
        </p:txBody>
      </p:sp>
      <p:sp>
        <p:nvSpPr>
          <p:cNvPr id="5" name="object 5"/>
          <p:cNvSpPr txBox="1"/>
          <p:nvPr/>
        </p:nvSpPr>
        <p:spPr>
          <a:xfrm>
            <a:off x="8215005" y="4809544"/>
            <a:ext cx="384125" cy="253863"/>
          </a:xfrm>
          <a:prstGeom prst="rect">
            <a:avLst/>
          </a:prstGeom>
        </p:spPr>
        <p:txBody>
          <a:bodyPr vert="horz" wrap="square" lIns="0" tIns="0" rIns="0" bIns="0" rtlCol="0">
            <a:spAutoFit/>
          </a:bodyPr>
          <a:lstStyle/>
          <a:p>
            <a:pPr marL="0" marR="0">
              <a:lnSpc>
                <a:spcPts val="1698"/>
              </a:lnSpc>
              <a:spcBef>
                <a:spcPts val="0"/>
              </a:spcBef>
              <a:spcAft>
                <a:spcPts val="0"/>
              </a:spcAft>
            </a:pPr>
            <a:r>
              <a:rPr sz="1800" dirty="0">
                <a:solidFill>
                  <a:srgbClr val="888888"/>
                </a:solidFill>
                <a:latin typeface="Calibri"/>
                <a:cs typeface="Calibri"/>
              </a:rPr>
              <a:t>11</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txBox="1">
            <a:spLocks noGrp="1"/>
          </p:cNvSpPr>
          <p:nvPr>
            <p:ph type="sldNum" sz="quarter" idx="7"/>
          </p:nvPr>
        </p:nvSpPr>
        <p:spPr>
          <a:prstGeom prst="rect">
            <a:avLst/>
          </a:prstGeom>
        </p:spPr>
        <p:txBody>
          <a:bodyPr vert="horz" wrap="square" lIns="0" tIns="0" rIns="0" bIns="0" rtlCol="0">
            <a:spAutoFit/>
          </a:bodyPr>
          <a:lstStyle/>
          <a:p>
            <a:pPr marL="38100">
              <a:lnSpc>
                <a:spcPts val="1810"/>
              </a:lnSpc>
            </a:pPr>
            <a:fld id="{81D60167-4931-47E6-BA6A-407CBD079E47}" type="slidenum">
              <a:rPr dirty="0"/>
              <a:pPr marL="38100">
                <a:lnSpc>
                  <a:spcPts val="1810"/>
                </a:lnSpc>
              </a:pPr>
              <a:t>12</a:t>
            </a:fld>
            <a:endParaRPr dirty="0"/>
          </a:p>
        </p:txBody>
      </p:sp>
      <p:sp>
        <p:nvSpPr>
          <p:cNvPr id="2" name="object 2"/>
          <p:cNvSpPr txBox="1">
            <a:spLocks noGrp="1"/>
          </p:cNvSpPr>
          <p:nvPr>
            <p:ph type="title"/>
          </p:nvPr>
        </p:nvSpPr>
        <p:spPr>
          <a:xfrm>
            <a:off x="682625" y="483503"/>
            <a:ext cx="5509895" cy="513080"/>
          </a:xfrm>
          <a:prstGeom prst="rect">
            <a:avLst/>
          </a:prstGeom>
        </p:spPr>
        <p:txBody>
          <a:bodyPr vert="horz" wrap="square" lIns="0" tIns="12700" rIns="0" bIns="0" rtlCol="0">
            <a:spAutoFit/>
          </a:bodyPr>
          <a:lstStyle/>
          <a:p>
            <a:pPr marL="12700">
              <a:lnSpc>
                <a:spcPct val="100000"/>
              </a:lnSpc>
              <a:spcBef>
                <a:spcPts val="100"/>
              </a:spcBef>
            </a:pPr>
            <a:r>
              <a:rPr spc="-10" dirty="0"/>
              <a:t>1.2</a:t>
            </a:r>
            <a:r>
              <a:rPr spc="-20" dirty="0"/>
              <a:t> </a:t>
            </a:r>
            <a:r>
              <a:rPr spc="-15" dirty="0"/>
              <a:t>Introduction</a:t>
            </a:r>
            <a:r>
              <a:rPr spc="-10" dirty="0"/>
              <a:t> </a:t>
            </a:r>
            <a:r>
              <a:rPr spc="-20" dirty="0"/>
              <a:t>to</a:t>
            </a:r>
            <a:r>
              <a:rPr spc="-10" dirty="0"/>
              <a:t> </a:t>
            </a:r>
            <a:r>
              <a:rPr spc="-5" dirty="0"/>
              <a:t>Google</a:t>
            </a:r>
            <a:r>
              <a:rPr spc="-10" dirty="0"/>
              <a:t> </a:t>
            </a:r>
            <a:r>
              <a:rPr spc="-5" dirty="0"/>
              <a:t>Colab</a:t>
            </a:r>
          </a:p>
        </p:txBody>
      </p:sp>
      <p:sp>
        <p:nvSpPr>
          <p:cNvPr id="3" name="object 3"/>
          <p:cNvSpPr txBox="1"/>
          <p:nvPr/>
        </p:nvSpPr>
        <p:spPr>
          <a:xfrm>
            <a:off x="641782" y="953229"/>
            <a:ext cx="7740015" cy="3652520"/>
          </a:xfrm>
          <a:prstGeom prst="rect">
            <a:avLst/>
          </a:prstGeom>
        </p:spPr>
        <p:txBody>
          <a:bodyPr vert="horz" wrap="square" lIns="0" tIns="12700" rIns="0" bIns="0" rtlCol="0">
            <a:spAutoFit/>
          </a:bodyPr>
          <a:lstStyle/>
          <a:p>
            <a:pPr marL="151130" marR="5080" indent="-139065" algn="just">
              <a:lnSpc>
                <a:spcPct val="140000"/>
              </a:lnSpc>
              <a:spcBef>
                <a:spcPts val="100"/>
              </a:spcBef>
              <a:buChar char="•"/>
              <a:tabLst>
                <a:tab pos="151765" algn="l"/>
              </a:tabLst>
            </a:pPr>
            <a:r>
              <a:rPr sz="1700" spc="-5" dirty="0">
                <a:latin typeface="Arial MT"/>
                <a:cs typeface="Arial MT"/>
              </a:rPr>
              <a:t>Google developed </a:t>
            </a:r>
            <a:r>
              <a:rPr sz="1700" spc="-5" dirty="0">
                <a:solidFill>
                  <a:srgbClr val="FF0000"/>
                </a:solidFill>
                <a:latin typeface="Arial MT"/>
                <a:cs typeface="Arial MT"/>
              </a:rPr>
              <a:t>AI framework </a:t>
            </a:r>
            <a:r>
              <a:rPr sz="1700" dirty="0">
                <a:solidFill>
                  <a:srgbClr val="FF0000"/>
                </a:solidFill>
                <a:latin typeface="Arial MT"/>
                <a:cs typeface="Arial MT"/>
              </a:rPr>
              <a:t>called </a:t>
            </a:r>
            <a:r>
              <a:rPr sz="1700" spc="-25" dirty="0">
                <a:solidFill>
                  <a:srgbClr val="FF0000"/>
                </a:solidFill>
                <a:latin typeface="Arial MT"/>
                <a:cs typeface="Arial MT"/>
              </a:rPr>
              <a:t>TensorFlow </a:t>
            </a:r>
            <a:r>
              <a:rPr sz="1700" spc="-5" dirty="0">
                <a:latin typeface="Arial MT"/>
                <a:cs typeface="Arial MT"/>
              </a:rPr>
              <a:t>and </a:t>
            </a:r>
            <a:r>
              <a:rPr sz="1700" dirty="0">
                <a:latin typeface="Arial MT"/>
                <a:cs typeface="Arial MT"/>
              </a:rPr>
              <a:t>a </a:t>
            </a:r>
            <a:r>
              <a:rPr sz="1700" spc="-5" dirty="0">
                <a:latin typeface="Arial MT"/>
                <a:cs typeface="Arial MT"/>
              </a:rPr>
              <a:t>development tool </a:t>
            </a:r>
            <a:r>
              <a:rPr sz="1700" dirty="0">
                <a:latin typeface="Arial MT"/>
                <a:cs typeface="Arial MT"/>
              </a:rPr>
              <a:t> called</a:t>
            </a:r>
            <a:r>
              <a:rPr sz="1700" spc="5" dirty="0">
                <a:latin typeface="Arial MT"/>
                <a:cs typeface="Arial MT"/>
              </a:rPr>
              <a:t> </a:t>
            </a:r>
            <a:r>
              <a:rPr sz="1700" spc="-15" dirty="0">
                <a:latin typeface="Arial MT"/>
                <a:cs typeface="Arial MT"/>
              </a:rPr>
              <a:t>Colaboratory.</a:t>
            </a:r>
            <a:r>
              <a:rPr sz="1700" spc="-10" dirty="0">
                <a:latin typeface="Arial MT"/>
                <a:cs typeface="Arial MT"/>
              </a:rPr>
              <a:t> </a:t>
            </a:r>
            <a:r>
              <a:rPr sz="1700" spc="-45" dirty="0">
                <a:latin typeface="Arial MT"/>
                <a:cs typeface="Arial MT"/>
              </a:rPr>
              <a:t>Today</a:t>
            </a:r>
            <a:r>
              <a:rPr sz="1700" spc="-40" dirty="0">
                <a:latin typeface="Arial MT"/>
                <a:cs typeface="Arial MT"/>
              </a:rPr>
              <a:t> </a:t>
            </a:r>
            <a:r>
              <a:rPr sz="1700" spc="-25" dirty="0">
                <a:latin typeface="Arial MT"/>
                <a:cs typeface="Arial MT"/>
              </a:rPr>
              <a:t>TensorFlow</a:t>
            </a:r>
            <a:r>
              <a:rPr sz="1700" spc="-20" dirty="0">
                <a:latin typeface="Arial MT"/>
                <a:cs typeface="Arial MT"/>
              </a:rPr>
              <a:t> </a:t>
            </a:r>
            <a:r>
              <a:rPr sz="1700" spc="-5" dirty="0">
                <a:latin typeface="Arial MT"/>
                <a:cs typeface="Arial MT"/>
              </a:rPr>
              <a:t>is</a:t>
            </a:r>
            <a:r>
              <a:rPr sz="1700" dirty="0">
                <a:latin typeface="Arial MT"/>
                <a:cs typeface="Arial MT"/>
              </a:rPr>
              <a:t> </a:t>
            </a:r>
            <a:r>
              <a:rPr sz="1700" spc="-5" dirty="0">
                <a:latin typeface="Arial MT"/>
                <a:cs typeface="Arial MT"/>
              </a:rPr>
              <a:t>open-sourced</a:t>
            </a:r>
            <a:r>
              <a:rPr sz="1700" dirty="0">
                <a:latin typeface="Arial MT"/>
                <a:cs typeface="Arial MT"/>
              </a:rPr>
              <a:t> </a:t>
            </a:r>
            <a:r>
              <a:rPr sz="1700" spc="-5" dirty="0">
                <a:latin typeface="Arial MT"/>
                <a:cs typeface="Arial MT"/>
              </a:rPr>
              <a:t>and</a:t>
            </a:r>
            <a:r>
              <a:rPr sz="1700" dirty="0">
                <a:latin typeface="Arial MT"/>
                <a:cs typeface="Arial MT"/>
              </a:rPr>
              <a:t> since</a:t>
            </a:r>
            <a:r>
              <a:rPr sz="1700" spc="470" dirty="0">
                <a:latin typeface="Arial MT"/>
                <a:cs typeface="Arial MT"/>
              </a:rPr>
              <a:t> </a:t>
            </a:r>
            <a:r>
              <a:rPr sz="1700" spc="-5" dirty="0">
                <a:latin typeface="Arial MT"/>
                <a:cs typeface="Arial MT"/>
              </a:rPr>
              <a:t>2017, </a:t>
            </a:r>
            <a:r>
              <a:rPr sz="1700" dirty="0">
                <a:latin typeface="Arial MT"/>
                <a:cs typeface="Arial MT"/>
              </a:rPr>
              <a:t> </a:t>
            </a:r>
            <a:r>
              <a:rPr sz="1700" spc="-5" dirty="0">
                <a:latin typeface="Arial MT"/>
                <a:cs typeface="Arial MT"/>
              </a:rPr>
              <a:t>Google </a:t>
            </a:r>
            <a:r>
              <a:rPr sz="1700" dirty="0">
                <a:latin typeface="Arial MT"/>
                <a:cs typeface="Arial MT"/>
              </a:rPr>
              <a:t>made </a:t>
            </a:r>
            <a:r>
              <a:rPr sz="1700" spc="-5" dirty="0">
                <a:latin typeface="Arial MT"/>
                <a:cs typeface="Arial MT"/>
              </a:rPr>
              <a:t>Colaboratory free for public use. Colaboratory is now </a:t>
            </a:r>
            <a:r>
              <a:rPr sz="1700" dirty="0">
                <a:latin typeface="Arial MT"/>
                <a:cs typeface="Arial MT"/>
              </a:rPr>
              <a:t>known </a:t>
            </a:r>
            <a:r>
              <a:rPr sz="1700" spc="-5" dirty="0">
                <a:latin typeface="Arial MT"/>
                <a:cs typeface="Arial MT"/>
              </a:rPr>
              <a:t>as </a:t>
            </a:r>
            <a:r>
              <a:rPr sz="1700" dirty="0">
                <a:latin typeface="Arial MT"/>
                <a:cs typeface="Arial MT"/>
              </a:rPr>
              <a:t> </a:t>
            </a:r>
            <a:r>
              <a:rPr sz="1700" spc="-5" dirty="0">
                <a:latin typeface="Arial MT"/>
                <a:cs typeface="Arial MT"/>
              </a:rPr>
              <a:t>Google</a:t>
            </a:r>
            <a:r>
              <a:rPr sz="1700" spc="-10" dirty="0">
                <a:latin typeface="Arial MT"/>
                <a:cs typeface="Arial MT"/>
              </a:rPr>
              <a:t> </a:t>
            </a:r>
            <a:r>
              <a:rPr sz="1700" spc="-5" dirty="0">
                <a:latin typeface="Arial MT"/>
                <a:cs typeface="Arial MT"/>
              </a:rPr>
              <a:t>Colab or </a:t>
            </a:r>
            <a:r>
              <a:rPr sz="1700" dirty="0">
                <a:latin typeface="Arial MT"/>
                <a:cs typeface="Arial MT"/>
              </a:rPr>
              <a:t>simply</a:t>
            </a:r>
            <a:r>
              <a:rPr sz="1700" spc="-5" dirty="0">
                <a:latin typeface="Arial MT"/>
                <a:cs typeface="Arial MT"/>
              </a:rPr>
              <a:t> Colab.</a:t>
            </a:r>
            <a:endParaRPr sz="1700">
              <a:latin typeface="Arial MT"/>
              <a:cs typeface="Arial MT"/>
            </a:endParaRPr>
          </a:p>
          <a:p>
            <a:pPr marL="151130" marR="15240" indent="-139065" algn="just">
              <a:lnSpc>
                <a:spcPct val="140000"/>
              </a:lnSpc>
              <a:buChar char="•"/>
              <a:tabLst>
                <a:tab pos="151765" algn="l"/>
              </a:tabLst>
            </a:pPr>
            <a:r>
              <a:rPr sz="1700" spc="-5" dirty="0">
                <a:latin typeface="Arial MT"/>
                <a:cs typeface="Arial MT"/>
              </a:rPr>
              <a:t>Another attractive feature that Google </a:t>
            </a:r>
            <a:r>
              <a:rPr sz="1700" spc="-10" dirty="0">
                <a:latin typeface="Arial MT"/>
                <a:cs typeface="Arial MT"/>
              </a:rPr>
              <a:t>offers </a:t>
            </a:r>
            <a:r>
              <a:rPr sz="1700" spc="-5" dirty="0">
                <a:latin typeface="Arial MT"/>
                <a:cs typeface="Arial MT"/>
              </a:rPr>
              <a:t>to the developers is the use of </a:t>
            </a:r>
            <a:r>
              <a:rPr sz="1700" dirty="0">
                <a:latin typeface="Arial MT"/>
                <a:cs typeface="Arial MT"/>
              </a:rPr>
              <a:t> </a:t>
            </a:r>
            <a:r>
              <a:rPr sz="1700" spc="-5" dirty="0">
                <a:latin typeface="Arial MT"/>
                <a:cs typeface="Arial MT"/>
              </a:rPr>
              <a:t>GPU. Colab </a:t>
            </a:r>
            <a:r>
              <a:rPr sz="1700" dirty="0">
                <a:latin typeface="Arial MT"/>
                <a:cs typeface="Arial MT"/>
              </a:rPr>
              <a:t>supports </a:t>
            </a:r>
            <a:r>
              <a:rPr sz="1700" spc="-5" dirty="0">
                <a:solidFill>
                  <a:srgbClr val="FF0000"/>
                </a:solidFill>
                <a:latin typeface="Arial MT"/>
                <a:cs typeface="Arial MT"/>
              </a:rPr>
              <a:t>GPU </a:t>
            </a:r>
            <a:r>
              <a:rPr sz="1700" spc="-5" dirty="0">
                <a:latin typeface="Arial MT"/>
                <a:cs typeface="Arial MT"/>
              </a:rPr>
              <a:t>and it is totally free. It </a:t>
            </a:r>
            <a:r>
              <a:rPr sz="1700" dirty="0">
                <a:latin typeface="Arial MT"/>
                <a:cs typeface="Arial MT"/>
              </a:rPr>
              <a:t>may </a:t>
            </a:r>
            <a:r>
              <a:rPr sz="1700" spc="-5" dirty="0">
                <a:latin typeface="Arial MT"/>
                <a:cs typeface="Arial MT"/>
              </a:rPr>
              <a:t>also have </a:t>
            </a:r>
            <a:r>
              <a:rPr sz="1700" dirty="0">
                <a:latin typeface="Arial MT"/>
                <a:cs typeface="Arial MT"/>
              </a:rPr>
              <a:t>a </a:t>
            </a:r>
            <a:r>
              <a:rPr sz="1700" spc="-5" dirty="0">
                <a:latin typeface="Arial MT"/>
                <a:cs typeface="Arial MT"/>
              </a:rPr>
              <a:t>long term </a:t>
            </a:r>
            <a:r>
              <a:rPr sz="1700" dirty="0">
                <a:latin typeface="Arial MT"/>
                <a:cs typeface="Arial MT"/>
              </a:rPr>
              <a:t> </a:t>
            </a:r>
            <a:r>
              <a:rPr sz="1700" spc="-5" dirty="0">
                <a:latin typeface="Arial MT"/>
                <a:cs typeface="Arial MT"/>
              </a:rPr>
              <a:t>perspective of building </a:t>
            </a:r>
            <a:r>
              <a:rPr sz="1700" dirty="0">
                <a:latin typeface="Arial MT"/>
                <a:cs typeface="Arial MT"/>
              </a:rPr>
              <a:t>a customer </a:t>
            </a:r>
            <a:r>
              <a:rPr sz="1700" spc="-5" dirty="0">
                <a:latin typeface="Arial MT"/>
                <a:cs typeface="Arial MT"/>
              </a:rPr>
              <a:t>base for </a:t>
            </a:r>
            <a:r>
              <a:rPr sz="1700" spc="-5" dirty="0">
                <a:solidFill>
                  <a:srgbClr val="FF0000"/>
                </a:solidFill>
                <a:latin typeface="Arial MT"/>
                <a:cs typeface="Arial MT"/>
              </a:rPr>
              <a:t>Google Cloud APIs </a:t>
            </a:r>
            <a:r>
              <a:rPr sz="1700" spc="-5" dirty="0">
                <a:latin typeface="Arial MT"/>
                <a:cs typeface="Arial MT"/>
              </a:rPr>
              <a:t>which are </a:t>
            </a:r>
            <a:r>
              <a:rPr sz="1700" dirty="0">
                <a:latin typeface="Arial MT"/>
                <a:cs typeface="Arial MT"/>
              </a:rPr>
              <a:t>sold </a:t>
            </a:r>
            <a:r>
              <a:rPr sz="1700" spc="5" dirty="0">
                <a:latin typeface="Arial MT"/>
                <a:cs typeface="Arial MT"/>
              </a:rPr>
              <a:t> </a:t>
            </a:r>
            <a:r>
              <a:rPr sz="1700" spc="-5" dirty="0">
                <a:latin typeface="Arial MT"/>
                <a:cs typeface="Arial MT"/>
              </a:rPr>
              <a:t>per-use</a:t>
            </a:r>
            <a:r>
              <a:rPr sz="1700" spc="-10" dirty="0">
                <a:latin typeface="Arial MT"/>
                <a:cs typeface="Arial MT"/>
              </a:rPr>
              <a:t> </a:t>
            </a:r>
            <a:r>
              <a:rPr sz="1700" spc="-5" dirty="0">
                <a:latin typeface="Arial MT"/>
                <a:cs typeface="Arial MT"/>
              </a:rPr>
              <a:t>basis.</a:t>
            </a:r>
            <a:endParaRPr sz="1700">
              <a:latin typeface="Arial MT"/>
              <a:cs typeface="Arial MT"/>
            </a:endParaRPr>
          </a:p>
          <a:p>
            <a:pPr marL="151130" marR="8255" indent="-139065" algn="just">
              <a:lnSpc>
                <a:spcPct val="140000"/>
              </a:lnSpc>
              <a:buChar char="•"/>
              <a:tabLst>
                <a:tab pos="151765" algn="l"/>
              </a:tabLst>
            </a:pPr>
            <a:r>
              <a:rPr sz="1700" spc="-5" dirty="0">
                <a:latin typeface="Arial MT"/>
                <a:cs typeface="Arial MT"/>
              </a:rPr>
              <a:t>Irrespective</a:t>
            </a:r>
            <a:r>
              <a:rPr sz="1700" spc="229" dirty="0">
                <a:latin typeface="Arial MT"/>
                <a:cs typeface="Arial MT"/>
              </a:rPr>
              <a:t> </a:t>
            </a:r>
            <a:r>
              <a:rPr sz="1700" spc="-5" dirty="0">
                <a:latin typeface="Arial MT"/>
                <a:cs typeface="Arial MT"/>
              </a:rPr>
              <a:t>of</a:t>
            </a:r>
            <a:r>
              <a:rPr sz="1700" spc="229" dirty="0">
                <a:latin typeface="Arial MT"/>
                <a:cs typeface="Arial MT"/>
              </a:rPr>
              <a:t> </a:t>
            </a:r>
            <a:r>
              <a:rPr sz="1700" spc="-5" dirty="0">
                <a:latin typeface="Arial MT"/>
                <a:cs typeface="Arial MT"/>
              </a:rPr>
              <a:t>the</a:t>
            </a:r>
            <a:r>
              <a:rPr sz="1700" spc="229" dirty="0">
                <a:latin typeface="Arial MT"/>
                <a:cs typeface="Arial MT"/>
              </a:rPr>
              <a:t> </a:t>
            </a:r>
            <a:r>
              <a:rPr sz="1700" dirty="0">
                <a:latin typeface="Arial MT"/>
                <a:cs typeface="Arial MT"/>
              </a:rPr>
              <a:t>reasons,</a:t>
            </a:r>
            <a:r>
              <a:rPr sz="1700" spc="235" dirty="0">
                <a:latin typeface="Arial MT"/>
                <a:cs typeface="Arial MT"/>
              </a:rPr>
              <a:t> </a:t>
            </a:r>
            <a:r>
              <a:rPr sz="1700" spc="-5" dirty="0">
                <a:latin typeface="Arial MT"/>
                <a:cs typeface="Arial MT"/>
              </a:rPr>
              <a:t>the</a:t>
            </a:r>
            <a:r>
              <a:rPr sz="1700" spc="229" dirty="0">
                <a:latin typeface="Arial MT"/>
                <a:cs typeface="Arial MT"/>
              </a:rPr>
              <a:t> </a:t>
            </a:r>
            <a:r>
              <a:rPr sz="1700" spc="-5" dirty="0">
                <a:latin typeface="Arial MT"/>
                <a:cs typeface="Arial MT"/>
              </a:rPr>
              <a:t>introduction</a:t>
            </a:r>
            <a:r>
              <a:rPr sz="1700" spc="235" dirty="0">
                <a:latin typeface="Arial MT"/>
                <a:cs typeface="Arial MT"/>
              </a:rPr>
              <a:t> </a:t>
            </a:r>
            <a:r>
              <a:rPr sz="1700" spc="-5" dirty="0">
                <a:latin typeface="Arial MT"/>
                <a:cs typeface="Arial MT"/>
              </a:rPr>
              <a:t>of</a:t>
            </a:r>
            <a:r>
              <a:rPr sz="1700" spc="229" dirty="0">
                <a:latin typeface="Arial MT"/>
                <a:cs typeface="Arial MT"/>
              </a:rPr>
              <a:t> </a:t>
            </a:r>
            <a:r>
              <a:rPr sz="1700" spc="-5" dirty="0">
                <a:latin typeface="Arial MT"/>
                <a:cs typeface="Arial MT"/>
              </a:rPr>
              <a:t>Colab</a:t>
            </a:r>
            <a:r>
              <a:rPr sz="1700" spc="235" dirty="0">
                <a:latin typeface="Arial MT"/>
                <a:cs typeface="Arial MT"/>
              </a:rPr>
              <a:t> </a:t>
            </a:r>
            <a:r>
              <a:rPr sz="1700" spc="-5" dirty="0">
                <a:latin typeface="Arial MT"/>
                <a:cs typeface="Arial MT"/>
              </a:rPr>
              <a:t>has</a:t>
            </a:r>
            <a:r>
              <a:rPr sz="1700" spc="229" dirty="0">
                <a:latin typeface="Arial MT"/>
                <a:cs typeface="Arial MT"/>
              </a:rPr>
              <a:t> </a:t>
            </a:r>
            <a:r>
              <a:rPr sz="1700" spc="-5" dirty="0">
                <a:latin typeface="Arial MT"/>
                <a:cs typeface="Arial MT"/>
              </a:rPr>
              <a:t>eased</a:t>
            </a:r>
            <a:r>
              <a:rPr sz="1700" spc="235" dirty="0">
                <a:latin typeface="Arial MT"/>
                <a:cs typeface="Arial MT"/>
              </a:rPr>
              <a:t> </a:t>
            </a:r>
            <a:r>
              <a:rPr sz="1700" spc="-5" dirty="0">
                <a:latin typeface="Arial MT"/>
                <a:cs typeface="Arial MT"/>
              </a:rPr>
              <a:t>the</a:t>
            </a:r>
            <a:r>
              <a:rPr sz="1700" spc="229" dirty="0">
                <a:latin typeface="Arial MT"/>
                <a:cs typeface="Arial MT"/>
              </a:rPr>
              <a:t> </a:t>
            </a:r>
            <a:r>
              <a:rPr sz="1700" spc="-5" dirty="0">
                <a:latin typeface="Arial MT"/>
                <a:cs typeface="Arial MT"/>
              </a:rPr>
              <a:t>learning </a:t>
            </a:r>
            <a:r>
              <a:rPr sz="1700" spc="-459" dirty="0">
                <a:latin typeface="Arial MT"/>
                <a:cs typeface="Arial MT"/>
              </a:rPr>
              <a:t> </a:t>
            </a:r>
            <a:r>
              <a:rPr sz="1700" spc="-5" dirty="0">
                <a:latin typeface="Arial MT"/>
                <a:cs typeface="Arial MT"/>
              </a:rPr>
              <a:t>and</a:t>
            </a:r>
            <a:r>
              <a:rPr sz="1700" spc="-10" dirty="0">
                <a:latin typeface="Arial MT"/>
                <a:cs typeface="Arial MT"/>
              </a:rPr>
              <a:t> </a:t>
            </a:r>
            <a:r>
              <a:rPr sz="1700" spc="-5" dirty="0">
                <a:solidFill>
                  <a:srgbClr val="FF0000"/>
                </a:solidFill>
                <a:latin typeface="Arial MT"/>
                <a:cs typeface="Arial MT"/>
              </a:rPr>
              <a:t>development of </a:t>
            </a:r>
            <a:r>
              <a:rPr sz="1700" dirty="0">
                <a:solidFill>
                  <a:srgbClr val="FF0000"/>
                </a:solidFill>
                <a:latin typeface="Arial MT"/>
                <a:cs typeface="Arial MT"/>
              </a:rPr>
              <a:t>machine</a:t>
            </a:r>
            <a:r>
              <a:rPr sz="1700" spc="-10" dirty="0">
                <a:solidFill>
                  <a:srgbClr val="FF0000"/>
                </a:solidFill>
                <a:latin typeface="Arial MT"/>
                <a:cs typeface="Arial MT"/>
              </a:rPr>
              <a:t> </a:t>
            </a:r>
            <a:r>
              <a:rPr sz="1700" spc="-5" dirty="0">
                <a:solidFill>
                  <a:srgbClr val="FF0000"/>
                </a:solidFill>
                <a:latin typeface="Arial MT"/>
                <a:cs typeface="Arial MT"/>
              </a:rPr>
              <a:t>learning applications</a:t>
            </a:r>
            <a:r>
              <a:rPr sz="1700" spc="-5" dirty="0">
                <a:latin typeface="Arial MT"/>
                <a:cs typeface="Arial MT"/>
              </a:rPr>
              <a:t>.</a:t>
            </a:r>
            <a:endParaRPr sz="1700">
              <a:latin typeface="Arial MT"/>
              <a:cs typeface="Arial MT"/>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txBox="1">
            <a:spLocks noGrp="1"/>
          </p:cNvSpPr>
          <p:nvPr>
            <p:ph type="sldNum" sz="quarter" idx="7"/>
          </p:nvPr>
        </p:nvSpPr>
        <p:spPr>
          <a:prstGeom prst="rect">
            <a:avLst/>
          </a:prstGeom>
        </p:spPr>
        <p:txBody>
          <a:bodyPr vert="horz" wrap="square" lIns="0" tIns="0" rIns="0" bIns="0" rtlCol="0">
            <a:spAutoFit/>
          </a:bodyPr>
          <a:lstStyle/>
          <a:p>
            <a:pPr marL="38100">
              <a:lnSpc>
                <a:spcPts val="1810"/>
              </a:lnSpc>
            </a:pPr>
            <a:fld id="{81D60167-4931-47E6-BA6A-407CBD079E47}" type="slidenum">
              <a:rPr dirty="0"/>
              <a:pPr marL="38100">
                <a:lnSpc>
                  <a:spcPts val="1810"/>
                </a:lnSpc>
              </a:pPr>
              <a:t>13</a:t>
            </a:fld>
            <a:endParaRPr dirty="0"/>
          </a:p>
        </p:txBody>
      </p:sp>
      <p:sp>
        <p:nvSpPr>
          <p:cNvPr id="2" name="object 2"/>
          <p:cNvSpPr txBox="1">
            <a:spLocks noGrp="1"/>
          </p:cNvSpPr>
          <p:nvPr>
            <p:ph type="title"/>
          </p:nvPr>
        </p:nvSpPr>
        <p:spPr>
          <a:xfrm>
            <a:off x="682625" y="483503"/>
            <a:ext cx="4900295" cy="513080"/>
          </a:xfrm>
          <a:prstGeom prst="rect">
            <a:avLst/>
          </a:prstGeom>
        </p:spPr>
        <p:txBody>
          <a:bodyPr vert="horz" wrap="square" lIns="0" tIns="12700" rIns="0" bIns="0" rtlCol="0">
            <a:spAutoFit/>
          </a:bodyPr>
          <a:lstStyle/>
          <a:p>
            <a:pPr marL="12700">
              <a:lnSpc>
                <a:spcPct val="100000"/>
              </a:lnSpc>
              <a:spcBef>
                <a:spcPts val="100"/>
              </a:spcBef>
            </a:pPr>
            <a:r>
              <a:rPr spc="-15" dirty="0"/>
              <a:t>Introduction</a:t>
            </a:r>
            <a:r>
              <a:rPr spc="-20" dirty="0"/>
              <a:t> to</a:t>
            </a:r>
            <a:r>
              <a:rPr spc="-15" dirty="0"/>
              <a:t> </a:t>
            </a:r>
            <a:r>
              <a:rPr spc="-5" dirty="0"/>
              <a:t>Google</a:t>
            </a:r>
            <a:r>
              <a:rPr spc="-15" dirty="0"/>
              <a:t> </a:t>
            </a:r>
            <a:r>
              <a:rPr spc="-5" dirty="0"/>
              <a:t>Colab</a:t>
            </a:r>
          </a:p>
        </p:txBody>
      </p:sp>
      <p:sp>
        <p:nvSpPr>
          <p:cNvPr id="3" name="object 3"/>
          <p:cNvSpPr txBox="1"/>
          <p:nvPr/>
        </p:nvSpPr>
        <p:spPr>
          <a:xfrm>
            <a:off x="658916" y="1147538"/>
            <a:ext cx="7726045" cy="3288665"/>
          </a:xfrm>
          <a:prstGeom prst="rect">
            <a:avLst/>
          </a:prstGeom>
        </p:spPr>
        <p:txBody>
          <a:bodyPr vert="horz" wrap="square" lIns="0" tIns="0" rIns="0" bIns="0" rtlCol="0">
            <a:spAutoFit/>
          </a:bodyPr>
          <a:lstStyle/>
          <a:p>
            <a:pPr marL="134620" indent="-121920">
              <a:lnSpc>
                <a:spcPts val="2470"/>
              </a:lnSpc>
              <a:buSzPct val="135135"/>
              <a:buChar char="•"/>
              <a:tabLst>
                <a:tab pos="134620" algn="l"/>
              </a:tabLst>
            </a:pPr>
            <a:r>
              <a:rPr sz="1850" spc="-5" dirty="0">
                <a:latin typeface="Arial MT"/>
                <a:cs typeface="Arial MT"/>
              </a:rPr>
              <a:t>Google</a:t>
            </a:r>
            <a:r>
              <a:rPr sz="1850" spc="330" dirty="0">
                <a:latin typeface="Arial MT"/>
                <a:cs typeface="Arial MT"/>
              </a:rPr>
              <a:t> </a:t>
            </a:r>
            <a:r>
              <a:rPr sz="1850" spc="-5" dirty="0">
                <a:latin typeface="Arial MT"/>
                <a:cs typeface="Arial MT"/>
              </a:rPr>
              <a:t>Colab</a:t>
            </a:r>
            <a:r>
              <a:rPr sz="1850" spc="340" dirty="0">
                <a:latin typeface="Arial MT"/>
                <a:cs typeface="Arial MT"/>
              </a:rPr>
              <a:t> </a:t>
            </a:r>
            <a:r>
              <a:rPr sz="1850" spc="-5" dirty="0">
                <a:latin typeface="Arial MT"/>
                <a:cs typeface="Arial MT"/>
              </a:rPr>
              <a:t>is</a:t>
            </a:r>
            <a:r>
              <a:rPr sz="1850" spc="340" dirty="0">
                <a:latin typeface="Arial MT"/>
                <a:cs typeface="Arial MT"/>
              </a:rPr>
              <a:t> </a:t>
            </a:r>
            <a:r>
              <a:rPr sz="1850" dirty="0">
                <a:latin typeface="Arial MT"/>
                <a:cs typeface="Arial MT"/>
              </a:rPr>
              <a:t>a</a:t>
            </a:r>
            <a:r>
              <a:rPr sz="1850" spc="340" dirty="0">
                <a:latin typeface="Arial MT"/>
                <a:cs typeface="Arial MT"/>
              </a:rPr>
              <a:t> </a:t>
            </a:r>
            <a:r>
              <a:rPr sz="1850" spc="-5" dirty="0">
                <a:latin typeface="Arial MT"/>
                <a:cs typeface="Arial MT"/>
              </a:rPr>
              <a:t>document</a:t>
            </a:r>
            <a:r>
              <a:rPr sz="1850" spc="340" dirty="0">
                <a:latin typeface="Arial MT"/>
                <a:cs typeface="Arial MT"/>
              </a:rPr>
              <a:t> </a:t>
            </a:r>
            <a:r>
              <a:rPr sz="1850" spc="-5" dirty="0">
                <a:latin typeface="Arial MT"/>
                <a:cs typeface="Arial MT"/>
              </a:rPr>
              <a:t>that</a:t>
            </a:r>
            <a:r>
              <a:rPr sz="1850" spc="335" dirty="0">
                <a:latin typeface="Arial MT"/>
                <a:cs typeface="Arial MT"/>
              </a:rPr>
              <a:t> </a:t>
            </a:r>
            <a:r>
              <a:rPr sz="1850" spc="-5" dirty="0">
                <a:latin typeface="Arial MT"/>
                <a:cs typeface="Arial MT"/>
              </a:rPr>
              <a:t>allows</a:t>
            </a:r>
            <a:r>
              <a:rPr sz="1850" spc="340" dirty="0">
                <a:latin typeface="Arial MT"/>
                <a:cs typeface="Arial MT"/>
              </a:rPr>
              <a:t> </a:t>
            </a:r>
            <a:r>
              <a:rPr sz="1850" dirty="0">
                <a:latin typeface="Arial MT"/>
                <a:cs typeface="Arial MT"/>
              </a:rPr>
              <a:t>you</a:t>
            </a:r>
            <a:r>
              <a:rPr sz="1850" spc="340" dirty="0">
                <a:latin typeface="Arial MT"/>
                <a:cs typeface="Arial MT"/>
              </a:rPr>
              <a:t> </a:t>
            </a:r>
            <a:r>
              <a:rPr sz="1850" spc="-5" dirty="0">
                <a:latin typeface="Arial MT"/>
                <a:cs typeface="Arial MT"/>
              </a:rPr>
              <a:t>to</a:t>
            </a:r>
            <a:r>
              <a:rPr sz="1850" spc="335" dirty="0">
                <a:latin typeface="Arial MT"/>
                <a:cs typeface="Arial MT"/>
              </a:rPr>
              <a:t> </a:t>
            </a:r>
            <a:r>
              <a:rPr sz="1850" spc="-5" dirty="0">
                <a:latin typeface="Arial MT"/>
                <a:cs typeface="Arial MT"/>
              </a:rPr>
              <a:t>write,</a:t>
            </a:r>
            <a:r>
              <a:rPr sz="1850" spc="340" dirty="0">
                <a:latin typeface="Arial MT"/>
                <a:cs typeface="Arial MT"/>
              </a:rPr>
              <a:t> </a:t>
            </a:r>
            <a:r>
              <a:rPr sz="1850" dirty="0">
                <a:latin typeface="Arial MT"/>
                <a:cs typeface="Arial MT"/>
              </a:rPr>
              <a:t>run,</a:t>
            </a:r>
            <a:r>
              <a:rPr sz="1850" spc="335" dirty="0">
                <a:latin typeface="Arial MT"/>
                <a:cs typeface="Arial MT"/>
              </a:rPr>
              <a:t> </a:t>
            </a:r>
            <a:r>
              <a:rPr sz="1850" spc="-5" dirty="0">
                <a:latin typeface="Arial MT"/>
                <a:cs typeface="Arial MT"/>
              </a:rPr>
              <a:t>and</a:t>
            </a:r>
            <a:r>
              <a:rPr sz="1850" spc="340" dirty="0">
                <a:latin typeface="Arial MT"/>
                <a:cs typeface="Arial MT"/>
              </a:rPr>
              <a:t> </a:t>
            </a:r>
            <a:r>
              <a:rPr sz="1850" dirty="0">
                <a:latin typeface="Arial MT"/>
                <a:cs typeface="Arial MT"/>
              </a:rPr>
              <a:t>share</a:t>
            </a:r>
            <a:endParaRPr sz="1850">
              <a:latin typeface="Arial MT"/>
              <a:cs typeface="Arial MT"/>
            </a:endParaRPr>
          </a:p>
          <a:p>
            <a:pPr marL="133985" marR="21590" algn="just">
              <a:lnSpc>
                <a:spcPct val="160000"/>
              </a:lnSpc>
              <a:spcBef>
                <a:spcPts val="570"/>
              </a:spcBef>
            </a:pPr>
            <a:r>
              <a:rPr sz="1850" spc="-5" dirty="0">
                <a:latin typeface="Arial MT"/>
                <a:cs typeface="Arial MT"/>
              </a:rPr>
              <a:t>Python </a:t>
            </a:r>
            <a:r>
              <a:rPr sz="1850" dirty="0">
                <a:latin typeface="Arial MT"/>
                <a:cs typeface="Arial MT"/>
              </a:rPr>
              <a:t>code </a:t>
            </a:r>
            <a:r>
              <a:rPr sz="1850" spc="-5" dirty="0">
                <a:latin typeface="Arial MT"/>
                <a:cs typeface="Arial MT"/>
              </a:rPr>
              <a:t>within </a:t>
            </a:r>
            <a:r>
              <a:rPr sz="1850" dirty="0">
                <a:latin typeface="Arial MT"/>
                <a:cs typeface="Arial MT"/>
              </a:rPr>
              <a:t>your </a:t>
            </a:r>
            <a:r>
              <a:rPr sz="1850" spc="-20" dirty="0">
                <a:latin typeface="Arial MT"/>
                <a:cs typeface="Arial MT"/>
              </a:rPr>
              <a:t>browser. </a:t>
            </a:r>
            <a:r>
              <a:rPr sz="1850" spc="-5" dirty="0">
                <a:latin typeface="Arial MT"/>
                <a:cs typeface="Arial MT"/>
              </a:rPr>
              <a:t>It is </a:t>
            </a:r>
            <a:r>
              <a:rPr sz="1850" dirty="0">
                <a:latin typeface="Arial MT"/>
                <a:cs typeface="Arial MT"/>
              </a:rPr>
              <a:t>a version </a:t>
            </a:r>
            <a:r>
              <a:rPr sz="1850" spc="-5" dirty="0">
                <a:latin typeface="Arial MT"/>
                <a:cs typeface="Arial MT"/>
              </a:rPr>
              <a:t>of the popular </a:t>
            </a:r>
            <a:r>
              <a:rPr sz="1850" dirty="0">
                <a:latin typeface="Arial MT"/>
                <a:cs typeface="Arial MT"/>
              </a:rPr>
              <a:t>Jupyter </a:t>
            </a:r>
            <a:r>
              <a:rPr sz="1850" spc="5" dirty="0">
                <a:latin typeface="Arial MT"/>
                <a:cs typeface="Arial MT"/>
              </a:rPr>
              <a:t> </a:t>
            </a:r>
            <a:r>
              <a:rPr sz="1850" spc="-5" dirty="0">
                <a:latin typeface="Arial MT"/>
                <a:cs typeface="Arial MT"/>
              </a:rPr>
              <a:t>Notebook</a:t>
            </a:r>
            <a:r>
              <a:rPr sz="1850" spc="-10" dirty="0">
                <a:latin typeface="Arial MT"/>
                <a:cs typeface="Arial MT"/>
              </a:rPr>
              <a:t> </a:t>
            </a:r>
            <a:r>
              <a:rPr sz="1850" spc="-5" dirty="0">
                <a:latin typeface="Arial MT"/>
                <a:cs typeface="Arial MT"/>
              </a:rPr>
              <a:t>within the Google</a:t>
            </a:r>
            <a:r>
              <a:rPr sz="1850" spc="-10" dirty="0">
                <a:latin typeface="Arial MT"/>
                <a:cs typeface="Arial MT"/>
              </a:rPr>
              <a:t> </a:t>
            </a:r>
            <a:r>
              <a:rPr sz="1850" dirty="0">
                <a:latin typeface="Arial MT"/>
                <a:cs typeface="Arial MT"/>
              </a:rPr>
              <a:t>suite</a:t>
            </a:r>
            <a:r>
              <a:rPr sz="1850" spc="-5" dirty="0">
                <a:latin typeface="Arial MT"/>
                <a:cs typeface="Arial MT"/>
              </a:rPr>
              <a:t> of tools.</a:t>
            </a:r>
            <a:endParaRPr sz="1850">
              <a:latin typeface="Arial MT"/>
              <a:cs typeface="Arial MT"/>
            </a:endParaRPr>
          </a:p>
          <a:p>
            <a:pPr marL="133985" indent="-121920">
              <a:lnSpc>
                <a:spcPct val="100000"/>
              </a:lnSpc>
              <a:spcBef>
                <a:spcPts val="1300"/>
              </a:spcBef>
              <a:buSzPct val="135135"/>
              <a:buChar char="•"/>
              <a:tabLst>
                <a:tab pos="134620" algn="l"/>
              </a:tabLst>
            </a:pPr>
            <a:r>
              <a:rPr sz="1850" dirty="0">
                <a:latin typeface="Arial MT"/>
                <a:cs typeface="Arial MT"/>
              </a:rPr>
              <a:t>Jupyter</a:t>
            </a:r>
            <a:r>
              <a:rPr sz="1850" spc="210" dirty="0">
                <a:latin typeface="Arial MT"/>
                <a:cs typeface="Arial MT"/>
              </a:rPr>
              <a:t> </a:t>
            </a:r>
            <a:r>
              <a:rPr sz="1850" spc="-5" dirty="0">
                <a:latin typeface="Arial MT"/>
                <a:cs typeface="Arial MT"/>
              </a:rPr>
              <a:t>Notebooks</a:t>
            </a:r>
            <a:r>
              <a:rPr sz="1850" spc="215" dirty="0">
                <a:latin typeface="Arial MT"/>
                <a:cs typeface="Arial MT"/>
              </a:rPr>
              <a:t> </a:t>
            </a:r>
            <a:r>
              <a:rPr sz="1850" dirty="0">
                <a:latin typeface="Arial MT"/>
                <a:cs typeface="Arial MT"/>
              </a:rPr>
              <a:t>(and</a:t>
            </a:r>
            <a:r>
              <a:rPr sz="1850" spc="210" dirty="0">
                <a:latin typeface="Arial MT"/>
                <a:cs typeface="Arial MT"/>
              </a:rPr>
              <a:t> </a:t>
            </a:r>
            <a:r>
              <a:rPr sz="1850" spc="-5" dirty="0">
                <a:latin typeface="Arial MT"/>
                <a:cs typeface="Arial MT"/>
              </a:rPr>
              <a:t>therefore</a:t>
            </a:r>
            <a:r>
              <a:rPr sz="1850" spc="210" dirty="0">
                <a:latin typeface="Arial MT"/>
                <a:cs typeface="Arial MT"/>
              </a:rPr>
              <a:t> </a:t>
            </a:r>
            <a:r>
              <a:rPr sz="1850" spc="-5" dirty="0">
                <a:latin typeface="Arial MT"/>
                <a:cs typeface="Arial MT"/>
              </a:rPr>
              <a:t>Google</a:t>
            </a:r>
            <a:r>
              <a:rPr sz="1850" spc="210" dirty="0">
                <a:latin typeface="Arial MT"/>
                <a:cs typeface="Arial MT"/>
              </a:rPr>
              <a:t> </a:t>
            </a:r>
            <a:r>
              <a:rPr sz="1850" spc="-5" dirty="0">
                <a:latin typeface="Arial MT"/>
                <a:cs typeface="Arial MT"/>
              </a:rPr>
              <a:t>Colab)</a:t>
            </a:r>
            <a:r>
              <a:rPr sz="1850" spc="210" dirty="0">
                <a:latin typeface="Arial MT"/>
                <a:cs typeface="Arial MT"/>
              </a:rPr>
              <a:t> </a:t>
            </a:r>
            <a:r>
              <a:rPr sz="1850" spc="-5" dirty="0">
                <a:latin typeface="Arial MT"/>
                <a:cs typeface="Arial MT"/>
              </a:rPr>
              <a:t>allow</a:t>
            </a:r>
            <a:r>
              <a:rPr sz="1850" spc="215" dirty="0">
                <a:latin typeface="Arial MT"/>
                <a:cs typeface="Arial MT"/>
              </a:rPr>
              <a:t> </a:t>
            </a:r>
            <a:r>
              <a:rPr sz="1850" dirty="0">
                <a:latin typeface="Arial MT"/>
                <a:cs typeface="Arial MT"/>
              </a:rPr>
              <a:t>you</a:t>
            </a:r>
            <a:r>
              <a:rPr sz="1850" spc="215" dirty="0">
                <a:latin typeface="Arial MT"/>
                <a:cs typeface="Arial MT"/>
              </a:rPr>
              <a:t> </a:t>
            </a:r>
            <a:r>
              <a:rPr sz="1850" spc="-5" dirty="0">
                <a:latin typeface="Arial MT"/>
                <a:cs typeface="Arial MT"/>
              </a:rPr>
              <a:t>to</a:t>
            </a:r>
            <a:r>
              <a:rPr sz="1850" spc="204" dirty="0">
                <a:latin typeface="Arial MT"/>
                <a:cs typeface="Arial MT"/>
              </a:rPr>
              <a:t> </a:t>
            </a:r>
            <a:r>
              <a:rPr sz="1850" dirty="0">
                <a:latin typeface="Arial MT"/>
                <a:cs typeface="Arial MT"/>
              </a:rPr>
              <a:t>create</a:t>
            </a:r>
            <a:r>
              <a:rPr sz="1850" spc="215" dirty="0">
                <a:latin typeface="Arial MT"/>
                <a:cs typeface="Arial MT"/>
              </a:rPr>
              <a:t> </a:t>
            </a:r>
            <a:r>
              <a:rPr sz="1850" dirty="0">
                <a:latin typeface="Arial MT"/>
                <a:cs typeface="Arial MT"/>
              </a:rPr>
              <a:t>a</a:t>
            </a:r>
            <a:endParaRPr sz="1850">
              <a:latin typeface="Arial MT"/>
              <a:cs typeface="Arial MT"/>
            </a:endParaRPr>
          </a:p>
          <a:p>
            <a:pPr marL="133985" marR="5080" algn="just">
              <a:lnSpc>
                <a:spcPct val="160000"/>
              </a:lnSpc>
              <a:spcBef>
                <a:spcPts val="570"/>
              </a:spcBef>
            </a:pPr>
            <a:r>
              <a:rPr sz="1850" spc="-5" dirty="0">
                <a:latin typeface="Arial MT"/>
                <a:cs typeface="Arial MT"/>
              </a:rPr>
              <a:t>document </a:t>
            </a:r>
            <a:r>
              <a:rPr sz="1850" dirty="0">
                <a:latin typeface="Arial MT"/>
                <a:cs typeface="Arial MT"/>
              </a:rPr>
              <a:t>containing </a:t>
            </a:r>
            <a:r>
              <a:rPr sz="1850" spc="-5" dirty="0">
                <a:latin typeface="Arial MT"/>
                <a:cs typeface="Arial MT"/>
              </a:rPr>
              <a:t>executable </a:t>
            </a:r>
            <a:r>
              <a:rPr sz="1850" dirty="0">
                <a:latin typeface="Arial MT"/>
                <a:cs typeface="Arial MT"/>
              </a:rPr>
              <a:t>code </a:t>
            </a:r>
            <a:r>
              <a:rPr sz="1850" spc="-5" dirty="0">
                <a:latin typeface="Arial MT"/>
                <a:cs typeface="Arial MT"/>
              </a:rPr>
              <a:t>along with text, images, HTML, </a:t>
            </a:r>
            <a:r>
              <a:rPr sz="1850" dirty="0">
                <a:latin typeface="Arial MT"/>
                <a:cs typeface="Arial MT"/>
              </a:rPr>
              <a:t> </a:t>
            </a:r>
            <a:r>
              <a:rPr sz="1850" spc="-40" dirty="0">
                <a:latin typeface="Arial MT"/>
                <a:cs typeface="Arial MT"/>
              </a:rPr>
              <a:t>LaTeX, </a:t>
            </a:r>
            <a:r>
              <a:rPr sz="1850" spc="-5" dirty="0">
                <a:latin typeface="Arial MT"/>
                <a:cs typeface="Arial MT"/>
              </a:rPr>
              <a:t>etc. which is then </a:t>
            </a:r>
            <a:r>
              <a:rPr sz="1850" dirty="0">
                <a:latin typeface="Arial MT"/>
                <a:cs typeface="Arial MT"/>
              </a:rPr>
              <a:t>stored </a:t>
            </a:r>
            <a:r>
              <a:rPr sz="1850" spc="-5" dirty="0">
                <a:latin typeface="Arial MT"/>
                <a:cs typeface="Arial MT"/>
              </a:rPr>
              <a:t>in </a:t>
            </a:r>
            <a:r>
              <a:rPr sz="1850" dirty="0">
                <a:latin typeface="Arial MT"/>
                <a:cs typeface="Arial MT"/>
              </a:rPr>
              <a:t>your </a:t>
            </a:r>
            <a:r>
              <a:rPr sz="1850" spc="-5" dirty="0">
                <a:latin typeface="Arial MT"/>
                <a:cs typeface="Arial MT"/>
              </a:rPr>
              <a:t>google drive and </a:t>
            </a:r>
            <a:r>
              <a:rPr sz="1850" dirty="0">
                <a:latin typeface="Arial MT"/>
                <a:cs typeface="Arial MT"/>
              </a:rPr>
              <a:t>shareable </a:t>
            </a:r>
            <a:r>
              <a:rPr sz="1850" spc="-5" dirty="0">
                <a:latin typeface="Arial MT"/>
                <a:cs typeface="Arial MT"/>
              </a:rPr>
              <a:t>to </a:t>
            </a:r>
            <a:r>
              <a:rPr sz="1850" dirty="0">
                <a:latin typeface="Arial MT"/>
                <a:cs typeface="Arial MT"/>
              </a:rPr>
              <a:t> </a:t>
            </a:r>
            <a:r>
              <a:rPr sz="1850" spc="-5" dirty="0">
                <a:latin typeface="Arial MT"/>
                <a:cs typeface="Arial MT"/>
              </a:rPr>
              <a:t>peers</a:t>
            </a:r>
            <a:r>
              <a:rPr sz="1850" spc="-10" dirty="0">
                <a:latin typeface="Arial MT"/>
                <a:cs typeface="Arial MT"/>
              </a:rPr>
              <a:t> </a:t>
            </a:r>
            <a:r>
              <a:rPr sz="1850" spc="-5" dirty="0">
                <a:latin typeface="Arial MT"/>
                <a:cs typeface="Arial MT"/>
              </a:rPr>
              <a:t>and</a:t>
            </a:r>
            <a:r>
              <a:rPr sz="1850" spc="-10" dirty="0">
                <a:latin typeface="Arial MT"/>
                <a:cs typeface="Arial MT"/>
              </a:rPr>
              <a:t> </a:t>
            </a:r>
            <a:r>
              <a:rPr sz="1850" dirty="0">
                <a:latin typeface="Arial MT"/>
                <a:cs typeface="Arial MT"/>
              </a:rPr>
              <a:t>colleagues</a:t>
            </a:r>
            <a:r>
              <a:rPr sz="1850" spc="-5" dirty="0">
                <a:latin typeface="Arial MT"/>
                <a:cs typeface="Arial MT"/>
              </a:rPr>
              <a:t> for</a:t>
            </a:r>
            <a:r>
              <a:rPr sz="1850" spc="-10" dirty="0">
                <a:latin typeface="Arial MT"/>
                <a:cs typeface="Arial MT"/>
              </a:rPr>
              <a:t> </a:t>
            </a:r>
            <a:r>
              <a:rPr sz="1850" spc="-5" dirty="0">
                <a:latin typeface="Arial MT"/>
                <a:cs typeface="Arial MT"/>
              </a:rPr>
              <a:t>editing, </a:t>
            </a:r>
            <a:r>
              <a:rPr sz="1850" dirty="0">
                <a:latin typeface="Arial MT"/>
                <a:cs typeface="Arial MT"/>
              </a:rPr>
              <a:t>commenting,</a:t>
            </a:r>
            <a:r>
              <a:rPr sz="1850" spc="-10" dirty="0">
                <a:latin typeface="Arial MT"/>
                <a:cs typeface="Arial MT"/>
              </a:rPr>
              <a:t> </a:t>
            </a:r>
            <a:r>
              <a:rPr sz="1850" spc="-5" dirty="0">
                <a:latin typeface="Arial MT"/>
                <a:cs typeface="Arial MT"/>
              </a:rPr>
              <a:t>and </a:t>
            </a:r>
            <a:r>
              <a:rPr sz="1850" dirty="0">
                <a:latin typeface="Arial MT"/>
                <a:cs typeface="Arial MT"/>
              </a:rPr>
              <a:t>viewing.</a:t>
            </a:r>
            <a:endParaRPr sz="1850">
              <a:latin typeface="Arial MT"/>
              <a:cs typeface="Arial MT"/>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82625" y="483503"/>
            <a:ext cx="4900295" cy="513080"/>
          </a:xfrm>
          <a:prstGeom prst="rect">
            <a:avLst/>
          </a:prstGeom>
        </p:spPr>
        <p:txBody>
          <a:bodyPr vert="horz" wrap="square" lIns="0" tIns="12700" rIns="0" bIns="0" rtlCol="0">
            <a:spAutoFit/>
          </a:bodyPr>
          <a:lstStyle/>
          <a:p>
            <a:pPr marL="12700">
              <a:lnSpc>
                <a:spcPct val="100000"/>
              </a:lnSpc>
              <a:spcBef>
                <a:spcPts val="100"/>
              </a:spcBef>
            </a:pPr>
            <a:r>
              <a:rPr spc="-15" dirty="0"/>
              <a:t>Introduction</a:t>
            </a:r>
            <a:r>
              <a:rPr spc="-20" dirty="0"/>
              <a:t> to</a:t>
            </a:r>
            <a:r>
              <a:rPr spc="-15" dirty="0"/>
              <a:t> </a:t>
            </a:r>
            <a:r>
              <a:rPr spc="-5" dirty="0"/>
              <a:t>Google</a:t>
            </a:r>
            <a:r>
              <a:rPr spc="-15" dirty="0"/>
              <a:t> </a:t>
            </a:r>
            <a:r>
              <a:rPr spc="-5" dirty="0"/>
              <a:t>Colab</a:t>
            </a:r>
          </a:p>
        </p:txBody>
      </p:sp>
      <p:sp>
        <p:nvSpPr>
          <p:cNvPr id="3" name="object 3"/>
          <p:cNvSpPr txBox="1"/>
          <p:nvPr/>
        </p:nvSpPr>
        <p:spPr>
          <a:xfrm>
            <a:off x="609384" y="1055337"/>
            <a:ext cx="3662045" cy="330200"/>
          </a:xfrm>
          <a:prstGeom prst="rect">
            <a:avLst/>
          </a:prstGeom>
        </p:spPr>
        <p:txBody>
          <a:bodyPr vert="horz" wrap="square" lIns="0" tIns="12700" rIns="0" bIns="0" rtlCol="0">
            <a:spAutoFit/>
          </a:bodyPr>
          <a:lstStyle/>
          <a:p>
            <a:pPr marL="12700">
              <a:lnSpc>
                <a:spcPct val="100000"/>
              </a:lnSpc>
              <a:spcBef>
                <a:spcPts val="100"/>
              </a:spcBef>
            </a:pPr>
            <a:r>
              <a:rPr sz="2000" spc="-5" dirty="0">
                <a:solidFill>
                  <a:srgbClr val="0070C0"/>
                </a:solidFill>
                <a:latin typeface="Arial MT"/>
                <a:cs typeface="Arial MT"/>
              </a:rPr>
              <a:t>What</a:t>
            </a:r>
            <a:r>
              <a:rPr sz="2000" spc="-25" dirty="0">
                <a:solidFill>
                  <a:srgbClr val="0070C0"/>
                </a:solidFill>
                <a:latin typeface="Arial MT"/>
                <a:cs typeface="Arial MT"/>
              </a:rPr>
              <a:t> </a:t>
            </a:r>
            <a:r>
              <a:rPr sz="2000" spc="-5" dirty="0">
                <a:solidFill>
                  <a:srgbClr val="0070C0"/>
                </a:solidFill>
                <a:latin typeface="Arial MT"/>
                <a:cs typeface="Arial MT"/>
              </a:rPr>
              <a:t>Can</a:t>
            </a:r>
            <a:r>
              <a:rPr sz="2000" spc="-55" dirty="0">
                <a:solidFill>
                  <a:srgbClr val="0070C0"/>
                </a:solidFill>
                <a:latin typeface="Arial MT"/>
                <a:cs typeface="Arial MT"/>
              </a:rPr>
              <a:t> </a:t>
            </a:r>
            <a:r>
              <a:rPr sz="2000" spc="-65" dirty="0">
                <a:solidFill>
                  <a:srgbClr val="0070C0"/>
                </a:solidFill>
                <a:latin typeface="Arial MT"/>
                <a:cs typeface="Arial MT"/>
              </a:rPr>
              <a:t>You</a:t>
            </a:r>
            <a:r>
              <a:rPr sz="2000" spc="-20" dirty="0">
                <a:solidFill>
                  <a:srgbClr val="0070C0"/>
                </a:solidFill>
                <a:latin typeface="Arial MT"/>
                <a:cs typeface="Arial MT"/>
              </a:rPr>
              <a:t> </a:t>
            </a:r>
            <a:r>
              <a:rPr sz="2000" spc="-5" dirty="0">
                <a:solidFill>
                  <a:srgbClr val="0070C0"/>
                </a:solidFill>
                <a:latin typeface="Arial MT"/>
                <a:cs typeface="Arial MT"/>
              </a:rPr>
              <a:t>Get</a:t>
            </a:r>
            <a:r>
              <a:rPr sz="2000" spc="-20" dirty="0">
                <a:solidFill>
                  <a:srgbClr val="0070C0"/>
                </a:solidFill>
                <a:latin typeface="Arial MT"/>
                <a:cs typeface="Arial MT"/>
              </a:rPr>
              <a:t> </a:t>
            </a:r>
            <a:r>
              <a:rPr sz="2000" spc="-5" dirty="0">
                <a:solidFill>
                  <a:srgbClr val="0070C0"/>
                </a:solidFill>
                <a:latin typeface="Arial MT"/>
                <a:cs typeface="Arial MT"/>
              </a:rPr>
              <a:t>From</a:t>
            </a:r>
            <a:r>
              <a:rPr sz="2000" spc="-20" dirty="0">
                <a:solidFill>
                  <a:srgbClr val="0070C0"/>
                </a:solidFill>
                <a:latin typeface="Arial MT"/>
                <a:cs typeface="Arial MT"/>
              </a:rPr>
              <a:t> </a:t>
            </a:r>
            <a:r>
              <a:rPr sz="2000" spc="-5" dirty="0">
                <a:solidFill>
                  <a:srgbClr val="0070C0"/>
                </a:solidFill>
                <a:latin typeface="Arial MT"/>
                <a:cs typeface="Arial MT"/>
              </a:rPr>
              <a:t>Colab?</a:t>
            </a:r>
            <a:endParaRPr sz="2000">
              <a:latin typeface="Arial MT"/>
              <a:cs typeface="Arial MT"/>
            </a:endParaRPr>
          </a:p>
        </p:txBody>
      </p:sp>
      <p:sp>
        <p:nvSpPr>
          <p:cNvPr id="4" name="object 4"/>
          <p:cNvSpPr txBox="1"/>
          <p:nvPr/>
        </p:nvSpPr>
        <p:spPr>
          <a:xfrm>
            <a:off x="655074" y="1627738"/>
            <a:ext cx="6120130" cy="3342004"/>
          </a:xfrm>
          <a:prstGeom prst="rect">
            <a:avLst/>
          </a:prstGeom>
        </p:spPr>
        <p:txBody>
          <a:bodyPr vert="horz" wrap="square" lIns="0" tIns="0" rIns="0" bIns="0" rtlCol="0">
            <a:spAutoFit/>
          </a:bodyPr>
          <a:lstStyle/>
          <a:p>
            <a:pPr marL="138430" indent="-126364">
              <a:lnSpc>
                <a:spcPts val="2815"/>
              </a:lnSpc>
              <a:buSzPct val="133333"/>
              <a:buChar char="•"/>
              <a:tabLst>
                <a:tab pos="139065" algn="l"/>
              </a:tabLst>
            </a:pPr>
            <a:r>
              <a:rPr sz="1800" spc="-10" dirty="0">
                <a:latin typeface="Arial MT"/>
                <a:cs typeface="Arial MT"/>
              </a:rPr>
              <a:t>Write</a:t>
            </a:r>
            <a:r>
              <a:rPr sz="1800" spc="-20" dirty="0">
                <a:latin typeface="Arial MT"/>
                <a:cs typeface="Arial MT"/>
              </a:rPr>
              <a:t> </a:t>
            </a:r>
            <a:r>
              <a:rPr sz="1800" spc="-5" dirty="0">
                <a:latin typeface="Arial MT"/>
                <a:cs typeface="Arial MT"/>
              </a:rPr>
              <a:t>and</a:t>
            </a:r>
            <a:r>
              <a:rPr sz="1800" spc="-15" dirty="0">
                <a:latin typeface="Arial MT"/>
                <a:cs typeface="Arial MT"/>
              </a:rPr>
              <a:t> </a:t>
            </a:r>
            <a:r>
              <a:rPr sz="1800" spc="-5" dirty="0">
                <a:latin typeface="Arial MT"/>
                <a:cs typeface="Arial MT"/>
              </a:rPr>
              <a:t>execute</a:t>
            </a:r>
            <a:r>
              <a:rPr sz="1800" spc="-15" dirty="0">
                <a:latin typeface="Arial MT"/>
                <a:cs typeface="Arial MT"/>
              </a:rPr>
              <a:t> </a:t>
            </a:r>
            <a:r>
              <a:rPr sz="1800" dirty="0">
                <a:latin typeface="Arial MT"/>
                <a:cs typeface="Arial MT"/>
              </a:rPr>
              <a:t>code</a:t>
            </a:r>
            <a:r>
              <a:rPr sz="1800" spc="-20" dirty="0">
                <a:latin typeface="Arial MT"/>
                <a:cs typeface="Arial MT"/>
              </a:rPr>
              <a:t> </a:t>
            </a:r>
            <a:r>
              <a:rPr sz="1800" spc="-5" dirty="0">
                <a:latin typeface="Arial MT"/>
                <a:cs typeface="Arial MT"/>
              </a:rPr>
              <a:t>in</a:t>
            </a:r>
            <a:r>
              <a:rPr sz="1800" spc="-15" dirty="0">
                <a:latin typeface="Arial MT"/>
                <a:cs typeface="Arial MT"/>
              </a:rPr>
              <a:t> </a:t>
            </a:r>
            <a:r>
              <a:rPr sz="1800" spc="-5" dirty="0">
                <a:latin typeface="Arial MT"/>
                <a:cs typeface="Arial MT"/>
              </a:rPr>
              <a:t>Python</a:t>
            </a:r>
            <a:endParaRPr sz="1800">
              <a:latin typeface="Arial MT"/>
              <a:cs typeface="Arial MT"/>
            </a:endParaRPr>
          </a:p>
          <a:p>
            <a:pPr marL="138430" indent="-126364">
              <a:lnSpc>
                <a:spcPct val="100000"/>
              </a:lnSpc>
              <a:spcBef>
                <a:spcPts val="459"/>
              </a:spcBef>
              <a:buSzPct val="133333"/>
              <a:buChar char="•"/>
              <a:tabLst>
                <a:tab pos="139065" algn="l"/>
              </a:tabLst>
            </a:pPr>
            <a:r>
              <a:rPr sz="1800" spc="-5" dirty="0">
                <a:latin typeface="Arial MT"/>
                <a:cs typeface="Arial MT"/>
              </a:rPr>
              <a:t>Document</a:t>
            </a:r>
            <a:r>
              <a:rPr sz="1800" spc="-20" dirty="0">
                <a:latin typeface="Arial MT"/>
                <a:cs typeface="Arial MT"/>
              </a:rPr>
              <a:t> </a:t>
            </a:r>
            <a:r>
              <a:rPr sz="1800" dirty="0">
                <a:latin typeface="Arial MT"/>
                <a:cs typeface="Arial MT"/>
              </a:rPr>
              <a:t>your</a:t>
            </a:r>
            <a:r>
              <a:rPr sz="1800" spc="-20" dirty="0">
                <a:latin typeface="Arial MT"/>
                <a:cs typeface="Arial MT"/>
              </a:rPr>
              <a:t> </a:t>
            </a:r>
            <a:r>
              <a:rPr sz="1800" dirty="0">
                <a:latin typeface="Arial MT"/>
                <a:cs typeface="Arial MT"/>
              </a:rPr>
              <a:t>code</a:t>
            </a:r>
            <a:r>
              <a:rPr sz="1800" spc="-20" dirty="0">
                <a:latin typeface="Arial MT"/>
                <a:cs typeface="Arial MT"/>
              </a:rPr>
              <a:t> </a:t>
            </a:r>
            <a:r>
              <a:rPr sz="1800" spc="-5" dirty="0">
                <a:latin typeface="Arial MT"/>
                <a:cs typeface="Arial MT"/>
              </a:rPr>
              <a:t>that</a:t>
            </a:r>
            <a:r>
              <a:rPr sz="1800" spc="-20" dirty="0">
                <a:latin typeface="Arial MT"/>
                <a:cs typeface="Arial MT"/>
              </a:rPr>
              <a:t> </a:t>
            </a:r>
            <a:r>
              <a:rPr sz="1800" dirty="0">
                <a:latin typeface="Arial MT"/>
                <a:cs typeface="Arial MT"/>
              </a:rPr>
              <a:t>supports</a:t>
            </a:r>
            <a:r>
              <a:rPr sz="1800" spc="-20" dirty="0">
                <a:latin typeface="Arial MT"/>
                <a:cs typeface="Arial MT"/>
              </a:rPr>
              <a:t> </a:t>
            </a:r>
            <a:r>
              <a:rPr sz="1800" dirty="0">
                <a:latin typeface="Arial MT"/>
                <a:cs typeface="Arial MT"/>
              </a:rPr>
              <a:t>mathematical</a:t>
            </a:r>
            <a:r>
              <a:rPr sz="1800" spc="-15" dirty="0">
                <a:latin typeface="Arial MT"/>
                <a:cs typeface="Arial MT"/>
              </a:rPr>
              <a:t> </a:t>
            </a:r>
            <a:r>
              <a:rPr sz="1800" spc="-5" dirty="0">
                <a:latin typeface="Arial MT"/>
                <a:cs typeface="Arial MT"/>
              </a:rPr>
              <a:t>equations</a:t>
            </a:r>
            <a:endParaRPr sz="1800">
              <a:latin typeface="Arial MT"/>
              <a:cs typeface="Arial MT"/>
            </a:endParaRPr>
          </a:p>
          <a:p>
            <a:pPr marL="138430" indent="-126364">
              <a:lnSpc>
                <a:spcPct val="100000"/>
              </a:lnSpc>
              <a:spcBef>
                <a:spcPts val="459"/>
              </a:spcBef>
              <a:buSzPct val="133333"/>
              <a:buChar char="•"/>
              <a:tabLst>
                <a:tab pos="139065" algn="l"/>
              </a:tabLst>
            </a:pPr>
            <a:r>
              <a:rPr sz="1800" spc="-5" dirty="0">
                <a:latin typeface="Arial MT"/>
                <a:cs typeface="Arial MT"/>
              </a:rPr>
              <a:t>Create/Upload/Share</a:t>
            </a:r>
            <a:r>
              <a:rPr sz="1800" spc="-50" dirty="0">
                <a:latin typeface="Arial MT"/>
                <a:cs typeface="Arial MT"/>
              </a:rPr>
              <a:t> </a:t>
            </a:r>
            <a:r>
              <a:rPr sz="1800" spc="-5" dirty="0">
                <a:latin typeface="Arial MT"/>
                <a:cs typeface="Arial MT"/>
              </a:rPr>
              <a:t>notebooks</a:t>
            </a:r>
            <a:endParaRPr sz="1800">
              <a:latin typeface="Arial MT"/>
              <a:cs typeface="Arial MT"/>
            </a:endParaRPr>
          </a:p>
          <a:p>
            <a:pPr marL="138430" indent="-126364">
              <a:lnSpc>
                <a:spcPct val="100000"/>
              </a:lnSpc>
              <a:spcBef>
                <a:spcPts val="465"/>
              </a:spcBef>
              <a:buSzPct val="133333"/>
              <a:buChar char="•"/>
              <a:tabLst>
                <a:tab pos="139065" algn="l"/>
              </a:tabLst>
            </a:pPr>
            <a:r>
              <a:rPr sz="1800" spc="-5" dirty="0">
                <a:latin typeface="Arial MT"/>
                <a:cs typeface="Arial MT"/>
              </a:rPr>
              <a:t>Import/Save</a:t>
            </a:r>
            <a:r>
              <a:rPr sz="1800" spc="-25" dirty="0">
                <a:latin typeface="Arial MT"/>
                <a:cs typeface="Arial MT"/>
              </a:rPr>
              <a:t> </a:t>
            </a:r>
            <a:r>
              <a:rPr sz="1800" spc="-5" dirty="0">
                <a:latin typeface="Arial MT"/>
                <a:cs typeface="Arial MT"/>
              </a:rPr>
              <a:t>notebooks</a:t>
            </a:r>
            <a:r>
              <a:rPr sz="1800" spc="-20" dirty="0">
                <a:latin typeface="Arial MT"/>
                <a:cs typeface="Arial MT"/>
              </a:rPr>
              <a:t> </a:t>
            </a:r>
            <a:r>
              <a:rPr sz="1800" spc="-5" dirty="0">
                <a:latin typeface="Arial MT"/>
                <a:cs typeface="Arial MT"/>
              </a:rPr>
              <a:t>from/to</a:t>
            </a:r>
            <a:r>
              <a:rPr sz="1800" spc="-20" dirty="0">
                <a:latin typeface="Arial MT"/>
                <a:cs typeface="Arial MT"/>
              </a:rPr>
              <a:t> </a:t>
            </a:r>
            <a:r>
              <a:rPr sz="1800" spc="-5" dirty="0">
                <a:latin typeface="Arial MT"/>
                <a:cs typeface="Arial MT"/>
              </a:rPr>
              <a:t>Google</a:t>
            </a:r>
            <a:r>
              <a:rPr sz="1800" spc="-20" dirty="0">
                <a:latin typeface="Arial MT"/>
                <a:cs typeface="Arial MT"/>
              </a:rPr>
              <a:t> </a:t>
            </a:r>
            <a:r>
              <a:rPr sz="1800" spc="-5" dirty="0">
                <a:latin typeface="Arial MT"/>
                <a:cs typeface="Arial MT"/>
              </a:rPr>
              <a:t>Drive</a:t>
            </a:r>
            <a:endParaRPr sz="1800">
              <a:latin typeface="Arial MT"/>
              <a:cs typeface="Arial MT"/>
            </a:endParaRPr>
          </a:p>
          <a:p>
            <a:pPr marL="138430" indent="-126364">
              <a:lnSpc>
                <a:spcPct val="100000"/>
              </a:lnSpc>
              <a:spcBef>
                <a:spcPts val="459"/>
              </a:spcBef>
              <a:buSzPct val="133333"/>
              <a:buChar char="•"/>
              <a:tabLst>
                <a:tab pos="139065" algn="l"/>
              </a:tabLst>
            </a:pPr>
            <a:r>
              <a:rPr sz="1800" spc="-5" dirty="0">
                <a:latin typeface="Arial MT"/>
                <a:cs typeface="Arial MT"/>
              </a:rPr>
              <a:t>Import/Publish</a:t>
            </a:r>
            <a:r>
              <a:rPr sz="1800" spc="-30" dirty="0">
                <a:latin typeface="Arial MT"/>
                <a:cs typeface="Arial MT"/>
              </a:rPr>
              <a:t> </a:t>
            </a:r>
            <a:r>
              <a:rPr sz="1800" spc="-5" dirty="0">
                <a:latin typeface="Arial MT"/>
                <a:cs typeface="Arial MT"/>
              </a:rPr>
              <a:t>notebooks</a:t>
            </a:r>
            <a:r>
              <a:rPr sz="1800" spc="-25" dirty="0">
                <a:latin typeface="Arial MT"/>
                <a:cs typeface="Arial MT"/>
              </a:rPr>
              <a:t> </a:t>
            </a:r>
            <a:r>
              <a:rPr sz="1800" spc="-5" dirty="0">
                <a:latin typeface="Arial MT"/>
                <a:cs typeface="Arial MT"/>
              </a:rPr>
              <a:t>from</a:t>
            </a:r>
            <a:r>
              <a:rPr sz="1800" spc="-25" dirty="0">
                <a:latin typeface="Arial MT"/>
                <a:cs typeface="Arial MT"/>
              </a:rPr>
              <a:t> </a:t>
            </a:r>
            <a:r>
              <a:rPr sz="1800" spc="-5" dirty="0">
                <a:latin typeface="Arial MT"/>
                <a:cs typeface="Arial MT"/>
              </a:rPr>
              <a:t>GitHub</a:t>
            </a:r>
            <a:endParaRPr sz="1800">
              <a:latin typeface="Arial MT"/>
              <a:cs typeface="Arial MT"/>
            </a:endParaRPr>
          </a:p>
          <a:p>
            <a:pPr marL="138430" indent="-126364">
              <a:lnSpc>
                <a:spcPct val="100000"/>
              </a:lnSpc>
              <a:spcBef>
                <a:spcPts val="464"/>
              </a:spcBef>
              <a:buSzPct val="133333"/>
              <a:buChar char="•"/>
              <a:tabLst>
                <a:tab pos="139065" algn="l"/>
              </a:tabLst>
            </a:pPr>
            <a:r>
              <a:rPr sz="1800" spc="-5" dirty="0">
                <a:latin typeface="Arial MT"/>
                <a:cs typeface="Arial MT"/>
              </a:rPr>
              <a:t>Import</a:t>
            </a:r>
            <a:r>
              <a:rPr sz="1800" spc="-20" dirty="0">
                <a:latin typeface="Arial MT"/>
                <a:cs typeface="Arial MT"/>
              </a:rPr>
              <a:t> </a:t>
            </a:r>
            <a:r>
              <a:rPr sz="1800" spc="-5" dirty="0">
                <a:latin typeface="Arial MT"/>
                <a:cs typeface="Arial MT"/>
              </a:rPr>
              <a:t>external</a:t>
            </a:r>
            <a:r>
              <a:rPr sz="1800" spc="-15" dirty="0">
                <a:latin typeface="Arial MT"/>
                <a:cs typeface="Arial MT"/>
              </a:rPr>
              <a:t> </a:t>
            </a:r>
            <a:r>
              <a:rPr sz="1800" spc="-5" dirty="0">
                <a:latin typeface="Arial MT"/>
                <a:cs typeface="Arial MT"/>
              </a:rPr>
              <a:t>datasets</a:t>
            </a:r>
            <a:r>
              <a:rPr sz="1800" spc="-20" dirty="0">
                <a:latin typeface="Arial MT"/>
                <a:cs typeface="Arial MT"/>
              </a:rPr>
              <a:t> </a:t>
            </a:r>
            <a:r>
              <a:rPr sz="1800" spc="-5" dirty="0">
                <a:latin typeface="Arial MT"/>
                <a:cs typeface="Arial MT"/>
              </a:rPr>
              <a:t>e.g.</a:t>
            </a:r>
            <a:r>
              <a:rPr sz="1800" spc="-15" dirty="0">
                <a:latin typeface="Arial MT"/>
                <a:cs typeface="Arial MT"/>
              </a:rPr>
              <a:t> </a:t>
            </a:r>
            <a:r>
              <a:rPr sz="1800" spc="-5" dirty="0">
                <a:latin typeface="Arial MT"/>
                <a:cs typeface="Arial MT"/>
              </a:rPr>
              <a:t>from</a:t>
            </a:r>
            <a:r>
              <a:rPr sz="1800" spc="-20" dirty="0">
                <a:latin typeface="Arial MT"/>
                <a:cs typeface="Arial MT"/>
              </a:rPr>
              <a:t> </a:t>
            </a:r>
            <a:r>
              <a:rPr sz="1800" spc="-5" dirty="0">
                <a:latin typeface="Arial MT"/>
                <a:cs typeface="Arial MT"/>
              </a:rPr>
              <a:t>Kaggle</a:t>
            </a:r>
            <a:endParaRPr sz="1800">
              <a:latin typeface="Arial MT"/>
              <a:cs typeface="Arial MT"/>
            </a:endParaRPr>
          </a:p>
          <a:p>
            <a:pPr marL="138430" indent="-126364">
              <a:lnSpc>
                <a:spcPct val="100000"/>
              </a:lnSpc>
              <a:spcBef>
                <a:spcPts val="459"/>
              </a:spcBef>
              <a:buSzPct val="133333"/>
              <a:buChar char="•"/>
              <a:tabLst>
                <a:tab pos="139065" algn="l"/>
              </a:tabLst>
            </a:pPr>
            <a:r>
              <a:rPr sz="1800" spc="-5" dirty="0">
                <a:latin typeface="Arial MT"/>
                <a:cs typeface="Arial MT"/>
              </a:rPr>
              <a:t>Integrate</a:t>
            </a:r>
            <a:r>
              <a:rPr sz="1800" spc="-15" dirty="0">
                <a:latin typeface="Arial MT"/>
                <a:cs typeface="Arial MT"/>
              </a:rPr>
              <a:t> </a:t>
            </a:r>
            <a:r>
              <a:rPr sz="1800" spc="-30" dirty="0">
                <a:latin typeface="Arial MT"/>
                <a:cs typeface="Arial MT"/>
              </a:rPr>
              <a:t>PyTorch,</a:t>
            </a:r>
            <a:r>
              <a:rPr sz="1800" spc="-40" dirty="0">
                <a:latin typeface="Arial MT"/>
                <a:cs typeface="Arial MT"/>
              </a:rPr>
              <a:t> </a:t>
            </a:r>
            <a:r>
              <a:rPr sz="1800" spc="-35" dirty="0">
                <a:latin typeface="Arial MT"/>
                <a:cs typeface="Arial MT"/>
              </a:rPr>
              <a:t>TensorFlow,</a:t>
            </a:r>
            <a:r>
              <a:rPr sz="1800" spc="-10" dirty="0">
                <a:latin typeface="Arial MT"/>
                <a:cs typeface="Arial MT"/>
              </a:rPr>
              <a:t> </a:t>
            </a:r>
            <a:r>
              <a:rPr sz="1800" spc="-5" dirty="0">
                <a:latin typeface="Arial MT"/>
                <a:cs typeface="Arial MT"/>
              </a:rPr>
              <a:t>Keras,</a:t>
            </a:r>
            <a:r>
              <a:rPr sz="1800" spc="-20" dirty="0">
                <a:latin typeface="Arial MT"/>
                <a:cs typeface="Arial MT"/>
              </a:rPr>
              <a:t> </a:t>
            </a:r>
            <a:r>
              <a:rPr sz="1800" spc="-5" dirty="0">
                <a:latin typeface="Arial MT"/>
                <a:cs typeface="Arial MT"/>
              </a:rPr>
              <a:t>OpenCV</a:t>
            </a:r>
            <a:endParaRPr sz="1800">
              <a:latin typeface="Arial MT"/>
              <a:cs typeface="Arial MT"/>
            </a:endParaRPr>
          </a:p>
          <a:p>
            <a:pPr marL="138430" indent="-126364">
              <a:lnSpc>
                <a:spcPct val="100000"/>
              </a:lnSpc>
              <a:spcBef>
                <a:spcPts val="459"/>
              </a:spcBef>
              <a:buSzPct val="133333"/>
              <a:buChar char="•"/>
              <a:tabLst>
                <a:tab pos="139065" algn="l"/>
              </a:tabLst>
            </a:pPr>
            <a:r>
              <a:rPr sz="1800" spc="-5" dirty="0">
                <a:latin typeface="Arial MT"/>
                <a:cs typeface="Arial MT"/>
              </a:rPr>
              <a:t>Free</a:t>
            </a:r>
            <a:r>
              <a:rPr sz="1800" spc="-20" dirty="0">
                <a:latin typeface="Arial MT"/>
                <a:cs typeface="Arial MT"/>
              </a:rPr>
              <a:t> </a:t>
            </a:r>
            <a:r>
              <a:rPr sz="1800" spc="-5" dirty="0">
                <a:latin typeface="Arial MT"/>
                <a:cs typeface="Arial MT"/>
              </a:rPr>
              <a:t>Cloud</a:t>
            </a:r>
            <a:r>
              <a:rPr sz="1800" spc="-20" dirty="0">
                <a:latin typeface="Arial MT"/>
                <a:cs typeface="Arial MT"/>
              </a:rPr>
              <a:t> </a:t>
            </a:r>
            <a:r>
              <a:rPr sz="1800" dirty="0">
                <a:latin typeface="Arial MT"/>
                <a:cs typeface="Arial MT"/>
              </a:rPr>
              <a:t>service</a:t>
            </a:r>
            <a:r>
              <a:rPr sz="1800" spc="-15" dirty="0">
                <a:latin typeface="Arial MT"/>
                <a:cs typeface="Arial MT"/>
              </a:rPr>
              <a:t> </a:t>
            </a:r>
            <a:r>
              <a:rPr sz="1800" spc="-5" dirty="0">
                <a:latin typeface="Arial MT"/>
                <a:cs typeface="Arial MT"/>
              </a:rPr>
              <a:t>with</a:t>
            </a:r>
            <a:r>
              <a:rPr sz="1800" spc="-20" dirty="0">
                <a:latin typeface="Arial MT"/>
                <a:cs typeface="Arial MT"/>
              </a:rPr>
              <a:t> </a:t>
            </a:r>
            <a:r>
              <a:rPr sz="1800" spc="-5" dirty="0">
                <a:latin typeface="Arial MT"/>
                <a:cs typeface="Arial MT"/>
              </a:rPr>
              <a:t>free</a:t>
            </a:r>
            <a:r>
              <a:rPr sz="1800" spc="-15" dirty="0">
                <a:latin typeface="Arial MT"/>
                <a:cs typeface="Arial MT"/>
              </a:rPr>
              <a:t> </a:t>
            </a:r>
            <a:r>
              <a:rPr sz="1800" spc="-5" dirty="0">
                <a:latin typeface="Arial MT"/>
                <a:cs typeface="Arial MT"/>
              </a:rPr>
              <a:t>GPU</a:t>
            </a:r>
            <a:endParaRPr sz="1800">
              <a:latin typeface="Arial MT"/>
              <a:cs typeface="Arial MT"/>
            </a:endParaRPr>
          </a:p>
        </p:txBody>
      </p:sp>
      <p:sp>
        <p:nvSpPr>
          <p:cNvPr id="5" name="object 5"/>
          <p:cNvSpPr txBox="1"/>
          <p:nvPr/>
        </p:nvSpPr>
        <p:spPr>
          <a:xfrm>
            <a:off x="8320112" y="4745181"/>
            <a:ext cx="141605" cy="299720"/>
          </a:xfrm>
          <a:prstGeom prst="rect">
            <a:avLst/>
          </a:prstGeom>
        </p:spPr>
        <p:txBody>
          <a:bodyPr vert="horz" wrap="square" lIns="0" tIns="12700" rIns="0" bIns="0" rtlCol="0">
            <a:spAutoFit/>
          </a:bodyPr>
          <a:lstStyle/>
          <a:p>
            <a:pPr marL="12700">
              <a:lnSpc>
                <a:spcPct val="100000"/>
              </a:lnSpc>
              <a:spcBef>
                <a:spcPts val="100"/>
              </a:spcBef>
            </a:pPr>
            <a:r>
              <a:rPr sz="1800" dirty="0">
                <a:solidFill>
                  <a:srgbClr val="888888"/>
                </a:solidFill>
                <a:latin typeface="Calibri"/>
                <a:cs typeface="Calibri"/>
              </a:rPr>
              <a:t>4</a:t>
            </a:r>
            <a:endParaRPr sz="1800">
              <a:latin typeface="Calibri"/>
              <a:cs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490747" y="302495"/>
            <a:ext cx="2067560" cy="513080"/>
          </a:xfrm>
          <a:prstGeom prst="rect">
            <a:avLst/>
          </a:prstGeom>
        </p:spPr>
        <p:txBody>
          <a:bodyPr vert="horz" wrap="square" lIns="0" tIns="12700" rIns="0" bIns="0" rtlCol="0">
            <a:spAutoFit/>
          </a:bodyPr>
          <a:lstStyle/>
          <a:p>
            <a:pPr marL="12700">
              <a:lnSpc>
                <a:spcPct val="100000"/>
              </a:lnSpc>
              <a:spcBef>
                <a:spcPts val="100"/>
              </a:spcBef>
            </a:pPr>
            <a:r>
              <a:rPr sz="1800" spc="-844" dirty="0">
                <a:solidFill>
                  <a:srgbClr val="FF0000"/>
                </a:solidFill>
                <a:latin typeface="Arial MT"/>
                <a:cs typeface="Arial MT"/>
              </a:rPr>
              <a:t>S</a:t>
            </a:r>
            <a:r>
              <a:rPr sz="4800" b="1" spc="-22" baseline="5208" dirty="0">
                <a:solidFill>
                  <a:srgbClr val="0070C0"/>
                </a:solidFill>
                <a:latin typeface="Calibri"/>
                <a:cs typeface="Calibri"/>
              </a:rPr>
              <a:t>I</a:t>
            </a:r>
            <a:r>
              <a:rPr sz="1800" spc="-490" dirty="0">
                <a:solidFill>
                  <a:srgbClr val="FF0000"/>
                </a:solidFill>
                <a:latin typeface="Arial MT"/>
                <a:cs typeface="Arial MT"/>
              </a:rPr>
              <a:t>t</a:t>
            </a:r>
            <a:r>
              <a:rPr sz="4800" b="1" spc="-1852" baseline="5208" dirty="0">
                <a:solidFill>
                  <a:srgbClr val="0070C0"/>
                </a:solidFill>
                <a:latin typeface="Calibri"/>
                <a:cs typeface="Calibri"/>
              </a:rPr>
              <a:t>n</a:t>
            </a:r>
            <a:r>
              <a:rPr sz="1800" spc="-5" dirty="0">
                <a:solidFill>
                  <a:srgbClr val="FF0000"/>
                </a:solidFill>
                <a:latin typeface="Arial MT"/>
                <a:cs typeface="Arial MT"/>
              </a:rPr>
              <a:t>a</a:t>
            </a:r>
            <a:r>
              <a:rPr sz="1800" spc="-400" dirty="0">
                <a:solidFill>
                  <a:srgbClr val="FF0000"/>
                </a:solidFill>
                <a:latin typeface="Arial MT"/>
                <a:cs typeface="Arial MT"/>
              </a:rPr>
              <a:t>r</a:t>
            </a:r>
            <a:r>
              <a:rPr sz="4800" b="1" spc="-1080" baseline="5208" dirty="0">
                <a:solidFill>
                  <a:srgbClr val="0070C0"/>
                </a:solidFill>
                <a:latin typeface="Calibri"/>
                <a:cs typeface="Calibri"/>
              </a:rPr>
              <a:t>t</a:t>
            </a:r>
            <a:r>
              <a:rPr sz="1800" spc="-5" dirty="0">
                <a:solidFill>
                  <a:srgbClr val="FF0000"/>
                </a:solidFill>
                <a:latin typeface="Arial MT"/>
                <a:cs typeface="Arial MT"/>
              </a:rPr>
              <a:t>t</a:t>
            </a:r>
            <a:r>
              <a:rPr sz="1800" spc="-185" dirty="0">
                <a:solidFill>
                  <a:srgbClr val="FF0000"/>
                </a:solidFill>
                <a:latin typeface="Arial MT"/>
                <a:cs typeface="Arial MT"/>
              </a:rPr>
              <a:t>i</a:t>
            </a:r>
            <a:r>
              <a:rPr sz="4800" b="1" spc="-1447" baseline="5208" dirty="0">
                <a:solidFill>
                  <a:srgbClr val="0070C0"/>
                </a:solidFill>
                <a:latin typeface="Calibri"/>
                <a:cs typeface="Calibri"/>
              </a:rPr>
              <a:t>r</a:t>
            </a:r>
            <a:r>
              <a:rPr sz="1800" spc="-85" dirty="0">
                <a:solidFill>
                  <a:srgbClr val="FF0000"/>
                </a:solidFill>
                <a:latin typeface="Arial MT"/>
                <a:cs typeface="Arial MT"/>
              </a:rPr>
              <a:t>n</a:t>
            </a:r>
            <a:r>
              <a:rPr sz="4800" b="1" spc="-2467" baseline="5208" dirty="0">
                <a:solidFill>
                  <a:srgbClr val="0070C0"/>
                </a:solidFill>
                <a:latin typeface="Calibri"/>
                <a:cs typeface="Calibri"/>
              </a:rPr>
              <a:t>o</a:t>
            </a:r>
            <a:r>
              <a:rPr sz="1800" dirty="0">
                <a:solidFill>
                  <a:srgbClr val="FF0000"/>
                </a:solidFill>
                <a:latin typeface="Arial MT"/>
                <a:cs typeface="Arial MT"/>
              </a:rPr>
              <a:t>g</a:t>
            </a:r>
            <a:r>
              <a:rPr sz="1800" spc="-10" dirty="0">
                <a:solidFill>
                  <a:srgbClr val="FF0000"/>
                </a:solidFill>
                <a:latin typeface="Arial MT"/>
                <a:cs typeface="Arial MT"/>
              </a:rPr>
              <a:t> </a:t>
            </a:r>
            <a:r>
              <a:rPr sz="1800" spc="-860" dirty="0">
                <a:solidFill>
                  <a:srgbClr val="FF0000"/>
                </a:solidFill>
                <a:latin typeface="Arial MT"/>
                <a:cs typeface="Arial MT"/>
              </a:rPr>
              <a:t>a</a:t>
            </a:r>
            <a:r>
              <a:rPr sz="4800" b="1" spc="-547" baseline="5208" dirty="0">
                <a:solidFill>
                  <a:srgbClr val="0070C0"/>
                </a:solidFill>
                <a:latin typeface="Calibri"/>
                <a:cs typeface="Calibri"/>
              </a:rPr>
              <a:t>d</a:t>
            </a:r>
            <a:r>
              <a:rPr sz="1800" spc="-645" dirty="0">
                <a:solidFill>
                  <a:srgbClr val="FF0000"/>
                </a:solidFill>
                <a:latin typeface="Arial MT"/>
                <a:cs typeface="Arial MT"/>
              </a:rPr>
              <a:t>d</a:t>
            </a:r>
            <a:r>
              <a:rPr sz="4800" b="1" spc="-1612" baseline="5208" dirty="0">
                <a:solidFill>
                  <a:srgbClr val="0070C0"/>
                </a:solidFill>
                <a:latin typeface="Calibri"/>
                <a:cs typeface="Calibri"/>
              </a:rPr>
              <a:t>u</a:t>
            </a:r>
            <a:r>
              <a:rPr sz="1800" spc="-5" dirty="0">
                <a:solidFill>
                  <a:srgbClr val="FF0000"/>
                </a:solidFill>
                <a:latin typeface="Arial MT"/>
                <a:cs typeface="Arial MT"/>
              </a:rPr>
              <a:t>o</a:t>
            </a:r>
            <a:r>
              <a:rPr sz="1800" spc="-835" dirty="0">
                <a:solidFill>
                  <a:srgbClr val="FF0000"/>
                </a:solidFill>
                <a:latin typeface="Arial MT"/>
                <a:cs typeface="Arial MT"/>
              </a:rPr>
              <a:t>c</a:t>
            </a:r>
            <a:r>
              <a:rPr sz="4800" b="1" spc="-765" baseline="5208" dirty="0">
                <a:solidFill>
                  <a:srgbClr val="0070C0"/>
                </a:solidFill>
                <a:latin typeface="Calibri"/>
                <a:cs typeface="Calibri"/>
              </a:rPr>
              <a:t>c</a:t>
            </a:r>
            <a:r>
              <a:rPr sz="1800" spc="-500" dirty="0">
                <a:solidFill>
                  <a:srgbClr val="FF0000"/>
                </a:solidFill>
                <a:latin typeface="Arial MT"/>
                <a:cs typeface="Arial MT"/>
              </a:rPr>
              <a:t>u</a:t>
            </a:r>
            <a:r>
              <a:rPr sz="4800" b="1" spc="-922" baseline="5208" dirty="0">
                <a:solidFill>
                  <a:srgbClr val="0070C0"/>
                </a:solidFill>
                <a:latin typeface="Calibri"/>
                <a:cs typeface="Calibri"/>
              </a:rPr>
              <a:t>t</a:t>
            </a:r>
            <a:r>
              <a:rPr sz="1800" spc="-894" dirty="0">
                <a:solidFill>
                  <a:srgbClr val="FF0000"/>
                </a:solidFill>
                <a:latin typeface="Arial MT"/>
                <a:cs typeface="Arial MT"/>
              </a:rPr>
              <a:t>m</a:t>
            </a:r>
            <a:r>
              <a:rPr sz="4800" b="1" spc="-7" baseline="5208" dirty="0">
                <a:solidFill>
                  <a:srgbClr val="0070C0"/>
                </a:solidFill>
                <a:latin typeface="Calibri"/>
                <a:cs typeface="Calibri"/>
              </a:rPr>
              <a:t>i</a:t>
            </a:r>
            <a:r>
              <a:rPr sz="4800" b="1" spc="-2422" baseline="5208" dirty="0">
                <a:solidFill>
                  <a:srgbClr val="0070C0"/>
                </a:solidFill>
                <a:latin typeface="Calibri"/>
                <a:cs typeface="Calibri"/>
              </a:rPr>
              <a:t>o</a:t>
            </a:r>
            <a:r>
              <a:rPr sz="1800" spc="-5" dirty="0">
                <a:solidFill>
                  <a:srgbClr val="FF0000"/>
                </a:solidFill>
                <a:latin typeface="Arial MT"/>
                <a:cs typeface="Arial MT"/>
              </a:rPr>
              <a:t>e</a:t>
            </a:r>
            <a:r>
              <a:rPr sz="1800" spc="-395" dirty="0">
                <a:solidFill>
                  <a:srgbClr val="FF0000"/>
                </a:solidFill>
                <a:latin typeface="Arial MT"/>
                <a:cs typeface="Arial MT"/>
              </a:rPr>
              <a:t>n</a:t>
            </a:r>
            <a:r>
              <a:rPr sz="4800" b="1" spc="-1987" baseline="5208" dirty="0">
                <a:solidFill>
                  <a:srgbClr val="0070C0"/>
                </a:solidFill>
                <a:latin typeface="Calibri"/>
                <a:cs typeface="Calibri"/>
              </a:rPr>
              <a:t>n</a:t>
            </a:r>
            <a:r>
              <a:rPr sz="1800" spc="-5" dirty="0">
                <a:solidFill>
                  <a:srgbClr val="FF0000"/>
                </a:solidFill>
                <a:latin typeface="Arial MT"/>
                <a:cs typeface="Arial MT"/>
              </a:rPr>
              <a:t>t</a:t>
            </a:r>
            <a:endParaRPr sz="1800">
              <a:latin typeface="Arial MT"/>
              <a:cs typeface="Arial MT"/>
            </a:endParaRPr>
          </a:p>
        </p:txBody>
      </p:sp>
      <p:sp>
        <p:nvSpPr>
          <p:cNvPr id="3" name="object 3"/>
          <p:cNvSpPr txBox="1">
            <a:spLocks noGrp="1"/>
          </p:cNvSpPr>
          <p:nvPr>
            <p:ph type="title"/>
          </p:nvPr>
        </p:nvSpPr>
        <p:spPr>
          <a:xfrm>
            <a:off x="2728283" y="265109"/>
            <a:ext cx="2707640" cy="513080"/>
          </a:xfrm>
          <a:prstGeom prst="rect">
            <a:avLst/>
          </a:prstGeom>
        </p:spPr>
        <p:txBody>
          <a:bodyPr vert="horz" wrap="square" lIns="0" tIns="12700" rIns="0" bIns="0" rtlCol="0">
            <a:spAutoFit/>
          </a:bodyPr>
          <a:lstStyle/>
          <a:p>
            <a:pPr marL="12700">
              <a:lnSpc>
                <a:spcPct val="100000"/>
              </a:lnSpc>
              <a:spcBef>
                <a:spcPts val="100"/>
              </a:spcBef>
            </a:pPr>
            <a:r>
              <a:rPr spc="-20" dirty="0"/>
              <a:t>to</a:t>
            </a:r>
            <a:r>
              <a:rPr spc="-50" dirty="0"/>
              <a:t> </a:t>
            </a:r>
            <a:r>
              <a:rPr spc="-5" dirty="0"/>
              <a:t>Google</a:t>
            </a:r>
            <a:r>
              <a:rPr spc="-45" dirty="0"/>
              <a:t> </a:t>
            </a:r>
            <a:r>
              <a:rPr spc="-5" dirty="0"/>
              <a:t>Colab</a:t>
            </a:r>
          </a:p>
        </p:txBody>
      </p:sp>
      <p:sp>
        <p:nvSpPr>
          <p:cNvPr id="4" name="object 4"/>
          <p:cNvSpPr txBox="1"/>
          <p:nvPr/>
        </p:nvSpPr>
        <p:spPr>
          <a:xfrm>
            <a:off x="511037" y="992359"/>
            <a:ext cx="7988934" cy="3975735"/>
          </a:xfrm>
          <a:prstGeom prst="rect">
            <a:avLst/>
          </a:prstGeom>
        </p:spPr>
        <p:txBody>
          <a:bodyPr vert="horz" wrap="square" lIns="0" tIns="0" rIns="0" bIns="0" rtlCol="0">
            <a:spAutoFit/>
          </a:bodyPr>
          <a:lstStyle/>
          <a:p>
            <a:pPr marL="163830" indent="-126364">
              <a:lnSpc>
                <a:spcPts val="2380"/>
              </a:lnSpc>
              <a:buSzPct val="133333"/>
              <a:buChar char="•"/>
              <a:tabLst>
                <a:tab pos="164465" algn="l"/>
              </a:tabLst>
            </a:pPr>
            <a:r>
              <a:rPr sz="1800" spc="-5" dirty="0">
                <a:latin typeface="Arial MT"/>
                <a:cs typeface="Arial MT"/>
              </a:rPr>
              <a:t>As</a:t>
            </a:r>
            <a:r>
              <a:rPr sz="1800" spc="180" dirty="0">
                <a:latin typeface="Arial MT"/>
                <a:cs typeface="Arial MT"/>
              </a:rPr>
              <a:t> </a:t>
            </a:r>
            <a:r>
              <a:rPr sz="1800" spc="-5" dirty="0">
                <a:latin typeface="Arial MT"/>
                <a:cs typeface="Arial MT"/>
              </a:rPr>
              <a:t>Colab</a:t>
            </a:r>
            <a:r>
              <a:rPr sz="1800" spc="185" dirty="0">
                <a:latin typeface="Arial MT"/>
                <a:cs typeface="Arial MT"/>
              </a:rPr>
              <a:t> </a:t>
            </a:r>
            <a:r>
              <a:rPr sz="1800" spc="-5" dirty="0">
                <a:latin typeface="Arial MT"/>
                <a:cs typeface="Arial MT"/>
              </a:rPr>
              <a:t>implicitly</a:t>
            </a:r>
            <a:r>
              <a:rPr sz="1800" spc="185" dirty="0">
                <a:latin typeface="Arial MT"/>
                <a:cs typeface="Arial MT"/>
              </a:rPr>
              <a:t> </a:t>
            </a:r>
            <a:r>
              <a:rPr sz="1800" spc="-5" dirty="0">
                <a:latin typeface="Arial MT"/>
                <a:cs typeface="Arial MT"/>
              </a:rPr>
              <a:t>uses</a:t>
            </a:r>
            <a:r>
              <a:rPr sz="1800" spc="185" dirty="0">
                <a:latin typeface="Arial MT"/>
                <a:cs typeface="Arial MT"/>
              </a:rPr>
              <a:t> </a:t>
            </a:r>
            <a:r>
              <a:rPr sz="1800" spc="-5" dirty="0">
                <a:latin typeface="Arial MT"/>
                <a:cs typeface="Arial MT"/>
              </a:rPr>
              <a:t>Google</a:t>
            </a:r>
            <a:r>
              <a:rPr sz="1800" spc="185" dirty="0">
                <a:latin typeface="Arial MT"/>
                <a:cs typeface="Arial MT"/>
              </a:rPr>
              <a:t> </a:t>
            </a:r>
            <a:r>
              <a:rPr sz="1800" spc="-5" dirty="0">
                <a:latin typeface="Arial MT"/>
                <a:cs typeface="Arial MT"/>
              </a:rPr>
              <a:t>Drive</a:t>
            </a:r>
            <a:r>
              <a:rPr sz="1800" spc="185" dirty="0">
                <a:latin typeface="Arial MT"/>
                <a:cs typeface="Arial MT"/>
              </a:rPr>
              <a:t> </a:t>
            </a:r>
            <a:r>
              <a:rPr sz="1800" spc="-5" dirty="0">
                <a:latin typeface="Arial MT"/>
                <a:cs typeface="Arial MT"/>
              </a:rPr>
              <a:t>for</a:t>
            </a:r>
            <a:r>
              <a:rPr sz="1800" spc="185" dirty="0">
                <a:latin typeface="Arial MT"/>
                <a:cs typeface="Arial MT"/>
              </a:rPr>
              <a:t> </a:t>
            </a:r>
            <a:r>
              <a:rPr sz="1800" dirty="0">
                <a:latin typeface="Arial MT"/>
                <a:cs typeface="Arial MT"/>
              </a:rPr>
              <a:t>storing</a:t>
            </a:r>
            <a:r>
              <a:rPr sz="1800" spc="185" dirty="0">
                <a:latin typeface="Arial MT"/>
                <a:cs typeface="Arial MT"/>
              </a:rPr>
              <a:t> </a:t>
            </a:r>
            <a:r>
              <a:rPr sz="1800" dirty="0">
                <a:latin typeface="Arial MT"/>
                <a:cs typeface="Arial MT"/>
              </a:rPr>
              <a:t>your</a:t>
            </a:r>
            <a:r>
              <a:rPr sz="1800" spc="185" dirty="0">
                <a:latin typeface="Arial MT"/>
                <a:cs typeface="Arial MT"/>
              </a:rPr>
              <a:t> </a:t>
            </a:r>
            <a:r>
              <a:rPr sz="1800" spc="-5" dirty="0">
                <a:latin typeface="Arial MT"/>
                <a:cs typeface="Arial MT"/>
              </a:rPr>
              <a:t>notebooks,</a:t>
            </a:r>
            <a:r>
              <a:rPr sz="1800" spc="180" dirty="0">
                <a:latin typeface="Arial MT"/>
                <a:cs typeface="Arial MT"/>
              </a:rPr>
              <a:t> </a:t>
            </a:r>
            <a:r>
              <a:rPr sz="1800" spc="-5" dirty="0">
                <a:latin typeface="Arial MT"/>
                <a:cs typeface="Arial MT"/>
              </a:rPr>
              <a:t>ensure</a:t>
            </a:r>
            <a:endParaRPr sz="1800">
              <a:latin typeface="Arial MT"/>
              <a:cs typeface="Arial MT"/>
            </a:endParaRPr>
          </a:p>
          <a:p>
            <a:pPr marL="163830" marR="244475">
              <a:lnSpc>
                <a:spcPct val="170000"/>
              </a:lnSpc>
              <a:spcBef>
                <a:spcPts val="525"/>
              </a:spcBef>
            </a:pPr>
            <a:r>
              <a:rPr sz="1800" spc="-5" dirty="0">
                <a:latin typeface="Arial MT"/>
                <a:cs typeface="Arial MT"/>
              </a:rPr>
              <a:t>that</a:t>
            </a:r>
            <a:r>
              <a:rPr sz="1800" spc="310" dirty="0">
                <a:latin typeface="Arial MT"/>
                <a:cs typeface="Arial MT"/>
              </a:rPr>
              <a:t> </a:t>
            </a:r>
            <a:r>
              <a:rPr sz="1800" dirty="0">
                <a:latin typeface="Arial MT"/>
                <a:cs typeface="Arial MT"/>
              </a:rPr>
              <a:t>you</a:t>
            </a:r>
            <a:r>
              <a:rPr sz="1800" spc="315" dirty="0">
                <a:latin typeface="Arial MT"/>
                <a:cs typeface="Arial MT"/>
              </a:rPr>
              <a:t> </a:t>
            </a:r>
            <a:r>
              <a:rPr sz="1800" spc="-5" dirty="0">
                <a:latin typeface="Arial MT"/>
                <a:cs typeface="Arial MT"/>
              </a:rPr>
              <a:t>are</a:t>
            </a:r>
            <a:r>
              <a:rPr sz="1800" spc="315" dirty="0">
                <a:latin typeface="Arial MT"/>
                <a:cs typeface="Arial MT"/>
              </a:rPr>
              <a:t> </a:t>
            </a:r>
            <a:r>
              <a:rPr sz="1800" spc="-5" dirty="0">
                <a:latin typeface="Arial MT"/>
                <a:cs typeface="Arial MT"/>
              </a:rPr>
              <a:t>logged</a:t>
            </a:r>
            <a:r>
              <a:rPr sz="1800" spc="315" dirty="0">
                <a:latin typeface="Arial MT"/>
                <a:cs typeface="Arial MT"/>
              </a:rPr>
              <a:t> </a:t>
            </a:r>
            <a:r>
              <a:rPr sz="1800" spc="-5" dirty="0">
                <a:latin typeface="Arial MT"/>
                <a:cs typeface="Arial MT"/>
              </a:rPr>
              <a:t>in</a:t>
            </a:r>
            <a:r>
              <a:rPr sz="1800" spc="315" dirty="0">
                <a:latin typeface="Arial MT"/>
                <a:cs typeface="Arial MT"/>
              </a:rPr>
              <a:t> </a:t>
            </a:r>
            <a:r>
              <a:rPr sz="1800" spc="-5" dirty="0">
                <a:latin typeface="Arial MT"/>
                <a:cs typeface="Arial MT"/>
              </a:rPr>
              <a:t>to</a:t>
            </a:r>
            <a:r>
              <a:rPr sz="1800" spc="310" dirty="0">
                <a:latin typeface="Arial MT"/>
                <a:cs typeface="Arial MT"/>
              </a:rPr>
              <a:t> </a:t>
            </a:r>
            <a:r>
              <a:rPr sz="1800" dirty="0">
                <a:latin typeface="Arial MT"/>
                <a:cs typeface="Arial MT"/>
              </a:rPr>
              <a:t>your</a:t>
            </a:r>
            <a:r>
              <a:rPr sz="1800" spc="315" dirty="0">
                <a:latin typeface="Arial MT"/>
                <a:cs typeface="Arial MT"/>
              </a:rPr>
              <a:t> </a:t>
            </a:r>
            <a:r>
              <a:rPr sz="1800" spc="-5" dirty="0">
                <a:latin typeface="Arial MT"/>
                <a:cs typeface="Arial MT"/>
              </a:rPr>
              <a:t>Google</a:t>
            </a:r>
            <a:r>
              <a:rPr sz="1800" spc="310" dirty="0">
                <a:latin typeface="Arial MT"/>
                <a:cs typeface="Arial MT"/>
              </a:rPr>
              <a:t> </a:t>
            </a:r>
            <a:r>
              <a:rPr sz="1800" spc="-5" dirty="0">
                <a:latin typeface="Arial MT"/>
                <a:cs typeface="Arial MT"/>
              </a:rPr>
              <a:t>Drive</a:t>
            </a:r>
            <a:r>
              <a:rPr sz="1800" spc="315" dirty="0">
                <a:latin typeface="Arial MT"/>
                <a:cs typeface="Arial MT"/>
              </a:rPr>
              <a:t> </a:t>
            </a:r>
            <a:r>
              <a:rPr sz="1800" spc="-5" dirty="0">
                <a:latin typeface="Arial MT"/>
                <a:cs typeface="Arial MT"/>
              </a:rPr>
              <a:t>account</a:t>
            </a:r>
            <a:r>
              <a:rPr sz="1800" spc="315" dirty="0">
                <a:latin typeface="Arial MT"/>
                <a:cs typeface="Arial MT"/>
              </a:rPr>
              <a:t> </a:t>
            </a:r>
            <a:r>
              <a:rPr sz="1800" spc="-5" dirty="0">
                <a:latin typeface="Arial MT"/>
                <a:cs typeface="Arial MT"/>
              </a:rPr>
              <a:t>before</a:t>
            </a:r>
            <a:r>
              <a:rPr sz="1800" spc="315" dirty="0">
                <a:latin typeface="Arial MT"/>
                <a:cs typeface="Arial MT"/>
              </a:rPr>
              <a:t> </a:t>
            </a:r>
            <a:r>
              <a:rPr sz="1800" spc="-5" dirty="0">
                <a:latin typeface="Arial MT"/>
                <a:cs typeface="Arial MT"/>
              </a:rPr>
              <a:t>proceeding </a:t>
            </a:r>
            <a:r>
              <a:rPr sz="1800" spc="-484" dirty="0">
                <a:latin typeface="Arial MT"/>
                <a:cs typeface="Arial MT"/>
              </a:rPr>
              <a:t> </a:t>
            </a:r>
            <a:r>
              <a:rPr sz="1800" spc="-20" dirty="0">
                <a:latin typeface="Arial MT"/>
                <a:cs typeface="Arial MT"/>
              </a:rPr>
              <a:t>further.</a:t>
            </a:r>
            <a:endParaRPr sz="1800">
              <a:latin typeface="Arial MT"/>
              <a:cs typeface="Arial MT"/>
            </a:endParaRPr>
          </a:p>
          <a:p>
            <a:pPr marL="163830" marR="43180" indent="-126364">
              <a:lnSpc>
                <a:spcPct val="150200"/>
              </a:lnSpc>
              <a:spcBef>
                <a:spcPts val="45"/>
              </a:spcBef>
              <a:buSzPct val="133333"/>
              <a:buChar char="•"/>
              <a:tabLst>
                <a:tab pos="164465" algn="l"/>
                <a:tab pos="571500" algn="l"/>
                <a:tab pos="1322705" algn="l"/>
                <a:tab pos="1730375" algn="l"/>
                <a:tab pos="2583180" algn="l"/>
                <a:tab pos="2927985" algn="l"/>
                <a:tab pos="3565525" algn="l"/>
                <a:tab pos="4850130" algn="l"/>
                <a:tab pos="5779135" algn="l"/>
                <a:tab pos="6731634" algn="l"/>
                <a:tab pos="7546340" algn="l"/>
              </a:tabLst>
            </a:pPr>
            <a:r>
              <a:rPr sz="1800" spc="-5" dirty="0">
                <a:latin typeface="Arial MT"/>
                <a:cs typeface="Arial MT"/>
              </a:rPr>
              <a:t>In	order	to	</a:t>
            </a:r>
            <a:r>
              <a:rPr sz="1800" dirty="0">
                <a:latin typeface="Arial MT"/>
                <a:cs typeface="Arial MT"/>
              </a:rPr>
              <a:t>create	a	</a:t>
            </a:r>
            <a:r>
              <a:rPr sz="1800" spc="-5" dirty="0">
                <a:latin typeface="Arial MT"/>
                <a:cs typeface="Arial MT"/>
              </a:rPr>
              <a:t>new	document,	access	Google	Colab	at </a:t>
            </a:r>
            <a:r>
              <a:rPr sz="1800" dirty="0">
                <a:latin typeface="Arial MT"/>
                <a:cs typeface="Arial MT"/>
              </a:rPr>
              <a:t> </a:t>
            </a:r>
            <a:r>
              <a:rPr sz="1800" dirty="0">
                <a:solidFill>
                  <a:srgbClr val="FF0000"/>
                </a:solidFill>
                <a:latin typeface="Arial MT"/>
                <a:cs typeface="Arial MT"/>
              </a:rPr>
              <a:t>colab.research.google.com</a:t>
            </a:r>
            <a:r>
              <a:rPr sz="1800" dirty="0">
                <a:latin typeface="Arial MT"/>
                <a:cs typeface="Arial MT"/>
              </a:rPr>
              <a:t>. </a:t>
            </a:r>
            <a:r>
              <a:rPr sz="1800" spc="-5" dirty="0">
                <a:latin typeface="Arial MT"/>
                <a:cs typeface="Arial MT"/>
              </a:rPr>
              <a:t>Once</a:t>
            </a:r>
            <a:r>
              <a:rPr sz="1800" spc="5" dirty="0">
                <a:latin typeface="Arial MT"/>
                <a:cs typeface="Arial MT"/>
              </a:rPr>
              <a:t> </a:t>
            </a:r>
            <a:r>
              <a:rPr sz="1800" spc="-5" dirty="0">
                <a:latin typeface="Arial MT"/>
                <a:cs typeface="Arial MT"/>
              </a:rPr>
              <a:t>here,</a:t>
            </a:r>
            <a:r>
              <a:rPr sz="1800" spc="5" dirty="0">
                <a:latin typeface="Arial MT"/>
                <a:cs typeface="Arial MT"/>
              </a:rPr>
              <a:t> </a:t>
            </a:r>
            <a:r>
              <a:rPr sz="1800" dirty="0">
                <a:latin typeface="Arial MT"/>
                <a:cs typeface="Arial MT"/>
              </a:rPr>
              <a:t>you</a:t>
            </a:r>
            <a:r>
              <a:rPr sz="1800" spc="5" dirty="0">
                <a:latin typeface="Arial MT"/>
                <a:cs typeface="Arial MT"/>
              </a:rPr>
              <a:t> </a:t>
            </a:r>
            <a:r>
              <a:rPr sz="1800" dirty="0">
                <a:latin typeface="Arial MT"/>
                <a:cs typeface="Arial MT"/>
              </a:rPr>
              <a:t>can </a:t>
            </a:r>
            <a:r>
              <a:rPr sz="1800" spc="-5" dirty="0">
                <a:latin typeface="Arial MT"/>
                <a:cs typeface="Arial MT"/>
              </a:rPr>
              <a:t>begin</a:t>
            </a:r>
            <a:r>
              <a:rPr sz="1800" spc="5" dirty="0">
                <a:latin typeface="Arial MT"/>
                <a:cs typeface="Arial MT"/>
              </a:rPr>
              <a:t> </a:t>
            </a:r>
            <a:r>
              <a:rPr sz="1800" dirty="0">
                <a:latin typeface="Arial MT"/>
                <a:cs typeface="Arial MT"/>
              </a:rPr>
              <a:t>a</a:t>
            </a:r>
            <a:r>
              <a:rPr sz="1800" spc="5" dirty="0">
                <a:latin typeface="Arial MT"/>
                <a:cs typeface="Arial MT"/>
              </a:rPr>
              <a:t> </a:t>
            </a:r>
            <a:r>
              <a:rPr sz="1800" spc="-5" dirty="0">
                <a:latin typeface="Arial MT"/>
                <a:cs typeface="Arial MT"/>
              </a:rPr>
              <a:t>new</a:t>
            </a:r>
            <a:r>
              <a:rPr sz="1800" spc="5" dirty="0">
                <a:latin typeface="Arial MT"/>
                <a:cs typeface="Arial MT"/>
              </a:rPr>
              <a:t> </a:t>
            </a:r>
            <a:r>
              <a:rPr sz="1800" spc="-5" dirty="0">
                <a:latin typeface="Arial MT"/>
                <a:cs typeface="Arial MT"/>
              </a:rPr>
              <a:t>document,</a:t>
            </a:r>
            <a:r>
              <a:rPr sz="1800" spc="5" dirty="0">
                <a:latin typeface="Arial MT"/>
                <a:cs typeface="Arial MT"/>
              </a:rPr>
              <a:t> </a:t>
            </a:r>
            <a:r>
              <a:rPr sz="1800" spc="-5" dirty="0">
                <a:latin typeface="Arial MT"/>
                <a:cs typeface="Arial MT"/>
              </a:rPr>
              <a:t>or </a:t>
            </a:r>
            <a:r>
              <a:rPr sz="1800" dirty="0">
                <a:latin typeface="Arial MT"/>
                <a:cs typeface="Arial MT"/>
              </a:rPr>
              <a:t> “notebook,”</a:t>
            </a:r>
            <a:r>
              <a:rPr sz="1800" spc="340" dirty="0">
                <a:latin typeface="Arial MT"/>
                <a:cs typeface="Arial MT"/>
              </a:rPr>
              <a:t> </a:t>
            </a:r>
            <a:r>
              <a:rPr sz="1800" spc="-5" dirty="0">
                <a:latin typeface="Arial MT"/>
                <a:cs typeface="Arial MT"/>
              </a:rPr>
              <a:t>in</a:t>
            </a:r>
            <a:r>
              <a:rPr sz="1800" spc="340" dirty="0">
                <a:latin typeface="Arial MT"/>
                <a:cs typeface="Arial MT"/>
              </a:rPr>
              <a:t> </a:t>
            </a:r>
            <a:r>
              <a:rPr sz="1800" spc="-5" dirty="0">
                <a:latin typeface="Arial MT"/>
                <a:cs typeface="Arial MT"/>
              </a:rPr>
              <a:t>one</a:t>
            </a:r>
            <a:r>
              <a:rPr sz="1800" spc="340" dirty="0">
                <a:latin typeface="Arial MT"/>
                <a:cs typeface="Arial MT"/>
              </a:rPr>
              <a:t> </a:t>
            </a:r>
            <a:r>
              <a:rPr sz="1800" spc="-5" dirty="0">
                <a:latin typeface="Arial MT"/>
                <a:cs typeface="Arial MT"/>
              </a:rPr>
              <a:t>of</a:t>
            </a:r>
            <a:r>
              <a:rPr sz="1800" spc="345" dirty="0">
                <a:latin typeface="Arial MT"/>
                <a:cs typeface="Arial MT"/>
              </a:rPr>
              <a:t> </a:t>
            </a:r>
            <a:r>
              <a:rPr sz="1800" spc="-5" dirty="0">
                <a:latin typeface="Arial MT"/>
                <a:cs typeface="Arial MT"/>
              </a:rPr>
              <a:t>two</a:t>
            </a:r>
            <a:r>
              <a:rPr sz="1800" spc="340" dirty="0">
                <a:latin typeface="Arial MT"/>
                <a:cs typeface="Arial MT"/>
              </a:rPr>
              <a:t> </a:t>
            </a:r>
            <a:r>
              <a:rPr sz="1800" spc="-5" dirty="0">
                <a:latin typeface="Arial MT"/>
                <a:cs typeface="Arial MT"/>
              </a:rPr>
              <a:t>ways.</a:t>
            </a:r>
            <a:r>
              <a:rPr sz="1800" spc="340" dirty="0">
                <a:latin typeface="Arial MT"/>
                <a:cs typeface="Arial MT"/>
              </a:rPr>
              <a:t> </a:t>
            </a:r>
            <a:r>
              <a:rPr sz="1800" spc="-5" dirty="0">
                <a:latin typeface="Arial MT"/>
                <a:cs typeface="Arial MT"/>
              </a:rPr>
              <a:t>Upon</a:t>
            </a:r>
            <a:r>
              <a:rPr sz="1800" spc="345" dirty="0">
                <a:latin typeface="Arial MT"/>
                <a:cs typeface="Arial MT"/>
              </a:rPr>
              <a:t> </a:t>
            </a:r>
            <a:r>
              <a:rPr sz="1800" dirty="0">
                <a:latin typeface="Arial MT"/>
                <a:cs typeface="Arial MT"/>
              </a:rPr>
              <a:t>visiting</a:t>
            </a:r>
            <a:r>
              <a:rPr sz="1800" spc="340" dirty="0">
                <a:latin typeface="Arial MT"/>
                <a:cs typeface="Arial MT"/>
              </a:rPr>
              <a:t> </a:t>
            </a:r>
            <a:r>
              <a:rPr sz="1800" spc="-5" dirty="0">
                <a:latin typeface="Arial MT"/>
                <a:cs typeface="Arial MT"/>
              </a:rPr>
              <a:t>the</a:t>
            </a:r>
            <a:r>
              <a:rPr sz="1800" spc="340" dirty="0">
                <a:latin typeface="Arial MT"/>
                <a:cs typeface="Arial MT"/>
              </a:rPr>
              <a:t> </a:t>
            </a:r>
            <a:r>
              <a:rPr sz="1800" dirty="0">
                <a:latin typeface="Arial MT"/>
                <a:cs typeface="Arial MT"/>
              </a:rPr>
              <a:t>site,</a:t>
            </a:r>
            <a:r>
              <a:rPr sz="1800" spc="340" dirty="0">
                <a:latin typeface="Arial MT"/>
                <a:cs typeface="Arial MT"/>
              </a:rPr>
              <a:t> </a:t>
            </a:r>
            <a:r>
              <a:rPr sz="1800" dirty="0">
                <a:latin typeface="Arial MT"/>
                <a:cs typeface="Arial MT"/>
              </a:rPr>
              <a:t>a</a:t>
            </a:r>
            <a:r>
              <a:rPr sz="1800" spc="345" dirty="0">
                <a:latin typeface="Arial MT"/>
                <a:cs typeface="Arial MT"/>
              </a:rPr>
              <a:t> </a:t>
            </a:r>
            <a:r>
              <a:rPr sz="1800" spc="-5" dirty="0">
                <a:latin typeface="Arial MT"/>
                <a:cs typeface="Arial MT"/>
              </a:rPr>
              <a:t>box</a:t>
            </a:r>
            <a:r>
              <a:rPr sz="1800" spc="340" dirty="0">
                <a:latin typeface="Arial MT"/>
                <a:cs typeface="Arial MT"/>
              </a:rPr>
              <a:t> </a:t>
            </a:r>
            <a:r>
              <a:rPr sz="1800" spc="-5" dirty="0">
                <a:latin typeface="Arial MT"/>
                <a:cs typeface="Arial MT"/>
              </a:rPr>
              <a:t>with</a:t>
            </a:r>
            <a:r>
              <a:rPr sz="1800" spc="340" dirty="0">
                <a:latin typeface="Arial MT"/>
                <a:cs typeface="Arial MT"/>
              </a:rPr>
              <a:t> </a:t>
            </a:r>
            <a:r>
              <a:rPr sz="1800" dirty="0">
                <a:latin typeface="Arial MT"/>
                <a:cs typeface="Arial MT"/>
              </a:rPr>
              <a:t>your </a:t>
            </a:r>
            <a:r>
              <a:rPr sz="1800" spc="5" dirty="0">
                <a:latin typeface="Arial MT"/>
                <a:cs typeface="Arial MT"/>
              </a:rPr>
              <a:t> </a:t>
            </a:r>
            <a:r>
              <a:rPr sz="1800" dirty="0">
                <a:latin typeface="Arial MT"/>
                <a:cs typeface="Arial MT"/>
              </a:rPr>
              <a:t>recently visited </a:t>
            </a:r>
            <a:r>
              <a:rPr sz="1800" spc="-5" dirty="0">
                <a:latin typeface="Arial MT"/>
                <a:cs typeface="Arial MT"/>
              </a:rPr>
              <a:t>Colab</a:t>
            </a:r>
            <a:r>
              <a:rPr sz="1800" dirty="0">
                <a:latin typeface="Arial MT"/>
                <a:cs typeface="Arial MT"/>
              </a:rPr>
              <a:t> </a:t>
            </a:r>
            <a:r>
              <a:rPr sz="1800" spc="-5" dirty="0">
                <a:latin typeface="Arial MT"/>
                <a:cs typeface="Arial MT"/>
              </a:rPr>
              <a:t>documents</a:t>
            </a:r>
            <a:r>
              <a:rPr sz="1800" dirty="0">
                <a:latin typeface="Arial MT"/>
                <a:cs typeface="Arial MT"/>
              </a:rPr>
              <a:t> </a:t>
            </a:r>
            <a:r>
              <a:rPr sz="1800" spc="-5" dirty="0">
                <a:latin typeface="Arial MT"/>
                <a:cs typeface="Arial MT"/>
              </a:rPr>
              <a:t>will</a:t>
            </a:r>
            <a:r>
              <a:rPr sz="1800" dirty="0">
                <a:latin typeface="Arial MT"/>
                <a:cs typeface="Arial MT"/>
              </a:rPr>
              <a:t> </a:t>
            </a:r>
            <a:r>
              <a:rPr sz="1800" spc="-20" dirty="0">
                <a:latin typeface="Arial MT"/>
                <a:cs typeface="Arial MT"/>
              </a:rPr>
              <a:t>appear.</a:t>
            </a:r>
            <a:r>
              <a:rPr sz="1800" spc="-15" dirty="0">
                <a:latin typeface="Arial MT"/>
                <a:cs typeface="Arial MT"/>
              </a:rPr>
              <a:t> </a:t>
            </a:r>
            <a:r>
              <a:rPr sz="1800" spc="-5" dirty="0">
                <a:latin typeface="Arial MT"/>
                <a:cs typeface="Arial MT"/>
              </a:rPr>
              <a:t>Select</a:t>
            </a:r>
            <a:r>
              <a:rPr sz="1800" dirty="0">
                <a:latin typeface="Arial MT"/>
                <a:cs typeface="Arial MT"/>
              </a:rPr>
              <a:t> “New </a:t>
            </a:r>
            <a:r>
              <a:rPr sz="1800" spc="-5" dirty="0">
                <a:latin typeface="Arial MT"/>
                <a:cs typeface="Arial MT"/>
              </a:rPr>
              <a:t>Notebook”</a:t>
            </a:r>
            <a:r>
              <a:rPr sz="1800" spc="490" dirty="0">
                <a:latin typeface="Arial MT"/>
                <a:cs typeface="Arial MT"/>
              </a:rPr>
              <a:t> </a:t>
            </a:r>
            <a:r>
              <a:rPr sz="1800" spc="-5" dirty="0">
                <a:latin typeface="Arial MT"/>
                <a:cs typeface="Arial MT"/>
              </a:rPr>
              <a:t>to </a:t>
            </a:r>
            <a:r>
              <a:rPr sz="1800" dirty="0">
                <a:latin typeface="Arial MT"/>
                <a:cs typeface="Arial MT"/>
              </a:rPr>
              <a:t> </a:t>
            </a:r>
            <a:r>
              <a:rPr sz="1800" spc="-5" dirty="0">
                <a:latin typeface="Arial MT"/>
                <a:cs typeface="Arial MT"/>
              </a:rPr>
              <a:t>begin</a:t>
            </a:r>
            <a:r>
              <a:rPr sz="1800" spc="135" dirty="0">
                <a:latin typeface="Arial MT"/>
                <a:cs typeface="Arial MT"/>
              </a:rPr>
              <a:t> </a:t>
            </a:r>
            <a:r>
              <a:rPr sz="1800" dirty="0">
                <a:latin typeface="Arial MT"/>
                <a:cs typeface="Arial MT"/>
              </a:rPr>
              <a:t>a</a:t>
            </a:r>
            <a:r>
              <a:rPr sz="1800" spc="135" dirty="0">
                <a:latin typeface="Arial MT"/>
                <a:cs typeface="Arial MT"/>
              </a:rPr>
              <a:t> </a:t>
            </a:r>
            <a:r>
              <a:rPr sz="1800" spc="-5" dirty="0">
                <a:latin typeface="Arial MT"/>
                <a:cs typeface="Arial MT"/>
              </a:rPr>
              <a:t>new</a:t>
            </a:r>
            <a:r>
              <a:rPr sz="1800" spc="135" dirty="0">
                <a:latin typeface="Arial MT"/>
                <a:cs typeface="Arial MT"/>
              </a:rPr>
              <a:t> </a:t>
            </a:r>
            <a:r>
              <a:rPr sz="1800" spc="-5" dirty="0">
                <a:latin typeface="Arial MT"/>
                <a:cs typeface="Arial MT"/>
              </a:rPr>
              <a:t>document.</a:t>
            </a:r>
            <a:r>
              <a:rPr sz="1800" spc="40" dirty="0">
                <a:latin typeface="Arial MT"/>
                <a:cs typeface="Arial MT"/>
              </a:rPr>
              <a:t> </a:t>
            </a:r>
            <a:r>
              <a:rPr sz="1800" spc="-15" dirty="0">
                <a:latin typeface="Arial MT"/>
                <a:cs typeface="Arial MT"/>
              </a:rPr>
              <a:t>Alternatively,</a:t>
            </a:r>
            <a:r>
              <a:rPr sz="1800" spc="130" dirty="0">
                <a:latin typeface="Arial MT"/>
                <a:cs typeface="Arial MT"/>
              </a:rPr>
              <a:t> </a:t>
            </a:r>
            <a:r>
              <a:rPr sz="1800" spc="-5" dirty="0">
                <a:latin typeface="Arial MT"/>
                <a:cs typeface="Arial MT"/>
              </a:rPr>
              <a:t>to</a:t>
            </a:r>
            <a:r>
              <a:rPr sz="1800" spc="130" dirty="0">
                <a:latin typeface="Arial MT"/>
                <a:cs typeface="Arial MT"/>
              </a:rPr>
              <a:t> </a:t>
            </a:r>
            <a:r>
              <a:rPr sz="1800" dirty="0">
                <a:latin typeface="Arial MT"/>
                <a:cs typeface="Arial MT"/>
              </a:rPr>
              <a:t>create</a:t>
            </a:r>
            <a:r>
              <a:rPr sz="1800" spc="140" dirty="0">
                <a:latin typeface="Arial MT"/>
                <a:cs typeface="Arial MT"/>
              </a:rPr>
              <a:t> </a:t>
            </a:r>
            <a:r>
              <a:rPr sz="1800" dirty="0">
                <a:latin typeface="Arial MT"/>
                <a:cs typeface="Arial MT"/>
              </a:rPr>
              <a:t>a</a:t>
            </a:r>
            <a:r>
              <a:rPr sz="1800" spc="135" dirty="0">
                <a:latin typeface="Arial MT"/>
                <a:cs typeface="Arial MT"/>
              </a:rPr>
              <a:t> </a:t>
            </a:r>
            <a:r>
              <a:rPr sz="1800" spc="-5" dirty="0">
                <a:latin typeface="Arial MT"/>
                <a:cs typeface="Arial MT"/>
              </a:rPr>
              <a:t>new</a:t>
            </a:r>
            <a:r>
              <a:rPr sz="1800" spc="135" dirty="0">
                <a:latin typeface="Arial MT"/>
                <a:cs typeface="Arial MT"/>
              </a:rPr>
              <a:t> </a:t>
            </a:r>
            <a:r>
              <a:rPr sz="1800" spc="-5" dirty="0">
                <a:latin typeface="Arial MT"/>
                <a:cs typeface="Arial MT"/>
              </a:rPr>
              <a:t>document</a:t>
            </a:r>
            <a:r>
              <a:rPr sz="1800" spc="135" dirty="0">
                <a:latin typeface="Arial MT"/>
                <a:cs typeface="Arial MT"/>
              </a:rPr>
              <a:t> </a:t>
            </a:r>
            <a:r>
              <a:rPr sz="1800" spc="-5" dirty="0">
                <a:latin typeface="Arial MT"/>
                <a:cs typeface="Arial MT"/>
              </a:rPr>
              <a:t>from</a:t>
            </a:r>
            <a:r>
              <a:rPr sz="1800" spc="135" dirty="0">
                <a:latin typeface="Arial MT"/>
                <a:cs typeface="Arial MT"/>
              </a:rPr>
              <a:t> </a:t>
            </a:r>
            <a:r>
              <a:rPr sz="1800" spc="-5" dirty="0">
                <a:latin typeface="Arial MT"/>
                <a:cs typeface="Arial MT"/>
              </a:rPr>
              <a:t>any </a:t>
            </a:r>
            <a:r>
              <a:rPr sz="1800" dirty="0">
                <a:latin typeface="Arial MT"/>
                <a:cs typeface="Arial MT"/>
              </a:rPr>
              <a:t> screen,</a:t>
            </a:r>
            <a:r>
              <a:rPr sz="1800" spc="15" dirty="0">
                <a:latin typeface="Arial MT"/>
                <a:cs typeface="Arial MT"/>
              </a:rPr>
              <a:t> </a:t>
            </a:r>
            <a:r>
              <a:rPr sz="1800" dirty="0">
                <a:latin typeface="Arial MT"/>
                <a:cs typeface="Arial MT"/>
              </a:rPr>
              <a:t>select</a:t>
            </a:r>
            <a:r>
              <a:rPr sz="1800" spc="15" dirty="0">
                <a:latin typeface="Arial MT"/>
                <a:cs typeface="Arial MT"/>
              </a:rPr>
              <a:t> </a:t>
            </a:r>
            <a:r>
              <a:rPr sz="1800" dirty="0">
                <a:latin typeface="Arial MT"/>
                <a:cs typeface="Arial MT"/>
              </a:rPr>
              <a:t>“File”</a:t>
            </a:r>
            <a:r>
              <a:rPr sz="1800" spc="15" dirty="0">
                <a:latin typeface="Arial MT"/>
                <a:cs typeface="Arial MT"/>
              </a:rPr>
              <a:t> </a:t>
            </a:r>
            <a:r>
              <a:rPr sz="1800" spc="-5" dirty="0">
                <a:latin typeface="Arial MT"/>
                <a:cs typeface="Arial MT"/>
              </a:rPr>
              <a:t>in</a:t>
            </a:r>
            <a:r>
              <a:rPr sz="1800" spc="10" dirty="0">
                <a:latin typeface="Arial MT"/>
                <a:cs typeface="Arial MT"/>
              </a:rPr>
              <a:t> </a:t>
            </a:r>
            <a:r>
              <a:rPr sz="1800" spc="-5" dirty="0">
                <a:latin typeface="Arial MT"/>
                <a:cs typeface="Arial MT"/>
              </a:rPr>
              <a:t>the</a:t>
            </a:r>
            <a:r>
              <a:rPr sz="1800" spc="10" dirty="0">
                <a:latin typeface="Arial MT"/>
                <a:cs typeface="Arial MT"/>
              </a:rPr>
              <a:t> </a:t>
            </a:r>
            <a:r>
              <a:rPr sz="1800" spc="-5" dirty="0">
                <a:latin typeface="Arial MT"/>
                <a:cs typeface="Arial MT"/>
              </a:rPr>
              <a:t>top</a:t>
            </a:r>
            <a:r>
              <a:rPr sz="1800" spc="10" dirty="0">
                <a:latin typeface="Arial MT"/>
                <a:cs typeface="Arial MT"/>
              </a:rPr>
              <a:t> </a:t>
            </a:r>
            <a:r>
              <a:rPr sz="1800" spc="-5" dirty="0">
                <a:latin typeface="Arial MT"/>
                <a:cs typeface="Arial MT"/>
              </a:rPr>
              <a:t>left</a:t>
            </a:r>
            <a:r>
              <a:rPr sz="1800" spc="10" dirty="0">
                <a:latin typeface="Arial MT"/>
                <a:cs typeface="Arial MT"/>
              </a:rPr>
              <a:t> </a:t>
            </a:r>
            <a:r>
              <a:rPr sz="1800" spc="-15" dirty="0">
                <a:latin typeface="Arial MT"/>
                <a:cs typeface="Arial MT"/>
              </a:rPr>
              <a:t>corner,</a:t>
            </a:r>
            <a:r>
              <a:rPr sz="1800" spc="15" dirty="0">
                <a:latin typeface="Arial MT"/>
                <a:cs typeface="Arial MT"/>
              </a:rPr>
              <a:t> </a:t>
            </a:r>
            <a:r>
              <a:rPr sz="1800" spc="-5" dirty="0">
                <a:latin typeface="Arial MT"/>
                <a:cs typeface="Arial MT"/>
              </a:rPr>
              <a:t>then</a:t>
            </a:r>
            <a:r>
              <a:rPr sz="1800" spc="10" dirty="0">
                <a:latin typeface="Arial MT"/>
                <a:cs typeface="Arial MT"/>
              </a:rPr>
              <a:t> </a:t>
            </a:r>
            <a:r>
              <a:rPr sz="1800" dirty="0">
                <a:latin typeface="Arial MT"/>
                <a:cs typeface="Arial MT"/>
              </a:rPr>
              <a:t>select</a:t>
            </a:r>
            <a:r>
              <a:rPr sz="1800" spc="15" dirty="0">
                <a:latin typeface="Arial MT"/>
                <a:cs typeface="Arial MT"/>
              </a:rPr>
              <a:t> </a:t>
            </a:r>
            <a:r>
              <a:rPr sz="1800" dirty="0">
                <a:latin typeface="Arial MT"/>
                <a:cs typeface="Arial MT"/>
              </a:rPr>
              <a:t>“New</a:t>
            </a:r>
            <a:r>
              <a:rPr sz="1800" spc="15" dirty="0">
                <a:latin typeface="Arial MT"/>
                <a:cs typeface="Arial MT"/>
              </a:rPr>
              <a:t> </a:t>
            </a:r>
            <a:r>
              <a:rPr sz="1800" spc="-5" dirty="0">
                <a:latin typeface="Arial MT"/>
                <a:cs typeface="Arial MT"/>
              </a:rPr>
              <a:t>Notebook”</a:t>
            </a:r>
            <a:r>
              <a:rPr sz="1800" spc="10" dirty="0">
                <a:latin typeface="Arial MT"/>
                <a:cs typeface="Arial MT"/>
              </a:rPr>
              <a:t> </a:t>
            </a:r>
            <a:r>
              <a:rPr sz="1800" spc="-5" dirty="0">
                <a:latin typeface="Arial MT"/>
                <a:cs typeface="Arial MT"/>
              </a:rPr>
              <a:t>from</a:t>
            </a:r>
            <a:r>
              <a:rPr sz="1800" spc="275" dirty="0">
                <a:latin typeface="Arial MT"/>
                <a:cs typeface="Arial MT"/>
              </a:rPr>
              <a:t> </a:t>
            </a:r>
            <a:r>
              <a:rPr sz="2700" baseline="-18518" dirty="0">
                <a:solidFill>
                  <a:srgbClr val="888888"/>
                </a:solidFill>
                <a:latin typeface="Calibri"/>
                <a:cs typeface="Calibri"/>
              </a:rPr>
              <a:t>5</a:t>
            </a:r>
            <a:endParaRPr sz="2700" baseline="-18518">
              <a:latin typeface="Calibri"/>
              <a:cs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spc="-15" dirty="0"/>
              <a:t>Introduction</a:t>
            </a:r>
            <a:r>
              <a:rPr spc="-20" dirty="0"/>
              <a:t> to</a:t>
            </a:r>
            <a:r>
              <a:rPr spc="-15" dirty="0"/>
              <a:t> </a:t>
            </a:r>
            <a:r>
              <a:rPr spc="-5" dirty="0"/>
              <a:t>Google</a:t>
            </a:r>
            <a:r>
              <a:rPr spc="-15" dirty="0"/>
              <a:t> </a:t>
            </a:r>
            <a:r>
              <a:rPr spc="-5" dirty="0"/>
              <a:t>Colab</a:t>
            </a:r>
          </a:p>
        </p:txBody>
      </p:sp>
      <p:sp>
        <p:nvSpPr>
          <p:cNvPr id="3" name="object 3"/>
          <p:cNvSpPr txBox="1"/>
          <p:nvPr/>
        </p:nvSpPr>
        <p:spPr>
          <a:xfrm>
            <a:off x="536143" y="712787"/>
            <a:ext cx="7772400" cy="2494280"/>
          </a:xfrm>
          <a:prstGeom prst="rect">
            <a:avLst/>
          </a:prstGeom>
        </p:spPr>
        <p:txBody>
          <a:bodyPr vert="horz" wrap="square" lIns="0" tIns="149860" rIns="0" bIns="0" rtlCol="0">
            <a:spAutoFit/>
          </a:bodyPr>
          <a:lstStyle/>
          <a:p>
            <a:pPr marL="12700" algn="just">
              <a:lnSpc>
                <a:spcPct val="100000"/>
              </a:lnSpc>
              <a:spcBef>
                <a:spcPts val="1180"/>
              </a:spcBef>
            </a:pPr>
            <a:r>
              <a:rPr sz="1800" spc="-5" dirty="0">
                <a:solidFill>
                  <a:srgbClr val="0070C0"/>
                </a:solidFill>
                <a:latin typeface="Arial MT"/>
                <a:cs typeface="Arial MT"/>
              </a:rPr>
              <a:t>Basic</a:t>
            </a:r>
            <a:r>
              <a:rPr sz="1800" spc="-55" dirty="0">
                <a:solidFill>
                  <a:srgbClr val="0070C0"/>
                </a:solidFill>
                <a:latin typeface="Arial MT"/>
                <a:cs typeface="Arial MT"/>
              </a:rPr>
              <a:t> </a:t>
            </a:r>
            <a:r>
              <a:rPr sz="1800" spc="-5" dirty="0">
                <a:solidFill>
                  <a:srgbClr val="0070C0"/>
                </a:solidFill>
                <a:latin typeface="Arial MT"/>
                <a:cs typeface="Arial MT"/>
              </a:rPr>
              <a:t>Functions</a:t>
            </a:r>
            <a:endParaRPr sz="1800">
              <a:latin typeface="Arial MT"/>
              <a:cs typeface="Arial MT"/>
            </a:endParaRPr>
          </a:p>
          <a:p>
            <a:pPr marL="12700" marR="5080" algn="just">
              <a:lnSpc>
                <a:spcPct val="150000"/>
              </a:lnSpc>
            </a:pPr>
            <a:r>
              <a:rPr sz="1800" spc="-5" dirty="0">
                <a:latin typeface="Arial MT"/>
                <a:cs typeface="Arial MT"/>
              </a:rPr>
              <a:t>After </a:t>
            </a:r>
            <a:r>
              <a:rPr sz="1800" dirty="0">
                <a:latin typeface="Arial MT"/>
                <a:cs typeface="Arial MT"/>
              </a:rPr>
              <a:t>you </a:t>
            </a:r>
            <a:r>
              <a:rPr sz="1800" spc="-5" dirty="0">
                <a:latin typeface="Arial MT"/>
                <a:cs typeface="Arial MT"/>
              </a:rPr>
              <a:t>have </a:t>
            </a:r>
            <a:r>
              <a:rPr sz="1800" dirty="0">
                <a:latin typeface="Arial MT"/>
                <a:cs typeface="Arial MT"/>
              </a:rPr>
              <a:t>created a </a:t>
            </a:r>
            <a:r>
              <a:rPr sz="1800" spc="-5" dirty="0">
                <a:latin typeface="Arial MT"/>
                <a:cs typeface="Arial MT"/>
              </a:rPr>
              <a:t>new notebook, </a:t>
            </a:r>
            <a:r>
              <a:rPr sz="1800" dirty="0">
                <a:latin typeface="Arial MT"/>
                <a:cs typeface="Arial MT"/>
              </a:rPr>
              <a:t>you </a:t>
            </a:r>
            <a:r>
              <a:rPr sz="1800" spc="-5" dirty="0">
                <a:latin typeface="Arial MT"/>
                <a:cs typeface="Arial MT"/>
              </a:rPr>
              <a:t>will </a:t>
            </a:r>
            <a:r>
              <a:rPr sz="1800" dirty="0">
                <a:latin typeface="Arial MT"/>
                <a:cs typeface="Arial MT"/>
              </a:rPr>
              <a:t>see </a:t>
            </a:r>
            <a:r>
              <a:rPr sz="1800" spc="-5" dirty="0">
                <a:latin typeface="Arial MT"/>
                <a:cs typeface="Arial MT"/>
              </a:rPr>
              <a:t>an empty </a:t>
            </a:r>
            <a:r>
              <a:rPr sz="1800" dirty="0">
                <a:latin typeface="Arial MT"/>
                <a:cs typeface="Arial MT"/>
              </a:rPr>
              <a:t>code cell. </a:t>
            </a:r>
            <a:r>
              <a:rPr sz="1800" spc="5" dirty="0">
                <a:latin typeface="Arial MT"/>
                <a:cs typeface="Arial MT"/>
              </a:rPr>
              <a:t> </a:t>
            </a:r>
            <a:r>
              <a:rPr sz="1800" spc="-5" dirty="0">
                <a:latin typeface="Arial MT"/>
                <a:cs typeface="Arial MT"/>
              </a:rPr>
              <a:t>Python </a:t>
            </a:r>
            <a:r>
              <a:rPr sz="1800" dirty="0">
                <a:latin typeface="Arial MT"/>
                <a:cs typeface="Arial MT"/>
              </a:rPr>
              <a:t>code can </a:t>
            </a:r>
            <a:r>
              <a:rPr sz="1800" spc="-5" dirty="0">
                <a:latin typeface="Arial MT"/>
                <a:cs typeface="Arial MT"/>
              </a:rPr>
              <a:t>be entered into these </a:t>
            </a:r>
            <a:r>
              <a:rPr sz="1800" dirty="0">
                <a:latin typeface="Arial MT"/>
                <a:cs typeface="Arial MT"/>
              </a:rPr>
              <a:t>code cells </a:t>
            </a:r>
            <a:r>
              <a:rPr sz="1800" spc="-5" dirty="0">
                <a:latin typeface="Arial MT"/>
                <a:cs typeface="Arial MT"/>
              </a:rPr>
              <a:t>and executed at any time </a:t>
            </a:r>
            <a:r>
              <a:rPr sz="1800" dirty="0">
                <a:latin typeface="Arial MT"/>
                <a:cs typeface="Arial MT"/>
              </a:rPr>
              <a:t> </a:t>
            </a:r>
            <a:r>
              <a:rPr sz="1800" spc="-5" dirty="0">
                <a:latin typeface="Arial MT"/>
                <a:cs typeface="Arial MT"/>
              </a:rPr>
              <a:t>by either </a:t>
            </a:r>
            <a:r>
              <a:rPr sz="1800" dirty="0">
                <a:latin typeface="Arial MT"/>
                <a:cs typeface="Arial MT"/>
              </a:rPr>
              <a:t>clicking </a:t>
            </a:r>
            <a:r>
              <a:rPr sz="1800" spc="-5" dirty="0">
                <a:latin typeface="Arial MT"/>
                <a:cs typeface="Arial MT"/>
              </a:rPr>
              <a:t>the Play button to the left of the </a:t>
            </a:r>
            <a:r>
              <a:rPr sz="1800" dirty="0">
                <a:latin typeface="Arial MT"/>
                <a:cs typeface="Arial MT"/>
              </a:rPr>
              <a:t>code cell </a:t>
            </a:r>
            <a:r>
              <a:rPr sz="1800" spc="-5" dirty="0">
                <a:latin typeface="Arial MT"/>
                <a:cs typeface="Arial MT"/>
              </a:rPr>
              <a:t>or by Pressing </a:t>
            </a:r>
            <a:r>
              <a:rPr sz="1800" dirty="0">
                <a:latin typeface="Arial MT"/>
                <a:cs typeface="Arial MT"/>
              </a:rPr>
              <a:t> </a:t>
            </a:r>
            <a:r>
              <a:rPr sz="1800" spc="-5" dirty="0">
                <a:solidFill>
                  <a:srgbClr val="FF0000"/>
                </a:solidFill>
                <a:latin typeface="Arial MT"/>
                <a:cs typeface="Arial MT"/>
              </a:rPr>
              <a:t>Command/Ctrl+Enter</a:t>
            </a:r>
            <a:r>
              <a:rPr sz="1800" spc="-5" dirty="0">
                <a:latin typeface="Arial MT"/>
                <a:cs typeface="Arial MT"/>
              </a:rPr>
              <a:t>.</a:t>
            </a:r>
            <a:r>
              <a:rPr sz="1800" spc="-10" dirty="0">
                <a:latin typeface="Arial MT"/>
                <a:cs typeface="Arial MT"/>
              </a:rPr>
              <a:t> </a:t>
            </a:r>
            <a:r>
              <a:rPr sz="1800" spc="-5" dirty="0">
                <a:latin typeface="Arial MT"/>
                <a:cs typeface="Arial MT"/>
              </a:rPr>
              <a:t>On </a:t>
            </a:r>
            <a:r>
              <a:rPr sz="1800" dirty="0">
                <a:latin typeface="Arial MT"/>
                <a:cs typeface="Arial MT"/>
              </a:rPr>
              <a:t>your</a:t>
            </a:r>
            <a:r>
              <a:rPr sz="1800" spc="-5" dirty="0">
                <a:latin typeface="Arial MT"/>
                <a:cs typeface="Arial MT"/>
              </a:rPr>
              <a:t> </a:t>
            </a:r>
            <a:r>
              <a:rPr sz="1800" dirty="0">
                <a:latin typeface="Arial MT"/>
                <a:cs typeface="Arial MT"/>
              </a:rPr>
              <a:t>keyboard..</a:t>
            </a:r>
            <a:endParaRPr sz="1800">
              <a:latin typeface="Arial MT"/>
              <a:cs typeface="Arial MT"/>
            </a:endParaRPr>
          </a:p>
          <a:p>
            <a:pPr marL="12700" algn="just">
              <a:lnSpc>
                <a:spcPct val="100000"/>
              </a:lnSpc>
              <a:spcBef>
                <a:spcPts val="1080"/>
              </a:spcBef>
            </a:pPr>
            <a:r>
              <a:rPr sz="1800" spc="-5" dirty="0">
                <a:latin typeface="Arial MT"/>
                <a:cs typeface="Arial MT"/>
              </a:rPr>
              <a:t>At</a:t>
            </a:r>
            <a:r>
              <a:rPr sz="1800" spc="-15" dirty="0">
                <a:latin typeface="Arial MT"/>
                <a:cs typeface="Arial MT"/>
              </a:rPr>
              <a:t> </a:t>
            </a:r>
            <a:r>
              <a:rPr sz="1800" spc="-5" dirty="0">
                <a:latin typeface="Arial MT"/>
                <a:cs typeface="Arial MT"/>
              </a:rPr>
              <a:t>the</a:t>
            </a:r>
            <a:r>
              <a:rPr sz="1800" spc="-10" dirty="0">
                <a:latin typeface="Arial MT"/>
                <a:cs typeface="Arial MT"/>
              </a:rPr>
              <a:t> </a:t>
            </a:r>
            <a:r>
              <a:rPr sz="1800" spc="-5" dirty="0">
                <a:latin typeface="Arial MT"/>
                <a:cs typeface="Arial MT"/>
              </a:rPr>
              <a:t>top of</a:t>
            </a:r>
            <a:r>
              <a:rPr sz="1800" spc="-10" dirty="0">
                <a:latin typeface="Arial MT"/>
                <a:cs typeface="Arial MT"/>
              </a:rPr>
              <a:t> </a:t>
            </a:r>
            <a:r>
              <a:rPr sz="1800" dirty="0">
                <a:latin typeface="Arial MT"/>
                <a:cs typeface="Arial MT"/>
              </a:rPr>
              <a:t>your</a:t>
            </a:r>
            <a:r>
              <a:rPr sz="1800" spc="-5" dirty="0">
                <a:latin typeface="Arial MT"/>
                <a:cs typeface="Arial MT"/>
              </a:rPr>
              <a:t> notebook,</a:t>
            </a:r>
            <a:r>
              <a:rPr sz="1800" spc="-10" dirty="0">
                <a:latin typeface="Arial MT"/>
                <a:cs typeface="Arial MT"/>
              </a:rPr>
              <a:t> </a:t>
            </a:r>
            <a:r>
              <a:rPr sz="1800" dirty="0">
                <a:latin typeface="Arial MT"/>
                <a:cs typeface="Arial MT"/>
              </a:rPr>
              <a:t>you</a:t>
            </a:r>
            <a:r>
              <a:rPr sz="1800" spc="-5" dirty="0">
                <a:latin typeface="Arial MT"/>
                <a:cs typeface="Arial MT"/>
              </a:rPr>
              <a:t> will</a:t>
            </a:r>
            <a:r>
              <a:rPr sz="1800" spc="-10" dirty="0">
                <a:latin typeface="Arial MT"/>
                <a:cs typeface="Arial MT"/>
              </a:rPr>
              <a:t> </a:t>
            </a:r>
            <a:r>
              <a:rPr sz="1800" spc="-5" dirty="0">
                <a:latin typeface="Arial MT"/>
                <a:cs typeface="Arial MT"/>
              </a:rPr>
              <a:t>find</a:t>
            </a:r>
            <a:r>
              <a:rPr sz="1800" spc="-10" dirty="0">
                <a:latin typeface="Arial MT"/>
                <a:cs typeface="Arial MT"/>
              </a:rPr>
              <a:t> </a:t>
            </a:r>
            <a:r>
              <a:rPr sz="1800" spc="-5" dirty="0">
                <a:latin typeface="Arial MT"/>
                <a:cs typeface="Arial MT"/>
              </a:rPr>
              <a:t>two buttons:</a:t>
            </a:r>
            <a:r>
              <a:rPr sz="1800" spc="65" dirty="0">
                <a:latin typeface="Arial MT"/>
                <a:cs typeface="Arial MT"/>
              </a:rPr>
              <a:t> </a:t>
            </a:r>
            <a:r>
              <a:rPr sz="1800" spc="-5" dirty="0">
                <a:solidFill>
                  <a:srgbClr val="FF0000"/>
                </a:solidFill>
                <a:latin typeface="Arial MT"/>
                <a:cs typeface="Arial MT"/>
              </a:rPr>
              <a:t>+Code and</a:t>
            </a:r>
            <a:r>
              <a:rPr sz="1800" spc="-10" dirty="0">
                <a:solidFill>
                  <a:srgbClr val="FF0000"/>
                </a:solidFill>
                <a:latin typeface="Arial MT"/>
                <a:cs typeface="Arial MT"/>
              </a:rPr>
              <a:t> </a:t>
            </a:r>
            <a:r>
              <a:rPr sz="1800" spc="-45" dirty="0">
                <a:solidFill>
                  <a:srgbClr val="FF0000"/>
                </a:solidFill>
                <a:latin typeface="Arial MT"/>
                <a:cs typeface="Arial MT"/>
              </a:rPr>
              <a:t>+Text</a:t>
            </a:r>
            <a:endParaRPr sz="1800">
              <a:latin typeface="Arial MT"/>
              <a:cs typeface="Arial MT"/>
            </a:endParaRPr>
          </a:p>
        </p:txBody>
      </p:sp>
      <p:pic>
        <p:nvPicPr>
          <p:cNvPr id="4" name="object 4"/>
          <p:cNvPicPr/>
          <p:nvPr/>
        </p:nvPicPr>
        <p:blipFill>
          <a:blip r:embed="rId2" cstate="print"/>
          <a:stretch>
            <a:fillRect/>
          </a:stretch>
        </p:blipFill>
        <p:spPr>
          <a:xfrm>
            <a:off x="572581" y="3441144"/>
            <a:ext cx="5242655" cy="1417319"/>
          </a:xfrm>
          <a:prstGeom prst="rect">
            <a:avLst/>
          </a:prstGeom>
        </p:spPr>
      </p:pic>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38100">
              <a:lnSpc>
                <a:spcPts val="1810"/>
              </a:lnSpc>
            </a:pPr>
            <a:fld id="{81D60167-4931-47E6-BA6A-407CBD079E47}" type="slidenum">
              <a:rPr dirty="0"/>
              <a:pPr marL="38100">
                <a:lnSpc>
                  <a:spcPts val="1810"/>
                </a:lnSpc>
              </a:pPr>
              <a:t>16</a:t>
            </a:fld>
            <a:endParaRPr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spc="-15" dirty="0"/>
              <a:t>Introduction</a:t>
            </a:r>
            <a:r>
              <a:rPr spc="-20" dirty="0"/>
              <a:t> to</a:t>
            </a:r>
            <a:r>
              <a:rPr spc="-15" dirty="0"/>
              <a:t> </a:t>
            </a:r>
            <a:r>
              <a:rPr spc="-5" dirty="0"/>
              <a:t>Google</a:t>
            </a:r>
            <a:r>
              <a:rPr spc="-15" dirty="0"/>
              <a:t> </a:t>
            </a:r>
            <a:r>
              <a:rPr spc="-5" dirty="0"/>
              <a:t>Colab</a:t>
            </a:r>
          </a:p>
        </p:txBody>
      </p:sp>
      <p:sp>
        <p:nvSpPr>
          <p:cNvPr id="3" name="object 3"/>
          <p:cNvSpPr txBox="1"/>
          <p:nvPr/>
        </p:nvSpPr>
        <p:spPr>
          <a:xfrm>
            <a:off x="536143" y="696531"/>
            <a:ext cx="7771765" cy="3225800"/>
          </a:xfrm>
          <a:prstGeom prst="rect">
            <a:avLst/>
          </a:prstGeom>
        </p:spPr>
        <p:txBody>
          <a:bodyPr vert="horz" wrap="square" lIns="0" tIns="12700" rIns="0" bIns="0" rtlCol="0">
            <a:spAutoFit/>
          </a:bodyPr>
          <a:lstStyle/>
          <a:p>
            <a:pPr marL="12700" marR="16510" algn="just">
              <a:lnSpc>
                <a:spcPct val="150000"/>
              </a:lnSpc>
              <a:spcBef>
                <a:spcPts val="100"/>
              </a:spcBef>
            </a:pPr>
            <a:r>
              <a:rPr sz="2000" spc="-5" dirty="0">
                <a:latin typeface="Arial MT"/>
                <a:cs typeface="Arial MT"/>
              </a:rPr>
              <a:t>Add </a:t>
            </a:r>
            <a:r>
              <a:rPr sz="2000" dirty="0">
                <a:latin typeface="Arial MT"/>
                <a:cs typeface="Arial MT"/>
              </a:rPr>
              <a:t>a </a:t>
            </a:r>
            <a:r>
              <a:rPr sz="2000" spc="-5" dirty="0">
                <a:latin typeface="Arial MT"/>
                <a:cs typeface="Arial MT"/>
              </a:rPr>
              <a:t>new </a:t>
            </a:r>
            <a:r>
              <a:rPr sz="2000" dirty="0">
                <a:latin typeface="Arial MT"/>
                <a:cs typeface="Arial MT"/>
              </a:rPr>
              <a:t>code cell </a:t>
            </a:r>
            <a:r>
              <a:rPr sz="2000" spc="-5" dirty="0">
                <a:latin typeface="Arial MT"/>
                <a:cs typeface="Arial MT"/>
              </a:rPr>
              <a:t>by </a:t>
            </a:r>
            <a:r>
              <a:rPr sz="2000" dirty="0">
                <a:latin typeface="Arial MT"/>
                <a:cs typeface="Arial MT"/>
              </a:rPr>
              <a:t>clicking </a:t>
            </a:r>
            <a:r>
              <a:rPr sz="2000" spc="-5" dirty="0">
                <a:latin typeface="Arial MT"/>
                <a:cs typeface="Arial MT"/>
              </a:rPr>
              <a:t>the </a:t>
            </a:r>
            <a:r>
              <a:rPr sz="2000" dirty="0">
                <a:solidFill>
                  <a:srgbClr val="FF0000"/>
                </a:solidFill>
                <a:latin typeface="Arial MT"/>
                <a:cs typeface="Arial MT"/>
              </a:rPr>
              <a:t>“+ </a:t>
            </a:r>
            <a:r>
              <a:rPr sz="2000" spc="-5" dirty="0">
                <a:solidFill>
                  <a:srgbClr val="FF0000"/>
                </a:solidFill>
                <a:latin typeface="Arial MT"/>
                <a:cs typeface="Arial MT"/>
              </a:rPr>
              <a:t>Code” </a:t>
            </a:r>
            <a:r>
              <a:rPr sz="2000" spc="-5" dirty="0">
                <a:latin typeface="Arial MT"/>
                <a:cs typeface="Arial MT"/>
              </a:rPr>
              <a:t>button in the top left </a:t>
            </a:r>
            <a:r>
              <a:rPr sz="2000" dirty="0">
                <a:latin typeface="Arial MT"/>
                <a:cs typeface="Arial MT"/>
              </a:rPr>
              <a:t> corner </a:t>
            </a:r>
            <a:r>
              <a:rPr sz="2000" spc="-5" dirty="0">
                <a:latin typeface="Arial MT"/>
                <a:cs typeface="Arial MT"/>
              </a:rPr>
              <a:t>of the document. Add </a:t>
            </a:r>
            <a:r>
              <a:rPr sz="2000" dirty="0">
                <a:latin typeface="Arial MT"/>
                <a:cs typeface="Arial MT"/>
              </a:rPr>
              <a:t>a </a:t>
            </a:r>
            <a:r>
              <a:rPr sz="2000" spc="-5" dirty="0">
                <a:latin typeface="Arial MT"/>
                <a:cs typeface="Arial MT"/>
              </a:rPr>
              <a:t>text </a:t>
            </a:r>
            <a:r>
              <a:rPr sz="2000" dirty="0">
                <a:latin typeface="Arial MT"/>
                <a:cs typeface="Arial MT"/>
              </a:rPr>
              <a:t>cell </a:t>
            </a:r>
            <a:r>
              <a:rPr sz="2000" spc="-5" dirty="0">
                <a:latin typeface="Arial MT"/>
                <a:cs typeface="Arial MT"/>
              </a:rPr>
              <a:t>by </a:t>
            </a:r>
            <a:r>
              <a:rPr sz="2000" dirty="0">
                <a:latin typeface="Arial MT"/>
                <a:cs typeface="Arial MT"/>
              </a:rPr>
              <a:t>clicking </a:t>
            </a:r>
            <a:r>
              <a:rPr sz="2000" spc="-5" dirty="0">
                <a:latin typeface="Arial MT"/>
                <a:cs typeface="Arial MT"/>
              </a:rPr>
              <a:t>the </a:t>
            </a:r>
            <a:r>
              <a:rPr sz="2000" dirty="0">
                <a:latin typeface="Arial MT"/>
                <a:cs typeface="Arial MT"/>
              </a:rPr>
              <a:t>“+ </a:t>
            </a:r>
            <a:r>
              <a:rPr sz="2000" spc="-50" dirty="0">
                <a:latin typeface="Arial MT"/>
                <a:cs typeface="Arial MT"/>
              </a:rPr>
              <a:t>Text” </a:t>
            </a:r>
            <a:r>
              <a:rPr sz="2000" spc="-5" dirty="0">
                <a:latin typeface="Arial MT"/>
                <a:cs typeface="Arial MT"/>
              </a:rPr>
              <a:t>button </a:t>
            </a:r>
            <a:r>
              <a:rPr sz="2000" spc="-545" dirty="0">
                <a:latin typeface="Arial MT"/>
                <a:cs typeface="Arial MT"/>
              </a:rPr>
              <a:t> </a:t>
            </a:r>
            <a:r>
              <a:rPr sz="2000" spc="-5" dirty="0">
                <a:latin typeface="Arial MT"/>
                <a:cs typeface="Arial MT"/>
              </a:rPr>
              <a:t>in</a:t>
            </a:r>
            <a:r>
              <a:rPr sz="2000" spc="-10" dirty="0">
                <a:latin typeface="Arial MT"/>
                <a:cs typeface="Arial MT"/>
              </a:rPr>
              <a:t> </a:t>
            </a:r>
            <a:r>
              <a:rPr sz="2000" spc="-5" dirty="0">
                <a:latin typeface="Arial MT"/>
                <a:cs typeface="Arial MT"/>
              </a:rPr>
              <a:t>the top left </a:t>
            </a:r>
            <a:r>
              <a:rPr sz="2000" dirty="0">
                <a:latin typeface="Arial MT"/>
                <a:cs typeface="Arial MT"/>
              </a:rPr>
              <a:t>corner</a:t>
            </a:r>
            <a:r>
              <a:rPr sz="2000" spc="-10" dirty="0">
                <a:latin typeface="Arial MT"/>
                <a:cs typeface="Arial MT"/>
              </a:rPr>
              <a:t> </a:t>
            </a:r>
            <a:r>
              <a:rPr sz="2000" spc="-5" dirty="0">
                <a:latin typeface="Arial MT"/>
                <a:cs typeface="Arial MT"/>
              </a:rPr>
              <a:t>of the document.</a:t>
            </a:r>
            <a:endParaRPr sz="2000">
              <a:latin typeface="Arial MT"/>
              <a:cs typeface="Arial MT"/>
            </a:endParaRPr>
          </a:p>
          <a:p>
            <a:pPr marL="12700" marR="5080" algn="just">
              <a:lnSpc>
                <a:spcPct val="150000"/>
              </a:lnSpc>
            </a:pPr>
            <a:r>
              <a:rPr sz="2000" spc="-5" dirty="0">
                <a:latin typeface="Arial MT"/>
                <a:cs typeface="Arial MT"/>
              </a:rPr>
              <a:t>When</a:t>
            </a:r>
            <a:r>
              <a:rPr sz="2000" spc="150" dirty="0">
                <a:latin typeface="Arial MT"/>
                <a:cs typeface="Arial MT"/>
              </a:rPr>
              <a:t> </a:t>
            </a:r>
            <a:r>
              <a:rPr sz="2000" dirty="0">
                <a:latin typeface="Arial MT"/>
                <a:cs typeface="Arial MT"/>
              </a:rPr>
              <a:t>a</a:t>
            </a:r>
            <a:r>
              <a:rPr sz="2000" spc="155" dirty="0">
                <a:latin typeface="Arial MT"/>
                <a:cs typeface="Arial MT"/>
              </a:rPr>
              <a:t> </a:t>
            </a:r>
            <a:r>
              <a:rPr sz="2000" dirty="0">
                <a:latin typeface="Arial MT"/>
                <a:cs typeface="Arial MT"/>
              </a:rPr>
              <a:t>cell</a:t>
            </a:r>
            <a:r>
              <a:rPr sz="2000" spc="155" dirty="0">
                <a:latin typeface="Arial MT"/>
                <a:cs typeface="Arial MT"/>
              </a:rPr>
              <a:t> </a:t>
            </a:r>
            <a:r>
              <a:rPr sz="2000" spc="-5" dirty="0">
                <a:latin typeface="Arial MT"/>
                <a:cs typeface="Arial MT"/>
              </a:rPr>
              <a:t>is</a:t>
            </a:r>
            <a:r>
              <a:rPr sz="2000" spc="155" dirty="0">
                <a:latin typeface="Arial MT"/>
                <a:cs typeface="Arial MT"/>
              </a:rPr>
              <a:t> </a:t>
            </a:r>
            <a:r>
              <a:rPr sz="2000" dirty="0">
                <a:latin typeface="Arial MT"/>
                <a:cs typeface="Arial MT"/>
              </a:rPr>
              <a:t>selected,</a:t>
            </a:r>
            <a:r>
              <a:rPr sz="2000" spc="155" dirty="0">
                <a:latin typeface="Arial MT"/>
                <a:cs typeface="Arial MT"/>
              </a:rPr>
              <a:t> </a:t>
            </a:r>
            <a:r>
              <a:rPr sz="2000" dirty="0">
                <a:latin typeface="Arial MT"/>
                <a:cs typeface="Arial MT"/>
              </a:rPr>
              <a:t>a</a:t>
            </a:r>
            <a:r>
              <a:rPr sz="2000" spc="155" dirty="0">
                <a:latin typeface="Arial MT"/>
                <a:cs typeface="Arial MT"/>
              </a:rPr>
              <a:t> </a:t>
            </a:r>
            <a:r>
              <a:rPr sz="2000" spc="-5" dirty="0">
                <a:latin typeface="Arial MT"/>
                <a:cs typeface="Arial MT"/>
              </a:rPr>
              <a:t>toolbar</a:t>
            </a:r>
            <a:r>
              <a:rPr sz="2000" spc="150" dirty="0">
                <a:latin typeface="Arial MT"/>
                <a:cs typeface="Arial MT"/>
              </a:rPr>
              <a:t> </a:t>
            </a:r>
            <a:r>
              <a:rPr sz="2000" spc="-5" dirty="0">
                <a:latin typeface="Arial MT"/>
                <a:cs typeface="Arial MT"/>
              </a:rPr>
              <a:t>will</a:t>
            </a:r>
            <a:r>
              <a:rPr sz="2000" spc="155" dirty="0">
                <a:latin typeface="Arial MT"/>
                <a:cs typeface="Arial MT"/>
              </a:rPr>
              <a:t> </a:t>
            </a:r>
            <a:r>
              <a:rPr sz="2000" spc="-5" dirty="0">
                <a:latin typeface="Arial MT"/>
                <a:cs typeface="Arial MT"/>
              </a:rPr>
              <a:t>appear</a:t>
            </a:r>
            <a:r>
              <a:rPr sz="2000" spc="155" dirty="0">
                <a:latin typeface="Arial MT"/>
                <a:cs typeface="Arial MT"/>
              </a:rPr>
              <a:t> </a:t>
            </a:r>
            <a:r>
              <a:rPr sz="2000" spc="-5" dirty="0">
                <a:latin typeface="Arial MT"/>
                <a:cs typeface="Arial MT"/>
              </a:rPr>
              <a:t>in</a:t>
            </a:r>
            <a:r>
              <a:rPr sz="2000" spc="155" dirty="0">
                <a:latin typeface="Arial MT"/>
                <a:cs typeface="Arial MT"/>
              </a:rPr>
              <a:t> </a:t>
            </a:r>
            <a:r>
              <a:rPr sz="2000" spc="-5" dirty="0">
                <a:latin typeface="Arial MT"/>
                <a:cs typeface="Arial MT"/>
              </a:rPr>
              <a:t>the</a:t>
            </a:r>
            <a:r>
              <a:rPr sz="2000" spc="155" dirty="0">
                <a:latin typeface="Arial MT"/>
                <a:cs typeface="Arial MT"/>
              </a:rPr>
              <a:t> </a:t>
            </a:r>
            <a:r>
              <a:rPr sz="2000" spc="-5" dirty="0">
                <a:latin typeface="Arial MT"/>
                <a:cs typeface="Arial MT"/>
              </a:rPr>
              <a:t>top</a:t>
            </a:r>
            <a:r>
              <a:rPr sz="2000" spc="150" dirty="0">
                <a:latin typeface="Arial MT"/>
                <a:cs typeface="Arial MT"/>
              </a:rPr>
              <a:t> </a:t>
            </a:r>
            <a:r>
              <a:rPr sz="2000" dirty="0">
                <a:latin typeface="Arial MT"/>
                <a:cs typeface="Arial MT"/>
              </a:rPr>
              <a:t>right</a:t>
            </a:r>
            <a:r>
              <a:rPr sz="2000" spc="155" dirty="0">
                <a:latin typeface="Arial MT"/>
                <a:cs typeface="Arial MT"/>
              </a:rPr>
              <a:t> </a:t>
            </a:r>
            <a:r>
              <a:rPr sz="2000" dirty="0">
                <a:latin typeface="Arial MT"/>
                <a:cs typeface="Arial MT"/>
              </a:rPr>
              <a:t>corner </a:t>
            </a:r>
            <a:r>
              <a:rPr sz="2000" spc="-545" dirty="0">
                <a:latin typeface="Arial MT"/>
                <a:cs typeface="Arial MT"/>
              </a:rPr>
              <a:t> </a:t>
            </a:r>
            <a:r>
              <a:rPr sz="2000" spc="-5" dirty="0">
                <a:latin typeface="Arial MT"/>
                <a:cs typeface="Arial MT"/>
              </a:rPr>
              <a:t>of</a:t>
            </a:r>
            <a:r>
              <a:rPr sz="2000" dirty="0">
                <a:latin typeface="Arial MT"/>
                <a:cs typeface="Arial MT"/>
              </a:rPr>
              <a:t> </a:t>
            </a:r>
            <a:r>
              <a:rPr sz="2000" spc="-5" dirty="0">
                <a:latin typeface="Arial MT"/>
                <a:cs typeface="Arial MT"/>
              </a:rPr>
              <a:t>the</a:t>
            </a:r>
            <a:r>
              <a:rPr sz="2000" dirty="0">
                <a:latin typeface="Arial MT"/>
                <a:cs typeface="Arial MT"/>
              </a:rPr>
              <a:t> cell.</a:t>
            </a:r>
            <a:r>
              <a:rPr sz="2000" spc="5" dirty="0">
                <a:latin typeface="Arial MT"/>
                <a:cs typeface="Arial MT"/>
              </a:rPr>
              <a:t> </a:t>
            </a:r>
            <a:r>
              <a:rPr sz="2000" spc="-5" dirty="0">
                <a:latin typeface="Arial MT"/>
                <a:cs typeface="Arial MT"/>
              </a:rPr>
              <a:t>This</a:t>
            </a:r>
            <a:r>
              <a:rPr sz="2000" dirty="0">
                <a:latin typeface="Arial MT"/>
                <a:cs typeface="Arial MT"/>
              </a:rPr>
              <a:t> </a:t>
            </a:r>
            <a:r>
              <a:rPr sz="2000" spc="-5" dirty="0">
                <a:latin typeface="Arial MT"/>
                <a:cs typeface="Arial MT"/>
              </a:rPr>
              <a:t>toolbar</a:t>
            </a:r>
            <a:r>
              <a:rPr sz="2000" dirty="0">
                <a:latin typeface="Arial MT"/>
                <a:cs typeface="Arial MT"/>
              </a:rPr>
              <a:t> contains</a:t>
            </a:r>
            <a:r>
              <a:rPr sz="2000" spc="5" dirty="0">
                <a:latin typeface="Arial MT"/>
                <a:cs typeface="Arial MT"/>
              </a:rPr>
              <a:t> </a:t>
            </a:r>
            <a:r>
              <a:rPr sz="2000" spc="-5" dirty="0">
                <a:latin typeface="Arial MT"/>
                <a:cs typeface="Arial MT"/>
              </a:rPr>
              <a:t>functions</a:t>
            </a:r>
            <a:r>
              <a:rPr sz="2000" dirty="0">
                <a:latin typeface="Arial MT"/>
                <a:cs typeface="Arial MT"/>
              </a:rPr>
              <a:t> specific</a:t>
            </a:r>
            <a:r>
              <a:rPr sz="2000" spc="5" dirty="0">
                <a:latin typeface="Arial MT"/>
                <a:cs typeface="Arial MT"/>
              </a:rPr>
              <a:t> </a:t>
            </a:r>
            <a:r>
              <a:rPr sz="2000" spc="-5" dirty="0">
                <a:latin typeface="Arial MT"/>
                <a:cs typeface="Arial MT"/>
              </a:rPr>
              <a:t>to</a:t>
            </a:r>
            <a:r>
              <a:rPr sz="2000" dirty="0">
                <a:latin typeface="Arial MT"/>
                <a:cs typeface="Arial MT"/>
              </a:rPr>
              <a:t> </a:t>
            </a:r>
            <a:r>
              <a:rPr sz="2000" spc="-5" dirty="0">
                <a:latin typeface="Arial MT"/>
                <a:cs typeface="Arial MT"/>
              </a:rPr>
              <a:t>that</a:t>
            </a:r>
            <a:r>
              <a:rPr sz="2000" spc="545" dirty="0">
                <a:latin typeface="Arial MT"/>
                <a:cs typeface="Arial MT"/>
              </a:rPr>
              <a:t> </a:t>
            </a:r>
            <a:r>
              <a:rPr sz="2000" dirty="0">
                <a:latin typeface="Arial MT"/>
                <a:cs typeface="Arial MT"/>
              </a:rPr>
              <a:t>cell. </a:t>
            </a:r>
            <a:r>
              <a:rPr sz="2000" spc="5" dirty="0">
                <a:latin typeface="Arial MT"/>
                <a:cs typeface="Arial MT"/>
              </a:rPr>
              <a:t> </a:t>
            </a:r>
            <a:r>
              <a:rPr sz="2000" spc="-5" dirty="0">
                <a:latin typeface="Arial MT"/>
                <a:cs typeface="Arial MT"/>
              </a:rPr>
              <a:t>Options include </a:t>
            </a:r>
            <a:r>
              <a:rPr sz="2000" dirty="0">
                <a:latin typeface="Arial MT"/>
                <a:cs typeface="Arial MT"/>
              </a:rPr>
              <a:t>moving </a:t>
            </a:r>
            <a:r>
              <a:rPr sz="2000" spc="-5" dirty="0">
                <a:latin typeface="Arial MT"/>
                <a:cs typeface="Arial MT"/>
              </a:rPr>
              <a:t>the </a:t>
            </a:r>
            <a:r>
              <a:rPr sz="2000" dirty="0">
                <a:latin typeface="Arial MT"/>
                <a:cs typeface="Arial MT"/>
              </a:rPr>
              <a:t>cell </a:t>
            </a:r>
            <a:r>
              <a:rPr sz="2000" spc="-5" dirty="0">
                <a:latin typeface="Arial MT"/>
                <a:cs typeface="Arial MT"/>
              </a:rPr>
              <a:t>up and down, adding </a:t>
            </a:r>
            <a:r>
              <a:rPr sz="2000" dirty="0">
                <a:latin typeface="Arial MT"/>
                <a:cs typeface="Arial MT"/>
              </a:rPr>
              <a:t>comments, </a:t>
            </a:r>
            <a:r>
              <a:rPr sz="2000" spc="-5" dirty="0">
                <a:latin typeface="Arial MT"/>
                <a:cs typeface="Arial MT"/>
              </a:rPr>
              <a:t>and </a:t>
            </a:r>
            <a:r>
              <a:rPr sz="2000" spc="-545" dirty="0">
                <a:latin typeface="Arial MT"/>
                <a:cs typeface="Arial MT"/>
              </a:rPr>
              <a:t> </a:t>
            </a:r>
            <a:r>
              <a:rPr sz="2000" spc="-5" dirty="0">
                <a:latin typeface="Arial MT"/>
                <a:cs typeface="Arial MT"/>
              </a:rPr>
              <a:t>deleting</a:t>
            </a:r>
            <a:r>
              <a:rPr sz="2000" spc="-10" dirty="0">
                <a:latin typeface="Arial MT"/>
                <a:cs typeface="Arial MT"/>
              </a:rPr>
              <a:t> </a:t>
            </a:r>
            <a:r>
              <a:rPr sz="2000" spc="-5" dirty="0">
                <a:latin typeface="Arial MT"/>
                <a:cs typeface="Arial MT"/>
              </a:rPr>
              <a:t>the </a:t>
            </a:r>
            <a:r>
              <a:rPr sz="2000" dirty="0">
                <a:latin typeface="Arial MT"/>
                <a:cs typeface="Arial MT"/>
              </a:rPr>
              <a:t>cell.</a:t>
            </a:r>
            <a:endParaRPr sz="2000">
              <a:latin typeface="Arial MT"/>
              <a:cs typeface="Arial MT"/>
            </a:endParaRPr>
          </a:p>
        </p:txBody>
      </p:sp>
      <p:pic>
        <p:nvPicPr>
          <p:cNvPr id="4" name="object 4"/>
          <p:cNvPicPr/>
          <p:nvPr/>
        </p:nvPicPr>
        <p:blipFill>
          <a:blip r:embed="rId2" cstate="print"/>
          <a:stretch>
            <a:fillRect/>
          </a:stretch>
        </p:blipFill>
        <p:spPr>
          <a:xfrm>
            <a:off x="560371" y="3806847"/>
            <a:ext cx="3269263" cy="722437"/>
          </a:xfrm>
          <a:prstGeom prst="rect">
            <a:avLst/>
          </a:prstGeom>
        </p:spPr>
      </p:pic>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38100">
              <a:lnSpc>
                <a:spcPts val="1810"/>
              </a:lnSpc>
            </a:pPr>
            <a:fld id="{81D60167-4931-47E6-BA6A-407CBD079E47}" type="slidenum">
              <a:rPr dirty="0"/>
              <a:pPr marL="38100">
                <a:lnSpc>
                  <a:spcPts val="1810"/>
                </a:lnSpc>
              </a:pPr>
              <a:t>17</a:t>
            </a:fld>
            <a:endParaRPr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spc="-15" dirty="0"/>
              <a:t>Introduction</a:t>
            </a:r>
            <a:r>
              <a:rPr spc="-20" dirty="0"/>
              <a:t> to</a:t>
            </a:r>
            <a:r>
              <a:rPr spc="-15" dirty="0"/>
              <a:t> </a:t>
            </a:r>
            <a:r>
              <a:rPr spc="-5" dirty="0"/>
              <a:t>Google</a:t>
            </a:r>
            <a:r>
              <a:rPr spc="-15" dirty="0"/>
              <a:t> </a:t>
            </a:r>
            <a:r>
              <a:rPr spc="-5" dirty="0"/>
              <a:t>Colab</a:t>
            </a:r>
          </a:p>
        </p:txBody>
      </p:sp>
      <p:sp>
        <p:nvSpPr>
          <p:cNvPr id="3" name="object 3"/>
          <p:cNvSpPr txBox="1"/>
          <p:nvPr/>
        </p:nvSpPr>
        <p:spPr>
          <a:xfrm>
            <a:off x="536143" y="696531"/>
            <a:ext cx="7774305" cy="3225800"/>
          </a:xfrm>
          <a:prstGeom prst="rect">
            <a:avLst/>
          </a:prstGeom>
        </p:spPr>
        <p:txBody>
          <a:bodyPr vert="horz" wrap="square" lIns="0" tIns="165100" rIns="0" bIns="0" rtlCol="0">
            <a:spAutoFit/>
          </a:bodyPr>
          <a:lstStyle/>
          <a:p>
            <a:pPr marL="12700" algn="just">
              <a:lnSpc>
                <a:spcPct val="100000"/>
              </a:lnSpc>
              <a:spcBef>
                <a:spcPts val="1300"/>
              </a:spcBef>
            </a:pPr>
            <a:r>
              <a:rPr sz="2000" spc="-5" dirty="0">
                <a:solidFill>
                  <a:srgbClr val="FF0000"/>
                </a:solidFill>
                <a:latin typeface="Arial MT"/>
                <a:cs typeface="Arial MT"/>
              </a:rPr>
              <a:t>Sharing</a:t>
            </a:r>
            <a:r>
              <a:rPr sz="2000" spc="-35" dirty="0">
                <a:solidFill>
                  <a:srgbClr val="FF0000"/>
                </a:solidFill>
                <a:latin typeface="Arial MT"/>
                <a:cs typeface="Arial MT"/>
              </a:rPr>
              <a:t> </a:t>
            </a:r>
            <a:r>
              <a:rPr sz="2000" dirty="0">
                <a:solidFill>
                  <a:srgbClr val="FF0000"/>
                </a:solidFill>
                <a:latin typeface="Arial MT"/>
                <a:cs typeface="Arial MT"/>
              </a:rPr>
              <a:t>a</a:t>
            </a:r>
            <a:r>
              <a:rPr sz="2000" spc="-25" dirty="0">
                <a:solidFill>
                  <a:srgbClr val="FF0000"/>
                </a:solidFill>
                <a:latin typeface="Arial MT"/>
                <a:cs typeface="Arial MT"/>
              </a:rPr>
              <a:t> </a:t>
            </a:r>
            <a:r>
              <a:rPr sz="2000" spc="-5" dirty="0">
                <a:solidFill>
                  <a:srgbClr val="FF0000"/>
                </a:solidFill>
                <a:latin typeface="Arial MT"/>
                <a:cs typeface="Arial MT"/>
              </a:rPr>
              <a:t>Colab</a:t>
            </a:r>
            <a:r>
              <a:rPr sz="2000" spc="-25" dirty="0">
                <a:solidFill>
                  <a:srgbClr val="FF0000"/>
                </a:solidFill>
                <a:latin typeface="Arial MT"/>
                <a:cs typeface="Arial MT"/>
              </a:rPr>
              <a:t> </a:t>
            </a:r>
            <a:r>
              <a:rPr sz="2000" spc="-5" dirty="0">
                <a:solidFill>
                  <a:srgbClr val="FF0000"/>
                </a:solidFill>
                <a:latin typeface="Arial MT"/>
                <a:cs typeface="Arial MT"/>
              </a:rPr>
              <a:t>notebook</a:t>
            </a:r>
            <a:endParaRPr sz="2000">
              <a:latin typeface="Arial MT"/>
              <a:cs typeface="Arial MT"/>
            </a:endParaRPr>
          </a:p>
          <a:p>
            <a:pPr marL="12700" marR="24130" algn="just">
              <a:lnSpc>
                <a:spcPct val="150000"/>
              </a:lnSpc>
            </a:pPr>
            <a:r>
              <a:rPr sz="2000" spc="-5" dirty="0">
                <a:latin typeface="Arial MT"/>
                <a:cs typeface="Arial MT"/>
              </a:rPr>
              <a:t>As with other Google Apps, Colab Notebooks </a:t>
            </a:r>
            <a:r>
              <a:rPr sz="2000" dirty="0">
                <a:latin typeface="Arial MT"/>
                <a:cs typeface="Arial MT"/>
              </a:rPr>
              <a:t>can </a:t>
            </a:r>
            <a:r>
              <a:rPr sz="2000" spc="-5" dirty="0">
                <a:latin typeface="Arial MT"/>
                <a:cs typeface="Arial MT"/>
              </a:rPr>
              <a:t>be </a:t>
            </a:r>
            <a:r>
              <a:rPr sz="2000" dirty="0">
                <a:latin typeface="Arial MT"/>
                <a:cs typeface="Arial MT"/>
              </a:rPr>
              <a:t>shared. </a:t>
            </a:r>
            <a:r>
              <a:rPr sz="2000" spc="-5" dirty="0">
                <a:latin typeface="Arial MT"/>
                <a:cs typeface="Arial MT"/>
              </a:rPr>
              <a:t>Look </a:t>
            </a:r>
            <a:r>
              <a:rPr sz="2000" dirty="0">
                <a:latin typeface="Arial MT"/>
                <a:cs typeface="Arial MT"/>
              </a:rPr>
              <a:t> </a:t>
            </a:r>
            <a:r>
              <a:rPr sz="2000" spc="-5" dirty="0">
                <a:latin typeface="Arial MT"/>
                <a:cs typeface="Arial MT"/>
              </a:rPr>
              <a:t>for</a:t>
            </a:r>
            <a:endParaRPr sz="2000">
              <a:latin typeface="Arial MT"/>
              <a:cs typeface="Arial MT"/>
            </a:endParaRPr>
          </a:p>
          <a:p>
            <a:pPr marL="12700" marR="5080" algn="just">
              <a:lnSpc>
                <a:spcPct val="150000"/>
              </a:lnSpc>
            </a:pPr>
            <a:r>
              <a:rPr sz="2000" spc="-5" dirty="0">
                <a:latin typeface="Arial MT"/>
                <a:cs typeface="Arial MT"/>
              </a:rPr>
              <a:t>the </a:t>
            </a:r>
            <a:r>
              <a:rPr sz="2000" dirty="0">
                <a:latin typeface="Arial MT"/>
                <a:cs typeface="Arial MT"/>
              </a:rPr>
              <a:t>“share” </a:t>
            </a:r>
            <a:r>
              <a:rPr sz="2000" spc="-5" dirty="0">
                <a:latin typeface="Arial MT"/>
                <a:cs typeface="Arial MT"/>
              </a:rPr>
              <a:t>button in the top </a:t>
            </a:r>
            <a:r>
              <a:rPr sz="2000" dirty="0">
                <a:latin typeface="Arial MT"/>
                <a:cs typeface="Arial MT"/>
              </a:rPr>
              <a:t>right-hand corner </a:t>
            </a:r>
            <a:r>
              <a:rPr sz="2000" spc="-5" dirty="0">
                <a:latin typeface="Arial MT"/>
                <a:cs typeface="Arial MT"/>
              </a:rPr>
              <a:t>of the </a:t>
            </a:r>
            <a:r>
              <a:rPr sz="2000" spc="-20" dirty="0">
                <a:latin typeface="Arial MT"/>
                <a:cs typeface="Arial MT"/>
              </a:rPr>
              <a:t>window. </a:t>
            </a:r>
            <a:r>
              <a:rPr sz="2000" spc="-5" dirty="0">
                <a:latin typeface="Arial MT"/>
                <a:cs typeface="Arial MT"/>
              </a:rPr>
              <a:t>Google </a:t>
            </a:r>
            <a:r>
              <a:rPr sz="2000" dirty="0">
                <a:latin typeface="Arial MT"/>
                <a:cs typeface="Arial MT"/>
              </a:rPr>
              <a:t> </a:t>
            </a:r>
            <a:r>
              <a:rPr sz="2000" spc="-5" dirty="0">
                <a:latin typeface="Arial MT"/>
                <a:cs typeface="Arial MT"/>
              </a:rPr>
              <a:t>Colab documents </a:t>
            </a:r>
            <a:r>
              <a:rPr sz="2000" dirty="0">
                <a:latin typeface="Arial MT"/>
                <a:cs typeface="Arial MT"/>
              </a:rPr>
              <a:t>can </a:t>
            </a:r>
            <a:r>
              <a:rPr sz="2000" spc="-5" dirty="0">
                <a:latin typeface="Arial MT"/>
                <a:cs typeface="Arial MT"/>
              </a:rPr>
              <a:t>also be </a:t>
            </a:r>
            <a:r>
              <a:rPr sz="2000" dirty="0">
                <a:latin typeface="Arial MT"/>
                <a:cs typeface="Arial MT"/>
              </a:rPr>
              <a:t>shared </a:t>
            </a:r>
            <a:r>
              <a:rPr sz="2000" spc="-5" dirty="0">
                <a:latin typeface="Arial MT"/>
                <a:cs typeface="Arial MT"/>
              </a:rPr>
              <a:t>in Google Drive, just </a:t>
            </a:r>
            <a:r>
              <a:rPr sz="2000" dirty="0">
                <a:latin typeface="Arial MT"/>
                <a:cs typeface="Arial MT"/>
              </a:rPr>
              <a:t>you </a:t>
            </a:r>
            <a:r>
              <a:rPr sz="2000" spc="-5" dirty="0">
                <a:latin typeface="Arial MT"/>
                <a:cs typeface="Arial MT"/>
              </a:rPr>
              <a:t>do </a:t>
            </a:r>
            <a:r>
              <a:rPr sz="2000" dirty="0">
                <a:latin typeface="Arial MT"/>
                <a:cs typeface="Arial MT"/>
              </a:rPr>
              <a:t> </a:t>
            </a:r>
            <a:r>
              <a:rPr sz="2000" spc="-5" dirty="0">
                <a:latin typeface="Arial MT"/>
                <a:cs typeface="Arial MT"/>
              </a:rPr>
              <a:t>with</a:t>
            </a:r>
            <a:endParaRPr sz="2000">
              <a:latin typeface="Arial MT"/>
              <a:cs typeface="Arial MT"/>
            </a:endParaRPr>
          </a:p>
          <a:p>
            <a:pPr marL="12700" algn="just">
              <a:lnSpc>
                <a:spcPct val="100000"/>
              </a:lnSpc>
              <a:spcBef>
                <a:spcPts val="1200"/>
              </a:spcBef>
            </a:pPr>
            <a:r>
              <a:rPr sz="2000" spc="-5" dirty="0">
                <a:latin typeface="Arial MT"/>
                <a:cs typeface="Arial MT"/>
              </a:rPr>
              <a:t>other</a:t>
            </a:r>
            <a:r>
              <a:rPr sz="2000" spc="-30" dirty="0">
                <a:latin typeface="Arial MT"/>
                <a:cs typeface="Arial MT"/>
              </a:rPr>
              <a:t> </a:t>
            </a:r>
            <a:r>
              <a:rPr sz="2000" spc="-5" dirty="0">
                <a:latin typeface="Arial MT"/>
                <a:cs typeface="Arial MT"/>
              </a:rPr>
              <a:t>types</a:t>
            </a:r>
            <a:r>
              <a:rPr sz="2000" spc="-25" dirty="0">
                <a:latin typeface="Arial MT"/>
                <a:cs typeface="Arial MT"/>
              </a:rPr>
              <a:t> </a:t>
            </a:r>
            <a:r>
              <a:rPr sz="2000" spc="-5" dirty="0">
                <a:latin typeface="Arial MT"/>
                <a:cs typeface="Arial MT"/>
              </a:rPr>
              <a:t>of</a:t>
            </a:r>
            <a:r>
              <a:rPr sz="2000" spc="-25" dirty="0">
                <a:latin typeface="Arial MT"/>
                <a:cs typeface="Arial MT"/>
              </a:rPr>
              <a:t> </a:t>
            </a:r>
            <a:r>
              <a:rPr sz="2000" spc="-5" dirty="0">
                <a:latin typeface="Arial MT"/>
                <a:cs typeface="Arial MT"/>
              </a:rPr>
              <a:t>documents.</a:t>
            </a:r>
            <a:endParaRPr sz="2000">
              <a:latin typeface="Arial MT"/>
              <a:cs typeface="Arial MT"/>
            </a:endParaRPr>
          </a:p>
        </p:txBody>
      </p:sp>
      <p:pic>
        <p:nvPicPr>
          <p:cNvPr id="4" name="object 4"/>
          <p:cNvPicPr/>
          <p:nvPr/>
        </p:nvPicPr>
        <p:blipFill>
          <a:blip r:embed="rId2" cstate="print"/>
          <a:stretch>
            <a:fillRect/>
          </a:stretch>
        </p:blipFill>
        <p:spPr>
          <a:xfrm>
            <a:off x="775132" y="3450306"/>
            <a:ext cx="2648875" cy="717759"/>
          </a:xfrm>
          <a:prstGeom prst="rect">
            <a:avLst/>
          </a:prstGeom>
        </p:spPr>
      </p:pic>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38100">
              <a:lnSpc>
                <a:spcPts val="1810"/>
              </a:lnSpc>
            </a:pPr>
            <a:fld id="{81D60167-4931-47E6-BA6A-407CBD079E47}" type="slidenum">
              <a:rPr dirty="0"/>
              <a:pPr marL="38100">
                <a:lnSpc>
                  <a:spcPts val="1810"/>
                </a:lnSpc>
              </a:pPr>
              <a:t>18</a:t>
            </a:fld>
            <a:endParaRPr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204073" y="255242"/>
            <a:ext cx="5041900" cy="482600"/>
          </a:xfrm>
          <a:prstGeom prst="rect">
            <a:avLst/>
          </a:prstGeom>
        </p:spPr>
        <p:txBody>
          <a:bodyPr vert="horz" wrap="square" lIns="0" tIns="12700" rIns="0" bIns="0" rtlCol="0">
            <a:spAutoFit/>
          </a:bodyPr>
          <a:lstStyle/>
          <a:p>
            <a:pPr marL="12700">
              <a:lnSpc>
                <a:spcPct val="100000"/>
              </a:lnSpc>
              <a:spcBef>
                <a:spcPts val="100"/>
              </a:spcBef>
            </a:pPr>
            <a:r>
              <a:rPr sz="3000" dirty="0">
                <a:solidFill>
                  <a:srgbClr val="222222"/>
                </a:solidFill>
                <a:latin typeface="Times New Roman"/>
                <a:cs typeface="Times New Roman"/>
              </a:rPr>
              <a:t>2.1</a:t>
            </a:r>
            <a:r>
              <a:rPr sz="3000" spc="-20" dirty="0">
                <a:solidFill>
                  <a:srgbClr val="222222"/>
                </a:solidFill>
                <a:latin typeface="Times New Roman"/>
                <a:cs typeface="Times New Roman"/>
              </a:rPr>
              <a:t> </a:t>
            </a:r>
            <a:r>
              <a:rPr sz="3000" spc="-10" dirty="0">
                <a:solidFill>
                  <a:srgbClr val="222222"/>
                </a:solidFill>
                <a:latin typeface="Times New Roman"/>
                <a:cs typeface="Times New Roman"/>
              </a:rPr>
              <a:t>Basic</a:t>
            </a:r>
            <a:r>
              <a:rPr sz="3000" spc="-25" dirty="0">
                <a:solidFill>
                  <a:srgbClr val="222222"/>
                </a:solidFill>
                <a:latin typeface="Times New Roman"/>
                <a:cs typeface="Times New Roman"/>
              </a:rPr>
              <a:t> </a:t>
            </a:r>
            <a:r>
              <a:rPr sz="3000" spc="-5" dirty="0">
                <a:solidFill>
                  <a:srgbClr val="222222"/>
                </a:solidFill>
                <a:latin typeface="Times New Roman"/>
                <a:cs typeface="Times New Roman"/>
              </a:rPr>
              <a:t>Data</a:t>
            </a:r>
            <a:r>
              <a:rPr sz="3000" spc="-70" dirty="0">
                <a:solidFill>
                  <a:srgbClr val="222222"/>
                </a:solidFill>
                <a:latin typeface="Times New Roman"/>
                <a:cs typeface="Times New Roman"/>
              </a:rPr>
              <a:t> </a:t>
            </a:r>
            <a:r>
              <a:rPr sz="3000" spc="-45" dirty="0">
                <a:solidFill>
                  <a:srgbClr val="222222"/>
                </a:solidFill>
                <a:latin typeface="Times New Roman"/>
                <a:cs typeface="Times New Roman"/>
              </a:rPr>
              <a:t>Types</a:t>
            </a:r>
            <a:r>
              <a:rPr sz="3000" spc="-15" dirty="0">
                <a:solidFill>
                  <a:srgbClr val="222222"/>
                </a:solidFill>
                <a:latin typeface="Times New Roman"/>
                <a:cs typeface="Times New Roman"/>
              </a:rPr>
              <a:t> </a:t>
            </a:r>
            <a:r>
              <a:rPr sz="3000" spc="-5" dirty="0">
                <a:solidFill>
                  <a:srgbClr val="222222"/>
                </a:solidFill>
                <a:latin typeface="Times New Roman"/>
                <a:cs typeface="Times New Roman"/>
              </a:rPr>
              <a:t>in</a:t>
            </a:r>
            <a:r>
              <a:rPr sz="3000" spc="-20" dirty="0">
                <a:solidFill>
                  <a:srgbClr val="222222"/>
                </a:solidFill>
                <a:latin typeface="Times New Roman"/>
                <a:cs typeface="Times New Roman"/>
              </a:rPr>
              <a:t> </a:t>
            </a:r>
            <a:r>
              <a:rPr sz="3000" spc="-5" dirty="0">
                <a:solidFill>
                  <a:srgbClr val="222222"/>
                </a:solidFill>
                <a:latin typeface="Times New Roman"/>
                <a:cs typeface="Times New Roman"/>
              </a:rPr>
              <a:t>Python</a:t>
            </a:r>
            <a:endParaRPr sz="3000">
              <a:latin typeface="Times New Roman"/>
              <a:cs typeface="Times New Roman"/>
            </a:endParaRPr>
          </a:p>
        </p:txBody>
      </p:sp>
      <p:pic>
        <p:nvPicPr>
          <p:cNvPr id="3" name="object 3"/>
          <p:cNvPicPr/>
          <p:nvPr/>
        </p:nvPicPr>
        <p:blipFill>
          <a:blip r:embed="rId2" cstate="print"/>
          <a:stretch>
            <a:fillRect/>
          </a:stretch>
        </p:blipFill>
        <p:spPr>
          <a:xfrm>
            <a:off x="848947" y="936302"/>
            <a:ext cx="7595221" cy="3840144"/>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600822" y="2080516"/>
            <a:ext cx="5936792" cy="3040727"/>
          </a:xfrm>
          <a:prstGeom prst="rect">
            <a:avLst/>
          </a:prstGeom>
        </p:spPr>
      </p:pic>
      <p:sp>
        <p:nvSpPr>
          <p:cNvPr id="3" name="object 3"/>
          <p:cNvSpPr txBox="1"/>
          <p:nvPr/>
        </p:nvSpPr>
        <p:spPr>
          <a:xfrm>
            <a:off x="655977" y="405512"/>
            <a:ext cx="7652384" cy="2180590"/>
          </a:xfrm>
          <a:prstGeom prst="rect">
            <a:avLst/>
          </a:prstGeom>
        </p:spPr>
        <p:txBody>
          <a:bodyPr vert="horz" wrap="square" lIns="0" tIns="12700" rIns="0" bIns="0" rtlCol="0">
            <a:spAutoFit/>
          </a:bodyPr>
          <a:lstStyle/>
          <a:p>
            <a:pPr marL="355600" indent="-290195">
              <a:lnSpc>
                <a:spcPct val="100000"/>
              </a:lnSpc>
              <a:spcBef>
                <a:spcPts val="100"/>
              </a:spcBef>
              <a:buSzPct val="133333"/>
              <a:buFont typeface="Arial MT"/>
              <a:buChar char="•"/>
              <a:tabLst>
                <a:tab pos="354965" algn="l"/>
                <a:tab pos="355600" algn="l"/>
              </a:tabLst>
            </a:pPr>
            <a:r>
              <a:rPr sz="2100" spc="-5" dirty="0">
                <a:solidFill>
                  <a:srgbClr val="273138"/>
                </a:solidFill>
                <a:latin typeface="Times New Roman"/>
                <a:cs typeface="Times New Roman"/>
              </a:rPr>
              <a:t>Data</a:t>
            </a:r>
            <a:r>
              <a:rPr sz="2100" spc="-15" dirty="0">
                <a:solidFill>
                  <a:srgbClr val="273138"/>
                </a:solidFill>
                <a:latin typeface="Times New Roman"/>
                <a:cs typeface="Times New Roman"/>
              </a:rPr>
              <a:t> </a:t>
            </a:r>
            <a:r>
              <a:rPr sz="2100" spc="-5" dirty="0">
                <a:solidFill>
                  <a:srgbClr val="273138"/>
                </a:solidFill>
                <a:latin typeface="Times New Roman"/>
                <a:cs typeface="Times New Roman"/>
              </a:rPr>
              <a:t>types</a:t>
            </a:r>
            <a:r>
              <a:rPr sz="2100" spc="-10" dirty="0">
                <a:solidFill>
                  <a:srgbClr val="273138"/>
                </a:solidFill>
                <a:latin typeface="Times New Roman"/>
                <a:cs typeface="Times New Roman"/>
              </a:rPr>
              <a:t> </a:t>
            </a:r>
            <a:r>
              <a:rPr sz="2100" spc="-5" dirty="0">
                <a:solidFill>
                  <a:srgbClr val="273138"/>
                </a:solidFill>
                <a:latin typeface="Times New Roman"/>
                <a:cs typeface="Times New Roman"/>
              </a:rPr>
              <a:t>are</a:t>
            </a:r>
            <a:r>
              <a:rPr sz="2100" spc="-15" dirty="0">
                <a:solidFill>
                  <a:srgbClr val="273138"/>
                </a:solidFill>
                <a:latin typeface="Times New Roman"/>
                <a:cs typeface="Times New Roman"/>
              </a:rPr>
              <a:t> </a:t>
            </a:r>
            <a:r>
              <a:rPr sz="2100" spc="-5" dirty="0">
                <a:solidFill>
                  <a:srgbClr val="273138"/>
                </a:solidFill>
                <a:latin typeface="Times New Roman"/>
                <a:cs typeface="Times New Roman"/>
              </a:rPr>
              <a:t>the</a:t>
            </a:r>
            <a:r>
              <a:rPr sz="2100" spc="-10" dirty="0">
                <a:solidFill>
                  <a:srgbClr val="273138"/>
                </a:solidFill>
                <a:latin typeface="Times New Roman"/>
                <a:cs typeface="Times New Roman"/>
              </a:rPr>
              <a:t> </a:t>
            </a:r>
            <a:r>
              <a:rPr sz="2100" spc="-5" dirty="0">
                <a:solidFill>
                  <a:srgbClr val="273138"/>
                </a:solidFill>
                <a:latin typeface="Times New Roman"/>
                <a:cs typeface="Times New Roman"/>
              </a:rPr>
              <a:t>classification</a:t>
            </a:r>
            <a:r>
              <a:rPr sz="2100" spc="-10" dirty="0">
                <a:solidFill>
                  <a:srgbClr val="273138"/>
                </a:solidFill>
                <a:latin typeface="Times New Roman"/>
                <a:cs typeface="Times New Roman"/>
              </a:rPr>
              <a:t> </a:t>
            </a:r>
            <a:r>
              <a:rPr sz="2100" dirty="0">
                <a:solidFill>
                  <a:srgbClr val="273138"/>
                </a:solidFill>
                <a:latin typeface="Times New Roman"/>
                <a:cs typeface="Times New Roman"/>
              </a:rPr>
              <a:t>or</a:t>
            </a:r>
            <a:r>
              <a:rPr sz="2100" spc="-10" dirty="0">
                <a:solidFill>
                  <a:srgbClr val="273138"/>
                </a:solidFill>
                <a:latin typeface="Times New Roman"/>
                <a:cs typeface="Times New Roman"/>
              </a:rPr>
              <a:t> </a:t>
            </a:r>
            <a:r>
              <a:rPr sz="2100" spc="-5" dirty="0">
                <a:solidFill>
                  <a:srgbClr val="273138"/>
                </a:solidFill>
                <a:latin typeface="Times New Roman"/>
                <a:cs typeface="Times New Roman"/>
              </a:rPr>
              <a:t>categorization</a:t>
            </a:r>
            <a:r>
              <a:rPr sz="2100" spc="-10" dirty="0">
                <a:solidFill>
                  <a:srgbClr val="273138"/>
                </a:solidFill>
                <a:latin typeface="Times New Roman"/>
                <a:cs typeface="Times New Roman"/>
              </a:rPr>
              <a:t> </a:t>
            </a:r>
            <a:r>
              <a:rPr sz="2100" dirty="0">
                <a:solidFill>
                  <a:srgbClr val="273138"/>
                </a:solidFill>
                <a:latin typeface="Times New Roman"/>
                <a:cs typeface="Times New Roman"/>
              </a:rPr>
              <a:t>of</a:t>
            </a:r>
            <a:r>
              <a:rPr sz="2100" spc="-5" dirty="0">
                <a:solidFill>
                  <a:srgbClr val="273138"/>
                </a:solidFill>
                <a:latin typeface="Times New Roman"/>
                <a:cs typeface="Times New Roman"/>
              </a:rPr>
              <a:t> </a:t>
            </a:r>
            <a:r>
              <a:rPr sz="2100" dirty="0">
                <a:solidFill>
                  <a:srgbClr val="273138"/>
                </a:solidFill>
                <a:latin typeface="Times New Roman"/>
                <a:cs typeface="Times New Roman"/>
              </a:rPr>
              <a:t>data</a:t>
            </a:r>
            <a:r>
              <a:rPr sz="2100" spc="-10" dirty="0">
                <a:solidFill>
                  <a:srgbClr val="273138"/>
                </a:solidFill>
                <a:latin typeface="Times New Roman"/>
                <a:cs typeface="Times New Roman"/>
              </a:rPr>
              <a:t> </a:t>
            </a:r>
            <a:r>
              <a:rPr sz="2100" spc="-5" dirty="0">
                <a:solidFill>
                  <a:srgbClr val="273138"/>
                </a:solidFill>
                <a:latin typeface="Times New Roman"/>
                <a:cs typeface="Times New Roman"/>
              </a:rPr>
              <a:t>items.</a:t>
            </a:r>
            <a:endParaRPr sz="2100">
              <a:latin typeface="Times New Roman"/>
              <a:cs typeface="Times New Roman"/>
            </a:endParaRPr>
          </a:p>
          <a:p>
            <a:pPr marL="355600" marR="622935" indent="-290195">
              <a:lnSpc>
                <a:spcPct val="106700"/>
              </a:lnSpc>
              <a:spcBef>
                <a:spcPts val="670"/>
              </a:spcBef>
              <a:buSzPct val="133333"/>
              <a:buFont typeface="Arial MT"/>
              <a:buChar char="•"/>
              <a:tabLst>
                <a:tab pos="354965" algn="l"/>
                <a:tab pos="355600" algn="l"/>
              </a:tabLst>
            </a:pPr>
            <a:r>
              <a:rPr sz="2100" dirty="0">
                <a:solidFill>
                  <a:srgbClr val="273138"/>
                </a:solidFill>
                <a:latin typeface="Times New Roman"/>
                <a:cs typeface="Times New Roman"/>
              </a:rPr>
              <a:t>It</a:t>
            </a:r>
            <a:r>
              <a:rPr sz="2100" spc="-10" dirty="0">
                <a:solidFill>
                  <a:srgbClr val="273138"/>
                </a:solidFill>
                <a:latin typeface="Times New Roman"/>
                <a:cs typeface="Times New Roman"/>
              </a:rPr>
              <a:t> </a:t>
            </a:r>
            <a:r>
              <a:rPr sz="2100" dirty="0">
                <a:solidFill>
                  <a:srgbClr val="273138"/>
                </a:solidFill>
                <a:latin typeface="Times New Roman"/>
                <a:cs typeface="Times New Roman"/>
              </a:rPr>
              <a:t>represents</a:t>
            </a:r>
            <a:r>
              <a:rPr sz="2100" spc="-5" dirty="0">
                <a:solidFill>
                  <a:srgbClr val="273138"/>
                </a:solidFill>
                <a:latin typeface="Times New Roman"/>
                <a:cs typeface="Times New Roman"/>
              </a:rPr>
              <a:t> the</a:t>
            </a:r>
            <a:r>
              <a:rPr sz="2100" spc="-15" dirty="0">
                <a:solidFill>
                  <a:srgbClr val="273138"/>
                </a:solidFill>
                <a:latin typeface="Times New Roman"/>
                <a:cs typeface="Times New Roman"/>
              </a:rPr>
              <a:t> </a:t>
            </a:r>
            <a:r>
              <a:rPr sz="2100" dirty="0">
                <a:solidFill>
                  <a:srgbClr val="273138"/>
                </a:solidFill>
                <a:latin typeface="Times New Roman"/>
                <a:cs typeface="Times New Roman"/>
              </a:rPr>
              <a:t>kind</a:t>
            </a:r>
            <a:r>
              <a:rPr sz="2100" spc="-5" dirty="0">
                <a:solidFill>
                  <a:srgbClr val="273138"/>
                </a:solidFill>
                <a:latin typeface="Times New Roman"/>
                <a:cs typeface="Times New Roman"/>
              </a:rPr>
              <a:t> </a:t>
            </a:r>
            <a:r>
              <a:rPr sz="2100" dirty="0">
                <a:solidFill>
                  <a:srgbClr val="273138"/>
                </a:solidFill>
                <a:latin typeface="Times New Roman"/>
                <a:cs typeface="Times New Roman"/>
              </a:rPr>
              <a:t>of</a:t>
            </a:r>
            <a:r>
              <a:rPr sz="2100" spc="-5" dirty="0">
                <a:solidFill>
                  <a:srgbClr val="273138"/>
                </a:solidFill>
                <a:latin typeface="Times New Roman"/>
                <a:cs typeface="Times New Roman"/>
              </a:rPr>
              <a:t> </a:t>
            </a:r>
            <a:r>
              <a:rPr sz="2100" dirty="0">
                <a:solidFill>
                  <a:srgbClr val="273138"/>
                </a:solidFill>
                <a:latin typeface="Times New Roman"/>
                <a:cs typeface="Times New Roman"/>
              </a:rPr>
              <a:t>value</a:t>
            </a:r>
            <a:r>
              <a:rPr sz="2100" spc="-10" dirty="0">
                <a:solidFill>
                  <a:srgbClr val="273138"/>
                </a:solidFill>
                <a:latin typeface="Times New Roman"/>
                <a:cs typeface="Times New Roman"/>
              </a:rPr>
              <a:t> </a:t>
            </a:r>
            <a:r>
              <a:rPr sz="2100" spc="-5" dirty="0">
                <a:solidFill>
                  <a:srgbClr val="273138"/>
                </a:solidFill>
                <a:latin typeface="Times New Roman"/>
                <a:cs typeface="Times New Roman"/>
              </a:rPr>
              <a:t>that</a:t>
            </a:r>
            <a:r>
              <a:rPr sz="2100" spc="-10" dirty="0">
                <a:solidFill>
                  <a:srgbClr val="273138"/>
                </a:solidFill>
                <a:latin typeface="Times New Roman"/>
                <a:cs typeface="Times New Roman"/>
              </a:rPr>
              <a:t> </a:t>
            </a:r>
            <a:r>
              <a:rPr sz="2100" spc="-5" dirty="0">
                <a:solidFill>
                  <a:srgbClr val="273138"/>
                </a:solidFill>
                <a:latin typeface="Times New Roman"/>
                <a:cs typeface="Times New Roman"/>
              </a:rPr>
              <a:t>tells</a:t>
            </a:r>
            <a:r>
              <a:rPr sz="2100" spc="-10" dirty="0">
                <a:solidFill>
                  <a:srgbClr val="273138"/>
                </a:solidFill>
                <a:latin typeface="Times New Roman"/>
                <a:cs typeface="Times New Roman"/>
              </a:rPr>
              <a:t> </a:t>
            </a:r>
            <a:r>
              <a:rPr sz="2100" spc="-5" dirty="0">
                <a:solidFill>
                  <a:srgbClr val="273138"/>
                </a:solidFill>
                <a:latin typeface="Times New Roman"/>
                <a:cs typeface="Times New Roman"/>
              </a:rPr>
              <a:t>what</a:t>
            </a:r>
            <a:r>
              <a:rPr sz="2100" spc="-15" dirty="0">
                <a:solidFill>
                  <a:srgbClr val="273138"/>
                </a:solidFill>
                <a:latin typeface="Times New Roman"/>
                <a:cs typeface="Times New Roman"/>
              </a:rPr>
              <a:t> </a:t>
            </a:r>
            <a:r>
              <a:rPr sz="2100" dirty="0">
                <a:solidFill>
                  <a:srgbClr val="273138"/>
                </a:solidFill>
                <a:latin typeface="Times New Roman"/>
                <a:cs typeface="Times New Roman"/>
              </a:rPr>
              <a:t>operations</a:t>
            </a:r>
            <a:r>
              <a:rPr sz="2100" spc="-5" dirty="0">
                <a:solidFill>
                  <a:srgbClr val="273138"/>
                </a:solidFill>
                <a:latin typeface="Times New Roman"/>
                <a:cs typeface="Times New Roman"/>
              </a:rPr>
              <a:t> can</a:t>
            </a:r>
            <a:r>
              <a:rPr sz="2100" spc="-10" dirty="0">
                <a:solidFill>
                  <a:srgbClr val="273138"/>
                </a:solidFill>
                <a:latin typeface="Times New Roman"/>
                <a:cs typeface="Times New Roman"/>
              </a:rPr>
              <a:t> </a:t>
            </a:r>
            <a:r>
              <a:rPr sz="2100" dirty="0">
                <a:solidFill>
                  <a:srgbClr val="273138"/>
                </a:solidFill>
                <a:latin typeface="Times New Roman"/>
                <a:cs typeface="Times New Roman"/>
              </a:rPr>
              <a:t>be </a:t>
            </a:r>
            <a:r>
              <a:rPr sz="2100" spc="-509" dirty="0">
                <a:solidFill>
                  <a:srgbClr val="273138"/>
                </a:solidFill>
                <a:latin typeface="Times New Roman"/>
                <a:cs typeface="Times New Roman"/>
              </a:rPr>
              <a:t> </a:t>
            </a:r>
            <a:r>
              <a:rPr sz="2100" dirty="0">
                <a:solidFill>
                  <a:srgbClr val="273138"/>
                </a:solidFill>
                <a:latin typeface="Times New Roman"/>
                <a:cs typeface="Times New Roman"/>
              </a:rPr>
              <a:t>performed</a:t>
            </a:r>
            <a:r>
              <a:rPr sz="2100" spc="-5" dirty="0">
                <a:solidFill>
                  <a:srgbClr val="273138"/>
                </a:solidFill>
                <a:latin typeface="Times New Roman"/>
                <a:cs typeface="Times New Roman"/>
              </a:rPr>
              <a:t> </a:t>
            </a:r>
            <a:r>
              <a:rPr sz="2100" dirty="0">
                <a:solidFill>
                  <a:srgbClr val="273138"/>
                </a:solidFill>
                <a:latin typeface="Times New Roman"/>
                <a:cs typeface="Times New Roman"/>
              </a:rPr>
              <a:t>on a</a:t>
            </a:r>
            <a:r>
              <a:rPr sz="2100" spc="-10" dirty="0">
                <a:solidFill>
                  <a:srgbClr val="273138"/>
                </a:solidFill>
                <a:latin typeface="Times New Roman"/>
                <a:cs typeface="Times New Roman"/>
              </a:rPr>
              <a:t> </a:t>
            </a:r>
            <a:r>
              <a:rPr sz="2100" dirty="0">
                <a:solidFill>
                  <a:srgbClr val="273138"/>
                </a:solidFill>
                <a:latin typeface="Times New Roman"/>
                <a:cs typeface="Times New Roman"/>
              </a:rPr>
              <a:t>particular data.</a:t>
            </a:r>
            <a:endParaRPr sz="2100">
              <a:latin typeface="Times New Roman"/>
              <a:cs typeface="Times New Roman"/>
            </a:endParaRPr>
          </a:p>
          <a:p>
            <a:pPr marL="355600" marR="5080" indent="-290195">
              <a:lnSpc>
                <a:spcPct val="106700"/>
              </a:lnSpc>
              <a:spcBef>
                <a:spcPts val="505"/>
              </a:spcBef>
              <a:buSzPct val="133333"/>
              <a:buFont typeface="Arial MT"/>
              <a:buChar char="•"/>
              <a:tabLst>
                <a:tab pos="354965" algn="l"/>
                <a:tab pos="355600" algn="l"/>
              </a:tabLst>
            </a:pPr>
            <a:r>
              <a:rPr sz="2100" spc="-5" dirty="0">
                <a:solidFill>
                  <a:srgbClr val="273138"/>
                </a:solidFill>
                <a:latin typeface="Times New Roman"/>
                <a:cs typeface="Times New Roman"/>
              </a:rPr>
              <a:t>Since everything is an </a:t>
            </a:r>
            <a:r>
              <a:rPr sz="2100" dirty="0">
                <a:solidFill>
                  <a:srgbClr val="273138"/>
                </a:solidFill>
                <a:latin typeface="Times New Roman"/>
                <a:cs typeface="Times New Roman"/>
              </a:rPr>
              <a:t>object </a:t>
            </a:r>
            <a:r>
              <a:rPr sz="2100" spc="-5" dirty="0">
                <a:solidFill>
                  <a:srgbClr val="273138"/>
                </a:solidFill>
                <a:latin typeface="Times New Roman"/>
                <a:cs typeface="Times New Roman"/>
              </a:rPr>
              <a:t>in Python </a:t>
            </a:r>
            <a:r>
              <a:rPr sz="2100" dirty="0">
                <a:solidFill>
                  <a:srgbClr val="273138"/>
                </a:solidFill>
                <a:latin typeface="Times New Roman"/>
                <a:cs typeface="Times New Roman"/>
              </a:rPr>
              <a:t>programming, data </a:t>
            </a:r>
            <a:r>
              <a:rPr sz="2100" spc="-5" dirty="0">
                <a:solidFill>
                  <a:srgbClr val="273138"/>
                </a:solidFill>
                <a:latin typeface="Times New Roman"/>
                <a:cs typeface="Times New Roman"/>
              </a:rPr>
              <a:t>types are </a:t>
            </a:r>
            <a:r>
              <a:rPr sz="2100" spc="-509" dirty="0">
                <a:solidFill>
                  <a:srgbClr val="273138"/>
                </a:solidFill>
                <a:latin typeface="Times New Roman"/>
                <a:cs typeface="Times New Roman"/>
              </a:rPr>
              <a:t> </a:t>
            </a:r>
            <a:r>
              <a:rPr sz="2100" spc="-5" dirty="0">
                <a:solidFill>
                  <a:srgbClr val="273138"/>
                </a:solidFill>
                <a:latin typeface="Times New Roman"/>
                <a:cs typeface="Times New Roman"/>
              </a:rPr>
              <a:t>actually</a:t>
            </a:r>
            <a:r>
              <a:rPr sz="2100" spc="-15" dirty="0">
                <a:solidFill>
                  <a:srgbClr val="273138"/>
                </a:solidFill>
                <a:latin typeface="Times New Roman"/>
                <a:cs typeface="Times New Roman"/>
              </a:rPr>
              <a:t> </a:t>
            </a:r>
            <a:r>
              <a:rPr sz="2100" spc="-5" dirty="0">
                <a:solidFill>
                  <a:srgbClr val="273138"/>
                </a:solidFill>
                <a:latin typeface="Times New Roman"/>
                <a:cs typeface="Times New Roman"/>
              </a:rPr>
              <a:t>classes</a:t>
            </a:r>
            <a:r>
              <a:rPr sz="2100" spc="-10" dirty="0">
                <a:solidFill>
                  <a:srgbClr val="273138"/>
                </a:solidFill>
                <a:latin typeface="Times New Roman"/>
                <a:cs typeface="Times New Roman"/>
              </a:rPr>
              <a:t> </a:t>
            </a:r>
            <a:r>
              <a:rPr sz="2100" spc="-5" dirty="0">
                <a:solidFill>
                  <a:srgbClr val="273138"/>
                </a:solidFill>
                <a:latin typeface="Times New Roman"/>
                <a:cs typeface="Times New Roman"/>
              </a:rPr>
              <a:t>and</a:t>
            </a:r>
            <a:r>
              <a:rPr sz="2100" spc="-10" dirty="0">
                <a:solidFill>
                  <a:srgbClr val="273138"/>
                </a:solidFill>
                <a:latin typeface="Times New Roman"/>
                <a:cs typeface="Times New Roman"/>
              </a:rPr>
              <a:t> </a:t>
            </a:r>
            <a:r>
              <a:rPr sz="2100" dirty="0">
                <a:solidFill>
                  <a:srgbClr val="273138"/>
                </a:solidFill>
                <a:latin typeface="Times New Roman"/>
                <a:cs typeface="Times New Roman"/>
              </a:rPr>
              <a:t>variables</a:t>
            </a:r>
            <a:r>
              <a:rPr sz="2100" spc="-5" dirty="0">
                <a:solidFill>
                  <a:srgbClr val="273138"/>
                </a:solidFill>
                <a:latin typeface="Times New Roman"/>
                <a:cs typeface="Times New Roman"/>
              </a:rPr>
              <a:t> are</a:t>
            </a:r>
            <a:r>
              <a:rPr sz="2100" spc="-15" dirty="0">
                <a:solidFill>
                  <a:srgbClr val="273138"/>
                </a:solidFill>
                <a:latin typeface="Times New Roman"/>
                <a:cs typeface="Times New Roman"/>
              </a:rPr>
              <a:t> </a:t>
            </a:r>
            <a:r>
              <a:rPr sz="2100" spc="-5" dirty="0">
                <a:solidFill>
                  <a:srgbClr val="273138"/>
                </a:solidFill>
                <a:latin typeface="Times New Roman"/>
                <a:cs typeface="Times New Roman"/>
              </a:rPr>
              <a:t>instance</a:t>
            </a:r>
            <a:r>
              <a:rPr sz="2100" spc="-10" dirty="0">
                <a:solidFill>
                  <a:srgbClr val="273138"/>
                </a:solidFill>
                <a:latin typeface="Times New Roman"/>
                <a:cs typeface="Times New Roman"/>
              </a:rPr>
              <a:t> </a:t>
            </a:r>
            <a:r>
              <a:rPr sz="2100" dirty="0">
                <a:solidFill>
                  <a:srgbClr val="273138"/>
                </a:solidFill>
                <a:latin typeface="Times New Roman"/>
                <a:cs typeface="Times New Roman"/>
              </a:rPr>
              <a:t>(object)</a:t>
            </a:r>
            <a:r>
              <a:rPr sz="2100" spc="-5" dirty="0">
                <a:solidFill>
                  <a:srgbClr val="273138"/>
                </a:solidFill>
                <a:latin typeface="Times New Roman"/>
                <a:cs typeface="Times New Roman"/>
              </a:rPr>
              <a:t> </a:t>
            </a:r>
            <a:r>
              <a:rPr sz="2100" dirty="0">
                <a:solidFill>
                  <a:srgbClr val="273138"/>
                </a:solidFill>
                <a:latin typeface="Times New Roman"/>
                <a:cs typeface="Times New Roman"/>
              </a:rPr>
              <a:t>of</a:t>
            </a:r>
            <a:r>
              <a:rPr sz="2100" spc="-5" dirty="0">
                <a:solidFill>
                  <a:srgbClr val="273138"/>
                </a:solidFill>
                <a:latin typeface="Times New Roman"/>
                <a:cs typeface="Times New Roman"/>
              </a:rPr>
              <a:t> these</a:t>
            </a:r>
            <a:r>
              <a:rPr sz="2100" spc="-10" dirty="0">
                <a:solidFill>
                  <a:srgbClr val="273138"/>
                </a:solidFill>
                <a:latin typeface="Times New Roman"/>
                <a:cs typeface="Times New Roman"/>
              </a:rPr>
              <a:t> </a:t>
            </a:r>
            <a:r>
              <a:rPr sz="2100" spc="-5" dirty="0">
                <a:solidFill>
                  <a:srgbClr val="273138"/>
                </a:solidFill>
                <a:latin typeface="Times New Roman"/>
                <a:cs typeface="Times New Roman"/>
              </a:rPr>
              <a:t>classes.</a:t>
            </a:r>
            <a:endParaRPr sz="2100">
              <a:latin typeface="Times New Roman"/>
              <a:cs typeface="Times New Roman"/>
            </a:endParaRPr>
          </a:p>
          <a:p>
            <a:pPr marL="12700">
              <a:lnSpc>
                <a:spcPct val="100000"/>
              </a:lnSpc>
            </a:pPr>
            <a:r>
              <a:rPr sz="2100" spc="-5" dirty="0">
                <a:solidFill>
                  <a:srgbClr val="273138"/>
                </a:solidFill>
                <a:latin typeface="Times New Roman"/>
                <a:cs typeface="Times New Roman"/>
              </a:rPr>
              <a:t>Following</a:t>
            </a:r>
            <a:r>
              <a:rPr sz="2100" spc="-15" dirty="0">
                <a:solidFill>
                  <a:srgbClr val="273138"/>
                </a:solidFill>
                <a:latin typeface="Times New Roman"/>
                <a:cs typeface="Times New Roman"/>
              </a:rPr>
              <a:t> </a:t>
            </a:r>
            <a:r>
              <a:rPr sz="2100" spc="-5" dirty="0">
                <a:solidFill>
                  <a:srgbClr val="273138"/>
                </a:solidFill>
                <a:latin typeface="Times New Roman"/>
                <a:cs typeface="Times New Roman"/>
              </a:rPr>
              <a:t>are</a:t>
            </a:r>
            <a:r>
              <a:rPr sz="2100" spc="-10" dirty="0">
                <a:solidFill>
                  <a:srgbClr val="273138"/>
                </a:solidFill>
                <a:latin typeface="Times New Roman"/>
                <a:cs typeface="Times New Roman"/>
              </a:rPr>
              <a:t> </a:t>
            </a:r>
            <a:r>
              <a:rPr sz="2100" spc="-5" dirty="0">
                <a:solidFill>
                  <a:srgbClr val="273138"/>
                </a:solidFill>
                <a:latin typeface="Times New Roman"/>
                <a:cs typeface="Times New Roman"/>
              </a:rPr>
              <a:t>the</a:t>
            </a:r>
            <a:r>
              <a:rPr sz="2100" spc="-15" dirty="0">
                <a:solidFill>
                  <a:srgbClr val="273138"/>
                </a:solidFill>
                <a:latin typeface="Times New Roman"/>
                <a:cs typeface="Times New Roman"/>
              </a:rPr>
              <a:t> </a:t>
            </a:r>
            <a:r>
              <a:rPr sz="2100" spc="-5" dirty="0">
                <a:solidFill>
                  <a:srgbClr val="273138"/>
                </a:solidFill>
                <a:latin typeface="Times New Roman"/>
                <a:cs typeface="Times New Roman"/>
              </a:rPr>
              <a:t>standard</a:t>
            </a:r>
            <a:r>
              <a:rPr sz="2100" spc="-10" dirty="0">
                <a:solidFill>
                  <a:srgbClr val="273138"/>
                </a:solidFill>
                <a:latin typeface="Times New Roman"/>
                <a:cs typeface="Times New Roman"/>
              </a:rPr>
              <a:t> </a:t>
            </a:r>
            <a:r>
              <a:rPr sz="2100" dirty="0">
                <a:solidFill>
                  <a:srgbClr val="273138"/>
                </a:solidFill>
                <a:latin typeface="Times New Roman"/>
                <a:cs typeface="Times New Roman"/>
              </a:rPr>
              <a:t>or</a:t>
            </a:r>
            <a:r>
              <a:rPr sz="2100" spc="-10" dirty="0">
                <a:solidFill>
                  <a:srgbClr val="273138"/>
                </a:solidFill>
                <a:latin typeface="Times New Roman"/>
                <a:cs typeface="Times New Roman"/>
              </a:rPr>
              <a:t> </a:t>
            </a:r>
            <a:r>
              <a:rPr sz="2100" dirty="0">
                <a:solidFill>
                  <a:srgbClr val="273138"/>
                </a:solidFill>
                <a:latin typeface="Times New Roman"/>
                <a:cs typeface="Times New Roman"/>
              </a:rPr>
              <a:t>built-in</a:t>
            </a:r>
            <a:r>
              <a:rPr sz="2100" spc="-5" dirty="0">
                <a:solidFill>
                  <a:srgbClr val="273138"/>
                </a:solidFill>
                <a:latin typeface="Times New Roman"/>
                <a:cs typeface="Times New Roman"/>
              </a:rPr>
              <a:t> </a:t>
            </a:r>
            <a:r>
              <a:rPr sz="2100" dirty="0">
                <a:solidFill>
                  <a:srgbClr val="273138"/>
                </a:solidFill>
                <a:latin typeface="Times New Roman"/>
                <a:cs typeface="Times New Roman"/>
              </a:rPr>
              <a:t>data</a:t>
            </a:r>
            <a:r>
              <a:rPr sz="2100" spc="-10" dirty="0">
                <a:solidFill>
                  <a:srgbClr val="273138"/>
                </a:solidFill>
                <a:latin typeface="Times New Roman"/>
                <a:cs typeface="Times New Roman"/>
              </a:rPr>
              <a:t> </a:t>
            </a:r>
            <a:r>
              <a:rPr sz="2100" spc="-5" dirty="0">
                <a:solidFill>
                  <a:srgbClr val="273138"/>
                </a:solidFill>
                <a:latin typeface="Times New Roman"/>
                <a:cs typeface="Times New Roman"/>
              </a:rPr>
              <a:t>type</a:t>
            </a:r>
            <a:r>
              <a:rPr sz="2100" spc="-10" dirty="0">
                <a:solidFill>
                  <a:srgbClr val="273138"/>
                </a:solidFill>
                <a:latin typeface="Times New Roman"/>
                <a:cs typeface="Times New Roman"/>
              </a:rPr>
              <a:t> </a:t>
            </a:r>
            <a:r>
              <a:rPr sz="2100" dirty="0">
                <a:solidFill>
                  <a:srgbClr val="273138"/>
                </a:solidFill>
                <a:latin typeface="Times New Roman"/>
                <a:cs typeface="Times New Roman"/>
              </a:rPr>
              <a:t>of</a:t>
            </a:r>
            <a:r>
              <a:rPr sz="2100" spc="-10" dirty="0">
                <a:solidFill>
                  <a:srgbClr val="273138"/>
                </a:solidFill>
                <a:latin typeface="Times New Roman"/>
                <a:cs typeface="Times New Roman"/>
              </a:rPr>
              <a:t> </a:t>
            </a:r>
            <a:r>
              <a:rPr sz="2100" spc="-5" dirty="0">
                <a:solidFill>
                  <a:srgbClr val="273138"/>
                </a:solidFill>
                <a:latin typeface="Times New Roman"/>
                <a:cs typeface="Times New Roman"/>
              </a:rPr>
              <a:t>Python:</a:t>
            </a:r>
            <a:endParaRPr sz="2100">
              <a:latin typeface="Times New Roman"/>
              <a:cs typeface="Times New Roman"/>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18815" y="734725"/>
            <a:ext cx="6763384" cy="1311910"/>
          </a:xfrm>
          <a:prstGeom prst="rect">
            <a:avLst/>
          </a:prstGeom>
        </p:spPr>
        <p:txBody>
          <a:bodyPr vert="horz" wrap="square" lIns="0" tIns="12700" rIns="0" bIns="0" rtlCol="0">
            <a:spAutoFit/>
          </a:bodyPr>
          <a:lstStyle/>
          <a:p>
            <a:pPr marL="3472179">
              <a:lnSpc>
                <a:spcPct val="100000"/>
              </a:lnSpc>
              <a:spcBef>
                <a:spcPts val="100"/>
              </a:spcBef>
            </a:pPr>
            <a:r>
              <a:rPr sz="3000" spc="-5" dirty="0">
                <a:solidFill>
                  <a:srgbClr val="273138"/>
                </a:solidFill>
                <a:latin typeface="Times New Roman"/>
                <a:cs typeface="Times New Roman"/>
              </a:rPr>
              <a:t>Numeric</a:t>
            </a:r>
            <a:endParaRPr sz="3000">
              <a:latin typeface="Times New Roman"/>
              <a:cs typeface="Times New Roman"/>
            </a:endParaRPr>
          </a:p>
          <a:p>
            <a:pPr marL="12700" marR="5080" algn="just">
              <a:lnSpc>
                <a:spcPct val="100000"/>
              </a:lnSpc>
              <a:spcBef>
                <a:spcPts val="45"/>
              </a:spcBef>
            </a:pPr>
            <a:r>
              <a:rPr sz="1800" b="0" dirty="0">
                <a:solidFill>
                  <a:srgbClr val="273138"/>
                </a:solidFill>
                <a:latin typeface="Times New Roman"/>
                <a:cs typeface="Times New Roman"/>
              </a:rPr>
              <a:t>In </a:t>
            </a:r>
            <a:r>
              <a:rPr sz="1800" b="0" spc="-5" dirty="0">
                <a:solidFill>
                  <a:srgbClr val="273138"/>
                </a:solidFill>
                <a:latin typeface="Times New Roman"/>
                <a:cs typeface="Times New Roman"/>
              </a:rPr>
              <a:t>Python, </a:t>
            </a:r>
            <a:r>
              <a:rPr sz="1800" b="0" dirty="0">
                <a:solidFill>
                  <a:srgbClr val="273138"/>
                </a:solidFill>
                <a:latin typeface="Times New Roman"/>
                <a:cs typeface="Times New Roman"/>
              </a:rPr>
              <a:t>numeric data </a:t>
            </a:r>
            <a:r>
              <a:rPr sz="1800" b="0" spc="-5" dirty="0">
                <a:solidFill>
                  <a:srgbClr val="273138"/>
                </a:solidFill>
                <a:latin typeface="Times New Roman"/>
                <a:cs typeface="Times New Roman"/>
              </a:rPr>
              <a:t>type </a:t>
            </a:r>
            <a:r>
              <a:rPr sz="1800" b="0" dirty="0">
                <a:solidFill>
                  <a:srgbClr val="273138"/>
                </a:solidFill>
                <a:latin typeface="Times New Roman"/>
                <a:cs typeface="Times New Roman"/>
              </a:rPr>
              <a:t>represent </a:t>
            </a:r>
            <a:r>
              <a:rPr sz="1800" b="0" spc="-5" dirty="0">
                <a:solidFill>
                  <a:srgbClr val="273138"/>
                </a:solidFill>
                <a:latin typeface="Times New Roman"/>
                <a:cs typeface="Times New Roman"/>
              </a:rPr>
              <a:t>the </a:t>
            </a:r>
            <a:r>
              <a:rPr sz="1800" b="0" dirty="0">
                <a:solidFill>
                  <a:srgbClr val="273138"/>
                </a:solidFill>
                <a:latin typeface="Times New Roman"/>
                <a:cs typeface="Times New Roman"/>
              </a:rPr>
              <a:t>data </a:t>
            </a:r>
            <a:r>
              <a:rPr sz="1800" b="0" spc="-5" dirty="0">
                <a:solidFill>
                  <a:srgbClr val="273138"/>
                </a:solidFill>
                <a:latin typeface="Times New Roman"/>
                <a:cs typeface="Times New Roman"/>
              </a:rPr>
              <a:t>which </a:t>
            </a:r>
            <a:r>
              <a:rPr sz="1800" b="0" dirty="0">
                <a:solidFill>
                  <a:srgbClr val="273138"/>
                </a:solidFill>
                <a:latin typeface="Times New Roman"/>
                <a:cs typeface="Times New Roman"/>
              </a:rPr>
              <a:t>has numeric value. </a:t>
            </a:r>
            <a:r>
              <a:rPr sz="1800" b="0" spc="-434" dirty="0">
                <a:solidFill>
                  <a:srgbClr val="273138"/>
                </a:solidFill>
                <a:latin typeface="Times New Roman"/>
                <a:cs typeface="Times New Roman"/>
              </a:rPr>
              <a:t> </a:t>
            </a:r>
            <a:r>
              <a:rPr sz="1800" b="0" spc="-5" dirty="0">
                <a:solidFill>
                  <a:srgbClr val="273138"/>
                </a:solidFill>
                <a:latin typeface="Times New Roman"/>
                <a:cs typeface="Times New Roman"/>
              </a:rPr>
              <a:t>Numeric </a:t>
            </a:r>
            <a:r>
              <a:rPr sz="1800" b="0" dirty="0">
                <a:solidFill>
                  <a:srgbClr val="273138"/>
                </a:solidFill>
                <a:latin typeface="Times New Roman"/>
                <a:cs typeface="Times New Roman"/>
              </a:rPr>
              <a:t>value </a:t>
            </a:r>
            <a:r>
              <a:rPr sz="1800" b="0" spc="-5" dirty="0">
                <a:solidFill>
                  <a:srgbClr val="273138"/>
                </a:solidFill>
                <a:latin typeface="Times New Roman"/>
                <a:cs typeface="Times New Roman"/>
              </a:rPr>
              <a:t>can </a:t>
            </a:r>
            <a:r>
              <a:rPr sz="1800" b="0" dirty="0">
                <a:solidFill>
                  <a:srgbClr val="273138"/>
                </a:solidFill>
                <a:latin typeface="Times New Roman"/>
                <a:cs typeface="Times New Roman"/>
              </a:rPr>
              <a:t>be </a:t>
            </a:r>
            <a:r>
              <a:rPr sz="1800" b="0" spc="-15" dirty="0">
                <a:solidFill>
                  <a:srgbClr val="273138"/>
                </a:solidFill>
                <a:latin typeface="Times New Roman"/>
                <a:cs typeface="Times New Roman"/>
              </a:rPr>
              <a:t>integer, </a:t>
            </a:r>
            <a:r>
              <a:rPr sz="1800" b="0" dirty="0">
                <a:solidFill>
                  <a:srgbClr val="273138"/>
                </a:solidFill>
                <a:latin typeface="Times New Roman"/>
                <a:cs typeface="Times New Roman"/>
              </a:rPr>
              <a:t>floating number or </a:t>
            </a:r>
            <a:r>
              <a:rPr sz="1800" b="0" spc="-5" dirty="0">
                <a:solidFill>
                  <a:srgbClr val="273138"/>
                </a:solidFill>
                <a:latin typeface="Times New Roman"/>
                <a:cs typeface="Times New Roman"/>
              </a:rPr>
              <a:t>even complex </a:t>
            </a:r>
            <a:r>
              <a:rPr sz="1800" b="0" dirty="0">
                <a:solidFill>
                  <a:srgbClr val="273138"/>
                </a:solidFill>
                <a:latin typeface="Times New Roman"/>
                <a:cs typeface="Times New Roman"/>
              </a:rPr>
              <a:t>numbers. </a:t>
            </a:r>
            <a:r>
              <a:rPr sz="1800" b="0" spc="-434" dirty="0">
                <a:solidFill>
                  <a:srgbClr val="273138"/>
                </a:solidFill>
                <a:latin typeface="Times New Roman"/>
                <a:cs typeface="Times New Roman"/>
              </a:rPr>
              <a:t> </a:t>
            </a:r>
            <a:r>
              <a:rPr sz="1800" b="0" spc="-5" dirty="0">
                <a:solidFill>
                  <a:srgbClr val="273138"/>
                </a:solidFill>
                <a:latin typeface="Times New Roman"/>
                <a:cs typeface="Times New Roman"/>
              </a:rPr>
              <a:t>These</a:t>
            </a:r>
            <a:r>
              <a:rPr sz="1800" b="0" spc="-10" dirty="0">
                <a:solidFill>
                  <a:srgbClr val="273138"/>
                </a:solidFill>
                <a:latin typeface="Times New Roman"/>
                <a:cs typeface="Times New Roman"/>
              </a:rPr>
              <a:t> </a:t>
            </a:r>
            <a:r>
              <a:rPr sz="1800" b="0" dirty="0">
                <a:solidFill>
                  <a:srgbClr val="273138"/>
                </a:solidFill>
                <a:latin typeface="Times New Roman"/>
                <a:cs typeface="Times New Roman"/>
              </a:rPr>
              <a:t>values</a:t>
            </a:r>
            <a:r>
              <a:rPr sz="1800" b="0" spc="-5" dirty="0">
                <a:solidFill>
                  <a:srgbClr val="273138"/>
                </a:solidFill>
                <a:latin typeface="Times New Roman"/>
                <a:cs typeface="Times New Roman"/>
              </a:rPr>
              <a:t> are </a:t>
            </a:r>
            <a:r>
              <a:rPr sz="1800" b="0" dirty="0">
                <a:solidFill>
                  <a:srgbClr val="273138"/>
                </a:solidFill>
                <a:latin typeface="Times New Roman"/>
                <a:cs typeface="Times New Roman"/>
              </a:rPr>
              <a:t>defined</a:t>
            </a:r>
            <a:r>
              <a:rPr sz="1800" b="0" spc="-5" dirty="0">
                <a:solidFill>
                  <a:srgbClr val="273138"/>
                </a:solidFill>
                <a:latin typeface="Times New Roman"/>
                <a:cs typeface="Times New Roman"/>
              </a:rPr>
              <a:t> as int,</a:t>
            </a:r>
            <a:r>
              <a:rPr sz="1800" b="0" spc="-10" dirty="0">
                <a:solidFill>
                  <a:srgbClr val="273138"/>
                </a:solidFill>
                <a:latin typeface="Times New Roman"/>
                <a:cs typeface="Times New Roman"/>
              </a:rPr>
              <a:t> </a:t>
            </a:r>
            <a:r>
              <a:rPr sz="1800" b="0" dirty="0">
                <a:solidFill>
                  <a:srgbClr val="273138"/>
                </a:solidFill>
                <a:latin typeface="Times New Roman"/>
                <a:cs typeface="Times New Roman"/>
              </a:rPr>
              <a:t>float </a:t>
            </a:r>
            <a:r>
              <a:rPr sz="1800" b="0" spc="-5" dirty="0">
                <a:solidFill>
                  <a:srgbClr val="273138"/>
                </a:solidFill>
                <a:latin typeface="Times New Roman"/>
                <a:cs typeface="Times New Roman"/>
              </a:rPr>
              <a:t>and</a:t>
            </a:r>
            <a:r>
              <a:rPr sz="1800" b="0" spc="-10" dirty="0">
                <a:solidFill>
                  <a:srgbClr val="273138"/>
                </a:solidFill>
                <a:latin typeface="Times New Roman"/>
                <a:cs typeface="Times New Roman"/>
              </a:rPr>
              <a:t> </a:t>
            </a:r>
            <a:r>
              <a:rPr sz="1800" b="0" spc="-5" dirty="0">
                <a:solidFill>
                  <a:srgbClr val="273138"/>
                </a:solidFill>
                <a:latin typeface="Times New Roman"/>
                <a:cs typeface="Times New Roman"/>
              </a:rPr>
              <a:t>complex class</a:t>
            </a:r>
            <a:r>
              <a:rPr sz="1800" b="0" spc="-10" dirty="0">
                <a:solidFill>
                  <a:srgbClr val="273138"/>
                </a:solidFill>
                <a:latin typeface="Times New Roman"/>
                <a:cs typeface="Times New Roman"/>
              </a:rPr>
              <a:t> </a:t>
            </a:r>
            <a:r>
              <a:rPr sz="1800" b="0" spc="-5" dirty="0">
                <a:solidFill>
                  <a:srgbClr val="273138"/>
                </a:solidFill>
                <a:latin typeface="Times New Roman"/>
                <a:cs typeface="Times New Roman"/>
              </a:rPr>
              <a:t>in Python.</a:t>
            </a:r>
            <a:endParaRPr sz="1800">
              <a:latin typeface="Times New Roman"/>
              <a:cs typeface="Times New Roman"/>
            </a:endParaRPr>
          </a:p>
        </p:txBody>
      </p:sp>
      <p:sp>
        <p:nvSpPr>
          <p:cNvPr id="3" name="object 3"/>
          <p:cNvSpPr txBox="1"/>
          <p:nvPr/>
        </p:nvSpPr>
        <p:spPr>
          <a:xfrm>
            <a:off x="312105" y="2350165"/>
            <a:ext cx="8458200" cy="2439670"/>
          </a:xfrm>
          <a:prstGeom prst="rect">
            <a:avLst/>
          </a:prstGeom>
        </p:spPr>
        <p:txBody>
          <a:bodyPr vert="horz" wrap="square" lIns="0" tIns="0" rIns="0" bIns="0" rtlCol="0">
            <a:spAutoFit/>
          </a:bodyPr>
          <a:lstStyle/>
          <a:p>
            <a:pPr marL="120014" indent="-107950">
              <a:lnSpc>
                <a:spcPts val="2525"/>
              </a:lnSpc>
              <a:buSzPct val="127777"/>
              <a:buFont typeface="Arial"/>
              <a:buChar char="•"/>
              <a:tabLst>
                <a:tab pos="120650" algn="l"/>
              </a:tabLst>
            </a:pPr>
            <a:r>
              <a:rPr sz="1800" b="1" spc="-5" dirty="0">
                <a:solidFill>
                  <a:srgbClr val="273138"/>
                </a:solidFill>
                <a:latin typeface="Times New Roman"/>
                <a:cs typeface="Times New Roman"/>
              </a:rPr>
              <a:t>Integers </a:t>
            </a:r>
            <a:r>
              <a:rPr sz="1800" dirty="0">
                <a:solidFill>
                  <a:srgbClr val="273138"/>
                </a:solidFill>
                <a:latin typeface="Times New Roman"/>
                <a:cs typeface="Times New Roman"/>
              </a:rPr>
              <a:t>–</a:t>
            </a:r>
            <a:r>
              <a:rPr sz="1800" spc="190" dirty="0">
                <a:solidFill>
                  <a:srgbClr val="273138"/>
                </a:solidFill>
                <a:latin typeface="Times New Roman"/>
                <a:cs typeface="Times New Roman"/>
              </a:rPr>
              <a:t> </a:t>
            </a:r>
            <a:r>
              <a:rPr sz="1800" spc="-5" dirty="0">
                <a:solidFill>
                  <a:srgbClr val="273138"/>
                </a:solidFill>
                <a:latin typeface="Times New Roman"/>
                <a:cs typeface="Times New Roman"/>
              </a:rPr>
              <a:t>This</a:t>
            </a:r>
            <a:r>
              <a:rPr sz="1800" spc="220" dirty="0">
                <a:solidFill>
                  <a:srgbClr val="273138"/>
                </a:solidFill>
                <a:latin typeface="Times New Roman"/>
                <a:cs typeface="Times New Roman"/>
              </a:rPr>
              <a:t> </a:t>
            </a:r>
            <a:r>
              <a:rPr sz="1800" dirty="0">
                <a:solidFill>
                  <a:srgbClr val="273138"/>
                </a:solidFill>
                <a:latin typeface="Times New Roman"/>
                <a:cs typeface="Times New Roman"/>
              </a:rPr>
              <a:t>value</a:t>
            </a:r>
            <a:r>
              <a:rPr sz="1800" spc="225" dirty="0">
                <a:solidFill>
                  <a:srgbClr val="273138"/>
                </a:solidFill>
                <a:latin typeface="Times New Roman"/>
                <a:cs typeface="Times New Roman"/>
              </a:rPr>
              <a:t> </a:t>
            </a:r>
            <a:r>
              <a:rPr sz="1800" spc="-5" dirty="0">
                <a:solidFill>
                  <a:srgbClr val="273138"/>
                </a:solidFill>
                <a:latin typeface="Times New Roman"/>
                <a:cs typeface="Times New Roman"/>
              </a:rPr>
              <a:t>is</a:t>
            </a:r>
            <a:r>
              <a:rPr sz="1800" spc="220" dirty="0">
                <a:solidFill>
                  <a:srgbClr val="273138"/>
                </a:solidFill>
                <a:latin typeface="Times New Roman"/>
                <a:cs typeface="Times New Roman"/>
              </a:rPr>
              <a:t> </a:t>
            </a:r>
            <a:r>
              <a:rPr sz="1800" dirty="0">
                <a:solidFill>
                  <a:srgbClr val="273138"/>
                </a:solidFill>
                <a:latin typeface="Times New Roman"/>
                <a:cs typeface="Times New Roman"/>
              </a:rPr>
              <a:t>represented</a:t>
            </a:r>
            <a:r>
              <a:rPr sz="1800" spc="225" dirty="0">
                <a:solidFill>
                  <a:srgbClr val="273138"/>
                </a:solidFill>
                <a:latin typeface="Times New Roman"/>
                <a:cs typeface="Times New Roman"/>
              </a:rPr>
              <a:t> </a:t>
            </a:r>
            <a:r>
              <a:rPr sz="1800" dirty="0">
                <a:solidFill>
                  <a:srgbClr val="273138"/>
                </a:solidFill>
                <a:latin typeface="Times New Roman"/>
                <a:cs typeface="Times New Roman"/>
              </a:rPr>
              <a:t>by</a:t>
            </a:r>
            <a:r>
              <a:rPr sz="1800" spc="225" dirty="0">
                <a:solidFill>
                  <a:srgbClr val="273138"/>
                </a:solidFill>
                <a:latin typeface="Times New Roman"/>
                <a:cs typeface="Times New Roman"/>
              </a:rPr>
              <a:t> </a:t>
            </a:r>
            <a:r>
              <a:rPr sz="1800" spc="-5" dirty="0">
                <a:solidFill>
                  <a:srgbClr val="273138"/>
                </a:solidFill>
                <a:latin typeface="Times New Roman"/>
                <a:cs typeface="Times New Roman"/>
              </a:rPr>
              <a:t>int</a:t>
            </a:r>
            <a:r>
              <a:rPr sz="1800" spc="220" dirty="0">
                <a:solidFill>
                  <a:srgbClr val="273138"/>
                </a:solidFill>
                <a:latin typeface="Times New Roman"/>
                <a:cs typeface="Times New Roman"/>
              </a:rPr>
              <a:t> </a:t>
            </a:r>
            <a:r>
              <a:rPr sz="1800" spc="-5" dirty="0">
                <a:solidFill>
                  <a:srgbClr val="273138"/>
                </a:solidFill>
                <a:latin typeface="Times New Roman"/>
                <a:cs typeface="Times New Roman"/>
              </a:rPr>
              <a:t>class.</a:t>
            </a:r>
            <a:r>
              <a:rPr sz="1800" spc="220" dirty="0">
                <a:solidFill>
                  <a:srgbClr val="273138"/>
                </a:solidFill>
                <a:latin typeface="Times New Roman"/>
                <a:cs typeface="Times New Roman"/>
              </a:rPr>
              <a:t> </a:t>
            </a:r>
            <a:r>
              <a:rPr sz="1800" dirty="0">
                <a:solidFill>
                  <a:srgbClr val="273138"/>
                </a:solidFill>
                <a:latin typeface="Times New Roman"/>
                <a:cs typeface="Times New Roman"/>
              </a:rPr>
              <a:t>It</a:t>
            </a:r>
            <a:r>
              <a:rPr sz="1800" spc="225" dirty="0">
                <a:solidFill>
                  <a:srgbClr val="273138"/>
                </a:solidFill>
                <a:latin typeface="Times New Roman"/>
                <a:cs typeface="Times New Roman"/>
              </a:rPr>
              <a:t> </a:t>
            </a:r>
            <a:r>
              <a:rPr sz="1800" spc="-5" dirty="0">
                <a:solidFill>
                  <a:srgbClr val="273138"/>
                </a:solidFill>
                <a:latin typeface="Times New Roman"/>
                <a:cs typeface="Times New Roman"/>
              </a:rPr>
              <a:t>contains</a:t>
            </a:r>
            <a:r>
              <a:rPr sz="1800" spc="220" dirty="0">
                <a:solidFill>
                  <a:srgbClr val="273138"/>
                </a:solidFill>
                <a:latin typeface="Times New Roman"/>
                <a:cs typeface="Times New Roman"/>
              </a:rPr>
              <a:t> </a:t>
            </a:r>
            <a:r>
              <a:rPr sz="1800" dirty="0">
                <a:solidFill>
                  <a:srgbClr val="273138"/>
                </a:solidFill>
                <a:latin typeface="Times New Roman"/>
                <a:cs typeface="Times New Roman"/>
              </a:rPr>
              <a:t>positive</a:t>
            </a:r>
            <a:r>
              <a:rPr sz="1800" spc="225" dirty="0">
                <a:solidFill>
                  <a:srgbClr val="273138"/>
                </a:solidFill>
                <a:latin typeface="Times New Roman"/>
                <a:cs typeface="Times New Roman"/>
              </a:rPr>
              <a:t> </a:t>
            </a:r>
            <a:r>
              <a:rPr sz="1800" dirty="0">
                <a:solidFill>
                  <a:srgbClr val="273138"/>
                </a:solidFill>
                <a:latin typeface="Times New Roman"/>
                <a:cs typeface="Times New Roman"/>
              </a:rPr>
              <a:t>or</a:t>
            </a:r>
            <a:r>
              <a:rPr sz="1800" spc="225" dirty="0">
                <a:solidFill>
                  <a:srgbClr val="273138"/>
                </a:solidFill>
                <a:latin typeface="Times New Roman"/>
                <a:cs typeface="Times New Roman"/>
              </a:rPr>
              <a:t> </a:t>
            </a:r>
            <a:r>
              <a:rPr sz="1800" dirty="0">
                <a:solidFill>
                  <a:srgbClr val="273138"/>
                </a:solidFill>
                <a:latin typeface="Times New Roman"/>
                <a:cs typeface="Times New Roman"/>
              </a:rPr>
              <a:t>negative</a:t>
            </a:r>
            <a:r>
              <a:rPr sz="1800" spc="225" dirty="0">
                <a:solidFill>
                  <a:srgbClr val="273138"/>
                </a:solidFill>
                <a:latin typeface="Times New Roman"/>
                <a:cs typeface="Times New Roman"/>
              </a:rPr>
              <a:t> </a:t>
            </a:r>
            <a:r>
              <a:rPr sz="1800" spc="-5" dirty="0">
                <a:solidFill>
                  <a:srgbClr val="273138"/>
                </a:solidFill>
                <a:latin typeface="Times New Roman"/>
                <a:cs typeface="Times New Roman"/>
              </a:rPr>
              <a:t>whole</a:t>
            </a:r>
            <a:endParaRPr sz="1800">
              <a:latin typeface="Times New Roman"/>
              <a:cs typeface="Times New Roman"/>
            </a:endParaRPr>
          </a:p>
          <a:p>
            <a:pPr marL="119380" marR="5080">
              <a:lnSpc>
                <a:spcPct val="100000"/>
              </a:lnSpc>
              <a:spcBef>
                <a:spcPts val="20"/>
              </a:spcBef>
            </a:pPr>
            <a:r>
              <a:rPr sz="1800" dirty="0">
                <a:solidFill>
                  <a:srgbClr val="273138"/>
                </a:solidFill>
                <a:latin typeface="Times New Roman"/>
                <a:cs typeface="Times New Roman"/>
              </a:rPr>
              <a:t>numbers</a:t>
            </a:r>
            <a:r>
              <a:rPr sz="1800" spc="110" dirty="0">
                <a:solidFill>
                  <a:srgbClr val="273138"/>
                </a:solidFill>
                <a:latin typeface="Times New Roman"/>
                <a:cs typeface="Times New Roman"/>
              </a:rPr>
              <a:t> </a:t>
            </a:r>
            <a:r>
              <a:rPr sz="1800" dirty="0">
                <a:solidFill>
                  <a:srgbClr val="273138"/>
                </a:solidFill>
                <a:latin typeface="Times New Roman"/>
                <a:cs typeface="Times New Roman"/>
              </a:rPr>
              <a:t>(without</a:t>
            </a:r>
            <a:r>
              <a:rPr sz="1800" spc="110" dirty="0">
                <a:solidFill>
                  <a:srgbClr val="273138"/>
                </a:solidFill>
                <a:latin typeface="Times New Roman"/>
                <a:cs typeface="Times New Roman"/>
              </a:rPr>
              <a:t> </a:t>
            </a:r>
            <a:r>
              <a:rPr sz="1800" dirty="0">
                <a:solidFill>
                  <a:srgbClr val="273138"/>
                </a:solidFill>
                <a:latin typeface="Times New Roman"/>
                <a:cs typeface="Times New Roman"/>
              </a:rPr>
              <a:t>fraction</a:t>
            </a:r>
            <a:r>
              <a:rPr sz="1800" spc="110" dirty="0">
                <a:solidFill>
                  <a:srgbClr val="273138"/>
                </a:solidFill>
                <a:latin typeface="Times New Roman"/>
                <a:cs typeface="Times New Roman"/>
              </a:rPr>
              <a:t> </a:t>
            </a:r>
            <a:r>
              <a:rPr sz="1800" dirty="0">
                <a:solidFill>
                  <a:srgbClr val="273138"/>
                </a:solidFill>
                <a:latin typeface="Times New Roman"/>
                <a:cs typeface="Times New Roman"/>
              </a:rPr>
              <a:t>or</a:t>
            </a:r>
            <a:r>
              <a:rPr sz="1800" spc="110" dirty="0">
                <a:solidFill>
                  <a:srgbClr val="273138"/>
                </a:solidFill>
                <a:latin typeface="Times New Roman"/>
                <a:cs typeface="Times New Roman"/>
              </a:rPr>
              <a:t> </a:t>
            </a:r>
            <a:r>
              <a:rPr sz="1800" dirty="0">
                <a:solidFill>
                  <a:srgbClr val="273138"/>
                </a:solidFill>
                <a:latin typeface="Times New Roman"/>
                <a:cs typeface="Times New Roman"/>
              </a:rPr>
              <a:t>decimal).</a:t>
            </a:r>
            <a:r>
              <a:rPr sz="1800" spc="110" dirty="0">
                <a:solidFill>
                  <a:srgbClr val="273138"/>
                </a:solidFill>
                <a:latin typeface="Times New Roman"/>
                <a:cs typeface="Times New Roman"/>
              </a:rPr>
              <a:t> </a:t>
            </a:r>
            <a:r>
              <a:rPr sz="1800" dirty="0">
                <a:solidFill>
                  <a:srgbClr val="273138"/>
                </a:solidFill>
                <a:latin typeface="Times New Roman"/>
                <a:cs typeface="Times New Roman"/>
              </a:rPr>
              <a:t>In</a:t>
            </a:r>
            <a:r>
              <a:rPr sz="1800" spc="110" dirty="0">
                <a:solidFill>
                  <a:srgbClr val="273138"/>
                </a:solidFill>
                <a:latin typeface="Times New Roman"/>
                <a:cs typeface="Times New Roman"/>
              </a:rPr>
              <a:t> </a:t>
            </a:r>
            <a:r>
              <a:rPr sz="1800" spc="-5" dirty="0">
                <a:solidFill>
                  <a:srgbClr val="273138"/>
                </a:solidFill>
                <a:latin typeface="Times New Roman"/>
                <a:cs typeface="Times New Roman"/>
              </a:rPr>
              <a:t>Python</a:t>
            </a:r>
            <a:r>
              <a:rPr sz="1800" spc="114" dirty="0">
                <a:solidFill>
                  <a:srgbClr val="273138"/>
                </a:solidFill>
                <a:latin typeface="Times New Roman"/>
                <a:cs typeface="Times New Roman"/>
              </a:rPr>
              <a:t> </a:t>
            </a:r>
            <a:r>
              <a:rPr sz="1800" spc="-5" dirty="0">
                <a:solidFill>
                  <a:srgbClr val="273138"/>
                </a:solidFill>
                <a:latin typeface="Times New Roman"/>
                <a:cs typeface="Times New Roman"/>
              </a:rPr>
              <a:t>there</a:t>
            </a:r>
            <a:r>
              <a:rPr sz="1800" spc="105" dirty="0">
                <a:solidFill>
                  <a:srgbClr val="273138"/>
                </a:solidFill>
                <a:latin typeface="Times New Roman"/>
                <a:cs typeface="Times New Roman"/>
              </a:rPr>
              <a:t> </a:t>
            </a:r>
            <a:r>
              <a:rPr sz="1800" spc="-5" dirty="0">
                <a:solidFill>
                  <a:srgbClr val="273138"/>
                </a:solidFill>
                <a:latin typeface="Times New Roman"/>
                <a:cs typeface="Times New Roman"/>
              </a:rPr>
              <a:t>is</a:t>
            </a:r>
            <a:r>
              <a:rPr sz="1800" spc="105" dirty="0">
                <a:solidFill>
                  <a:srgbClr val="273138"/>
                </a:solidFill>
                <a:latin typeface="Times New Roman"/>
                <a:cs typeface="Times New Roman"/>
              </a:rPr>
              <a:t> </a:t>
            </a:r>
            <a:r>
              <a:rPr sz="1800" dirty="0">
                <a:solidFill>
                  <a:srgbClr val="273138"/>
                </a:solidFill>
                <a:latin typeface="Times New Roman"/>
                <a:cs typeface="Times New Roman"/>
              </a:rPr>
              <a:t>no</a:t>
            </a:r>
            <a:r>
              <a:rPr sz="1800" spc="110" dirty="0">
                <a:solidFill>
                  <a:srgbClr val="273138"/>
                </a:solidFill>
                <a:latin typeface="Times New Roman"/>
                <a:cs typeface="Times New Roman"/>
              </a:rPr>
              <a:t> </a:t>
            </a:r>
            <a:r>
              <a:rPr sz="1800" spc="-5" dirty="0">
                <a:solidFill>
                  <a:srgbClr val="273138"/>
                </a:solidFill>
                <a:latin typeface="Times New Roman"/>
                <a:cs typeface="Times New Roman"/>
              </a:rPr>
              <a:t>limit</a:t>
            </a:r>
            <a:r>
              <a:rPr sz="1800" spc="105" dirty="0">
                <a:solidFill>
                  <a:srgbClr val="273138"/>
                </a:solidFill>
                <a:latin typeface="Times New Roman"/>
                <a:cs typeface="Times New Roman"/>
              </a:rPr>
              <a:t> </a:t>
            </a:r>
            <a:r>
              <a:rPr sz="1800" spc="-5" dirty="0">
                <a:solidFill>
                  <a:srgbClr val="273138"/>
                </a:solidFill>
                <a:latin typeface="Times New Roman"/>
                <a:cs typeface="Times New Roman"/>
              </a:rPr>
              <a:t>to</a:t>
            </a:r>
            <a:r>
              <a:rPr sz="1800" spc="105" dirty="0">
                <a:solidFill>
                  <a:srgbClr val="273138"/>
                </a:solidFill>
                <a:latin typeface="Times New Roman"/>
                <a:cs typeface="Times New Roman"/>
              </a:rPr>
              <a:t> </a:t>
            </a:r>
            <a:r>
              <a:rPr sz="1800" dirty="0">
                <a:solidFill>
                  <a:srgbClr val="273138"/>
                </a:solidFill>
                <a:latin typeface="Times New Roman"/>
                <a:cs typeface="Times New Roman"/>
              </a:rPr>
              <a:t>how</a:t>
            </a:r>
            <a:r>
              <a:rPr sz="1800" spc="110" dirty="0">
                <a:solidFill>
                  <a:srgbClr val="273138"/>
                </a:solidFill>
                <a:latin typeface="Times New Roman"/>
                <a:cs typeface="Times New Roman"/>
              </a:rPr>
              <a:t> </a:t>
            </a:r>
            <a:r>
              <a:rPr sz="1800" spc="-5" dirty="0">
                <a:solidFill>
                  <a:srgbClr val="273138"/>
                </a:solidFill>
                <a:latin typeface="Times New Roman"/>
                <a:cs typeface="Times New Roman"/>
              </a:rPr>
              <a:t>long</a:t>
            </a:r>
            <a:r>
              <a:rPr sz="1800" spc="110" dirty="0">
                <a:solidFill>
                  <a:srgbClr val="273138"/>
                </a:solidFill>
                <a:latin typeface="Times New Roman"/>
                <a:cs typeface="Times New Roman"/>
              </a:rPr>
              <a:t> </a:t>
            </a:r>
            <a:r>
              <a:rPr sz="1800" spc="-5" dirty="0">
                <a:solidFill>
                  <a:srgbClr val="273138"/>
                </a:solidFill>
                <a:latin typeface="Times New Roman"/>
                <a:cs typeface="Times New Roman"/>
              </a:rPr>
              <a:t>an</a:t>
            </a:r>
            <a:r>
              <a:rPr sz="1800" spc="105" dirty="0">
                <a:solidFill>
                  <a:srgbClr val="273138"/>
                </a:solidFill>
                <a:latin typeface="Times New Roman"/>
                <a:cs typeface="Times New Roman"/>
              </a:rPr>
              <a:t> </a:t>
            </a:r>
            <a:r>
              <a:rPr sz="1800" spc="-5" dirty="0">
                <a:solidFill>
                  <a:srgbClr val="273138"/>
                </a:solidFill>
                <a:latin typeface="Times New Roman"/>
                <a:cs typeface="Times New Roman"/>
              </a:rPr>
              <a:t>integer </a:t>
            </a:r>
            <a:r>
              <a:rPr sz="1800" spc="-434" dirty="0">
                <a:solidFill>
                  <a:srgbClr val="273138"/>
                </a:solidFill>
                <a:latin typeface="Times New Roman"/>
                <a:cs typeface="Times New Roman"/>
              </a:rPr>
              <a:t> </a:t>
            </a:r>
            <a:r>
              <a:rPr sz="1800" dirty="0">
                <a:solidFill>
                  <a:srgbClr val="273138"/>
                </a:solidFill>
                <a:latin typeface="Times New Roman"/>
                <a:cs typeface="Times New Roman"/>
              </a:rPr>
              <a:t>value</a:t>
            </a:r>
            <a:r>
              <a:rPr sz="1800" spc="-5" dirty="0">
                <a:solidFill>
                  <a:srgbClr val="273138"/>
                </a:solidFill>
                <a:latin typeface="Times New Roman"/>
                <a:cs typeface="Times New Roman"/>
              </a:rPr>
              <a:t> can </a:t>
            </a:r>
            <a:r>
              <a:rPr sz="1800" dirty="0">
                <a:solidFill>
                  <a:srgbClr val="273138"/>
                </a:solidFill>
                <a:latin typeface="Times New Roman"/>
                <a:cs typeface="Times New Roman"/>
              </a:rPr>
              <a:t>be.</a:t>
            </a:r>
            <a:endParaRPr sz="1800">
              <a:latin typeface="Times New Roman"/>
              <a:cs typeface="Times New Roman"/>
            </a:endParaRPr>
          </a:p>
          <a:p>
            <a:pPr marL="119380" indent="-107314">
              <a:lnSpc>
                <a:spcPts val="2855"/>
              </a:lnSpc>
              <a:buSzPct val="127777"/>
              <a:buFont typeface="Arial"/>
              <a:buChar char="•"/>
              <a:tabLst>
                <a:tab pos="120650" algn="l"/>
              </a:tabLst>
            </a:pPr>
            <a:r>
              <a:rPr sz="1800" b="1" spc="-5" dirty="0">
                <a:solidFill>
                  <a:srgbClr val="273138"/>
                </a:solidFill>
                <a:latin typeface="Times New Roman"/>
                <a:cs typeface="Times New Roman"/>
              </a:rPr>
              <a:t>Float</a:t>
            </a:r>
            <a:r>
              <a:rPr sz="1800" b="1" spc="5" dirty="0">
                <a:solidFill>
                  <a:srgbClr val="273138"/>
                </a:solidFill>
                <a:latin typeface="Times New Roman"/>
                <a:cs typeface="Times New Roman"/>
              </a:rPr>
              <a:t> </a:t>
            </a:r>
            <a:r>
              <a:rPr sz="1800" dirty="0">
                <a:solidFill>
                  <a:srgbClr val="273138"/>
                </a:solidFill>
                <a:latin typeface="Times New Roman"/>
                <a:cs typeface="Times New Roman"/>
              </a:rPr>
              <a:t>–</a:t>
            </a:r>
            <a:r>
              <a:rPr sz="1800" spc="225" dirty="0">
                <a:solidFill>
                  <a:srgbClr val="273138"/>
                </a:solidFill>
                <a:latin typeface="Times New Roman"/>
                <a:cs typeface="Times New Roman"/>
              </a:rPr>
              <a:t> </a:t>
            </a:r>
            <a:r>
              <a:rPr sz="1800" spc="-5" dirty="0">
                <a:solidFill>
                  <a:srgbClr val="273138"/>
                </a:solidFill>
                <a:latin typeface="Times New Roman"/>
                <a:cs typeface="Times New Roman"/>
              </a:rPr>
              <a:t>This</a:t>
            </a:r>
            <a:r>
              <a:rPr sz="1800" spc="254" dirty="0">
                <a:solidFill>
                  <a:srgbClr val="273138"/>
                </a:solidFill>
                <a:latin typeface="Times New Roman"/>
                <a:cs typeface="Times New Roman"/>
              </a:rPr>
              <a:t> </a:t>
            </a:r>
            <a:r>
              <a:rPr sz="1800" dirty="0">
                <a:solidFill>
                  <a:srgbClr val="273138"/>
                </a:solidFill>
                <a:latin typeface="Times New Roman"/>
                <a:cs typeface="Times New Roman"/>
              </a:rPr>
              <a:t>value</a:t>
            </a:r>
            <a:r>
              <a:rPr sz="1800" spc="254" dirty="0">
                <a:solidFill>
                  <a:srgbClr val="273138"/>
                </a:solidFill>
                <a:latin typeface="Times New Roman"/>
                <a:cs typeface="Times New Roman"/>
              </a:rPr>
              <a:t> </a:t>
            </a:r>
            <a:r>
              <a:rPr sz="1800" spc="-5" dirty="0">
                <a:solidFill>
                  <a:srgbClr val="273138"/>
                </a:solidFill>
                <a:latin typeface="Times New Roman"/>
                <a:cs typeface="Times New Roman"/>
              </a:rPr>
              <a:t>is</a:t>
            </a:r>
            <a:r>
              <a:rPr sz="1800" spc="254" dirty="0">
                <a:solidFill>
                  <a:srgbClr val="273138"/>
                </a:solidFill>
                <a:latin typeface="Times New Roman"/>
                <a:cs typeface="Times New Roman"/>
              </a:rPr>
              <a:t> </a:t>
            </a:r>
            <a:r>
              <a:rPr sz="1800" dirty="0">
                <a:solidFill>
                  <a:srgbClr val="273138"/>
                </a:solidFill>
                <a:latin typeface="Times New Roman"/>
                <a:cs typeface="Times New Roman"/>
              </a:rPr>
              <a:t>represented</a:t>
            </a:r>
            <a:r>
              <a:rPr sz="1800" spc="260" dirty="0">
                <a:solidFill>
                  <a:srgbClr val="273138"/>
                </a:solidFill>
                <a:latin typeface="Times New Roman"/>
                <a:cs typeface="Times New Roman"/>
              </a:rPr>
              <a:t> </a:t>
            </a:r>
            <a:r>
              <a:rPr sz="1800" dirty="0">
                <a:solidFill>
                  <a:srgbClr val="273138"/>
                </a:solidFill>
                <a:latin typeface="Times New Roman"/>
                <a:cs typeface="Times New Roman"/>
              </a:rPr>
              <a:t>by</a:t>
            </a:r>
            <a:r>
              <a:rPr sz="1800" spc="254" dirty="0">
                <a:solidFill>
                  <a:srgbClr val="273138"/>
                </a:solidFill>
                <a:latin typeface="Times New Roman"/>
                <a:cs typeface="Times New Roman"/>
              </a:rPr>
              <a:t> </a:t>
            </a:r>
            <a:r>
              <a:rPr sz="1800" dirty="0">
                <a:solidFill>
                  <a:srgbClr val="273138"/>
                </a:solidFill>
                <a:latin typeface="Times New Roman"/>
                <a:cs typeface="Times New Roman"/>
              </a:rPr>
              <a:t>float</a:t>
            </a:r>
            <a:r>
              <a:rPr sz="1800" spc="254" dirty="0">
                <a:solidFill>
                  <a:srgbClr val="273138"/>
                </a:solidFill>
                <a:latin typeface="Times New Roman"/>
                <a:cs typeface="Times New Roman"/>
              </a:rPr>
              <a:t> </a:t>
            </a:r>
            <a:r>
              <a:rPr sz="1800" spc="-5" dirty="0">
                <a:solidFill>
                  <a:srgbClr val="273138"/>
                </a:solidFill>
                <a:latin typeface="Times New Roman"/>
                <a:cs typeface="Times New Roman"/>
              </a:rPr>
              <a:t>class.</a:t>
            </a:r>
            <a:r>
              <a:rPr sz="1800" spc="254" dirty="0">
                <a:solidFill>
                  <a:srgbClr val="273138"/>
                </a:solidFill>
                <a:latin typeface="Times New Roman"/>
                <a:cs typeface="Times New Roman"/>
              </a:rPr>
              <a:t> </a:t>
            </a:r>
            <a:r>
              <a:rPr sz="1800" dirty="0">
                <a:solidFill>
                  <a:srgbClr val="273138"/>
                </a:solidFill>
                <a:latin typeface="Times New Roman"/>
                <a:cs typeface="Times New Roman"/>
              </a:rPr>
              <a:t>It</a:t>
            </a:r>
            <a:r>
              <a:rPr sz="1800" spc="254" dirty="0">
                <a:solidFill>
                  <a:srgbClr val="273138"/>
                </a:solidFill>
                <a:latin typeface="Times New Roman"/>
                <a:cs typeface="Times New Roman"/>
              </a:rPr>
              <a:t> </a:t>
            </a:r>
            <a:r>
              <a:rPr sz="1800" spc="-5" dirty="0">
                <a:solidFill>
                  <a:srgbClr val="273138"/>
                </a:solidFill>
                <a:latin typeface="Times New Roman"/>
                <a:cs typeface="Times New Roman"/>
              </a:rPr>
              <a:t>is</a:t>
            </a:r>
            <a:r>
              <a:rPr sz="1800" spc="254" dirty="0">
                <a:solidFill>
                  <a:srgbClr val="273138"/>
                </a:solidFill>
                <a:latin typeface="Times New Roman"/>
                <a:cs typeface="Times New Roman"/>
              </a:rPr>
              <a:t> </a:t>
            </a:r>
            <a:r>
              <a:rPr sz="1800" dirty="0">
                <a:solidFill>
                  <a:srgbClr val="273138"/>
                </a:solidFill>
                <a:latin typeface="Times New Roman"/>
                <a:cs typeface="Times New Roman"/>
              </a:rPr>
              <a:t>a</a:t>
            </a:r>
            <a:r>
              <a:rPr sz="1800" spc="254" dirty="0">
                <a:solidFill>
                  <a:srgbClr val="273138"/>
                </a:solidFill>
                <a:latin typeface="Times New Roman"/>
                <a:cs typeface="Times New Roman"/>
              </a:rPr>
              <a:t> </a:t>
            </a:r>
            <a:r>
              <a:rPr sz="1800" dirty="0">
                <a:solidFill>
                  <a:srgbClr val="273138"/>
                </a:solidFill>
                <a:latin typeface="Times New Roman"/>
                <a:cs typeface="Times New Roman"/>
              </a:rPr>
              <a:t>real</a:t>
            </a:r>
            <a:r>
              <a:rPr sz="1800" spc="260" dirty="0">
                <a:solidFill>
                  <a:srgbClr val="273138"/>
                </a:solidFill>
                <a:latin typeface="Times New Roman"/>
                <a:cs typeface="Times New Roman"/>
              </a:rPr>
              <a:t> </a:t>
            </a:r>
            <a:r>
              <a:rPr sz="1800" dirty="0">
                <a:solidFill>
                  <a:srgbClr val="273138"/>
                </a:solidFill>
                <a:latin typeface="Times New Roman"/>
                <a:cs typeface="Times New Roman"/>
              </a:rPr>
              <a:t>number</a:t>
            </a:r>
            <a:r>
              <a:rPr sz="1800" spc="254" dirty="0">
                <a:solidFill>
                  <a:srgbClr val="273138"/>
                </a:solidFill>
                <a:latin typeface="Times New Roman"/>
                <a:cs typeface="Times New Roman"/>
              </a:rPr>
              <a:t> </a:t>
            </a:r>
            <a:r>
              <a:rPr sz="1800" spc="-5" dirty="0">
                <a:solidFill>
                  <a:srgbClr val="273138"/>
                </a:solidFill>
                <a:latin typeface="Times New Roman"/>
                <a:cs typeface="Times New Roman"/>
              </a:rPr>
              <a:t>with</a:t>
            </a:r>
            <a:r>
              <a:rPr sz="1800" spc="254" dirty="0">
                <a:solidFill>
                  <a:srgbClr val="273138"/>
                </a:solidFill>
                <a:latin typeface="Times New Roman"/>
                <a:cs typeface="Times New Roman"/>
              </a:rPr>
              <a:t> </a:t>
            </a:r>
            <a:r>
              <a:rPr sz="1800" dirty="0">
                <a:solidFill>
                  <a:srgbClr val="273138"/>
                </a:solidFill>
                <a:latin typeface="Times New Roman"/>
                <a:cs typeface="Times New Roman"/>
              </a:rPr>
              <a:t>floating</a:t>
            </a:r>
            <a:r>
              <a:rPr sz="1800" spc="254" dirty="0">
                <a:solidFill>
                  <a:srgbClr val="273138"/>
                </a:solidFill>
                <a:latin typeface="Times New Roman"/>
                <a:cs typeface="Times New Roman"/>
              </a:rPr>
              <a:t> </a:t>
            </a:r>
            <a:r>
              <a:rPr sz="1800" dirty="0">
                <a:solidFill>
                  <a:srgbClr val="273138"/>
                </a:solidFill>
                <a:latin typeface="Times New Roman"/>
                <a:cs typeface="Times New Roman"/>
              </a:rPr>
              <a:t>point</a:t>
            </a:r>
            <a:endParaRPr sz="1800">
              <a:latin typeface="Times New Roman"/>
              <a:cs typeface="Times New Roman"/>
            </a:endParaRPr>
          </a:p>
          <a:p>
            <a:pPr marL="119380" marR="17780">
              <a:lnSpc>
                <a:spcPct val="100000"/>
              </a:lnSpc>
              <a:spcBef>
                <a:spcPts val="25"/>
              </a:spcBef>
            </a:pPr>
            <a:r>
              <a:rPr sz="1800" dirty="0">
                <a:solidFill>
                  <a:srgbClr val="273138"/>
                </a:solidFill>
                <a:latin typeface="Times New Roman"/>
                <a:cs typeface="Times New Roman"/>
              </a:rPr>
              <a:t>representation.</a:t>
            </a:r>
            <a:r>
              <a:rPr sz="1800" spc="40" dirty="0">
                <a:solidFill>
                  <a:srgbClr val="273138"/>
                </a:solidFill>
                <a:latin typeface="Times New Roman"/>
                <a:cs typeface="Times New Roman"/>
              </a:rPr>
              <a:t> </a:t>
            </a:r>
            <a:r>
              <a:rPr sz="1800" dirty="0">
                <a:solidFill>
                  <a:srgbClr val="273138"/>
                </a:solidFill>
                <a:latin typeface="Times New Roman"/>
                <a:cs typeface="Times New Roman"/>
              </a:rPr>
              <a:t>It</a:t>
            </a:r>
            <a:r>
              <a:rPr sz="1800" spc="45" dirty="0">
                <a:solidFill>
                  <a:srgbClr val="273138"/>
                </a:solidFill>
                <a:latin typeface="Times New Roman"/>
                <a:cs typeface="Times New Roman"/>
              </a:rPr>
              <a:t> </a:t>
            </a:r>
            <a:r>
              <a:rPr sz="1800" spc="-5" dirty="0">
                <a:solidFill>
                  <a:srgbClr val="273138"/>
                </a:solidFill>
                <a:latin typeface="Times New Roman"/>
                <a:cs typeface="Times New Roman"/>
              </a:rPr>
              <a:t>is</a:t>
            </a:r>
            <a:r>
              <a:rPr sz="1800" spc="40" dirty="0">
                <a:solidFill>
                  <a:srgbClr val="273138"/>
                </a:solidFill>
                <a:latin typeface="Times New Roman"/>
                <a:cs typeface="Times New Roman"/>
              </a:rPr>
              <a:t> </a:t>
            </a:r>
            <a:r>
              <a:rPr sz="1800" spc="-5" dirty="0">
                <a:solidFill>
                  <a:srgbClr val="273138"/>
                </a:solidFill>
                <a:latin typeface="Times New Roman"/>
                <a:cs typeface="Times New Roman"/>
              </a:rPr>
              <a:t>specified</a:t>
            </a:r>
            <a:r>
              <a:rPr sz="1800" spc="40" dirty="0">
                <a:solidFill>
                  <a:srgbClr val="273138"/>
                </a:solidFill>
                <a:latin typeface="Times New Roman"/>
                <a:cs typeface="Times New Roman"/>
              </a:rPr>
              <a:t> </a:t>
            </a:r>
            <a:r>
              <a:rPr sz="1800" dirty="0">
                <a:solidFill>
                  <a:srgbClr val="273138"/>
                </a:solidFill>
                <a:latin typeface="Times New Roman"/>
                <a:cs typeface="Times New Roman"/>
              </a:rPr>
              <a:t>by</a:t>
            </a:r>
            <a:r>
              <a:rPr sz="1800" spc="45" dirty="0">
                <a:solidFill>
                  <a:srgbClr val="273138"/>
                </a:solidFill>
                <a:latin typeface="Times New Roman"/>
                <a:cs typeface="Times New Roman"/>
              </a:rPr>
              <a:t> </a:t>
            </a:r>
            <a:r>
              <a:rPr sz="1800" dirty="0">
                <a:solidFill>
                  <a:srgbClr val="273138"/>
                </a:solidFill>
                <a:latin typeface="Times New Roman"/>
                <a:cs typeface="Times New Roman"/>
              </a:rPr>
              <a:t>a</a:t>
            </a:r>
            <a:r>
              <a:rPr sz="1800" spc="40" dirty="0">
                <a:solidFill>
                  <a:srgbClr val="273138"/>
                </a:solidFill>
                <a:latin typeface="Times New Roman"/>
                <a:cs typeface="Times New Roman"/>
              </a:rPr>
              <a:t> </a:t>
            </a:r>
            <a:r>
              <a:rPr sz="1800" dirty="0">
                <a:solidFill>
                  <a:srgbClr val="273138"/>
                </a:solidFill>
                <a:latin typeface="Times New Roman"/>
                <a:cs typeface="Times New Roman"/>
              </a:rPr>
              <a:t>decimal</a:t>
            </a:r>
            <a:r>
              <a:rPr sz="1800" spc="45" dirty="0">
                <a:solidFill>
                  <a:srgbClr val="273138"/>
                </a:solidFill>
                <a:latin typeface="Times New Roman"/>
                <a:cs typeface="Times New Roman"/>
              </a:rPr>
              <a:t> </a:t>
            </a:r>
            <a:r>
              <a:rPr sz="1800" dirty="0">
                <a:solidFill>
                  <a:srgbClr val="273138"/>
                </a:solidFill>
                <a:latin typeface="Times New Roman"/>
                <a:cs typeface="Times New Roman"/>
              </a:rPr>
              <a:t>point.</a:t>
            </a:r>
            <a:r>
              <a:rPr sz="1800" spc="45" dirty="0">
                <a:solidFill>
                  <a:srgbClr val="273138"/>
                </a:solidFill>
                <a:latin typeface="Times New Roman"/>
                <a:cs typeface="Times New Roman"/>
              </a:rPr>
              <a:t> </a:t>
            </a:r>
            <a:r>
              <a:rPr sz="1800" spc="-15" dirty="0">
                <a:solidFill>
                  <a:srgbClr val="273138"/>
                </a:solidFill>
                <a:latin typeface="Times New Roman"/>
                <a:cs typeface="Times New Roman"/>
              </a:rPr>
              <a:t>Optionally,</a:t>
            </a:r>
            <a:r>
              <a:rPr sz="1800" spc="40" dirty="0">
                <a:solidFill>
                  <a:srgbClr val="273138"/>
                </a:solidFill>
                <a:latin typeface="Times New Roman"/>
                <a:cs typeface="Times New Roman"/>
              </a:rPr>
              <a:t> </a:t>
            </a:r>
            <a:r>
              <a:rPr sz="1800" spc="-5" dirty="0">
                <a:solidFill>
                  <a:srgbClr val="273138"/>
                </a:solidFill>
                <a:latin typeface="Times New Roman"/>
                <a:cs typeface="Times New Roman"/>
              </a:rPr>
              <a:t>the</a:t>
            </a:r>
            <a:r>
              <a:rPr sz="1800" spc="40" dirty="0">
                <a:solidFill>
                  <a:srgbClr val="273138"/>
                </a:solidFill>
                <a:latin typeface="Times New Roman"/>
                <a:cs typeface="Times New Roman"/>
              </a:rPr>
              <a:t> </a:t>
            </a:r>
            <a:r>
              <a:rPr sz="1800" spc="-5" dirty="0">
                <a:solidFill>
                  <a:srgbClr val="273138"/>
                </a:solidFill>
                <a:latin typeface="Times New Roman"/>
                <a:cs typeface="Times New Roman"/>
              </a:rPr>
              <a:t>character</a:t>
            </a:r>
            <a:r>
              <a:rPr sz="1800" spc="40" dirty="0">
                <a:solidFill>
                  <a:srgbClr val="273138"/>
                </a:solidFill>
                <a:latin typeface="Times New Roman"/>
                <a:cs typeface="Times New Roman"/>
              </a:rPr>
              <a:t> </a:t>
            </a:r>
            <a:r>
              <a:rPr sz="1800" dirty="0">
                <a:solidFill>
                  <a:srgbClr val="273138"/>
                </a:solidFill>
                <a:latin typeface="Times New Roman"/>
                <a:cs typeface="Times New Roman"/>
              </a:rPr>
              <a:t>e</a:t>
            </a:r>
            <a:r>
              <a:rPr sz="1800" spc="40" dirty="0">
                <a:solidFill>
                  <a:srgbClr val="273138"/>
                </a:solidFill>
                <a:latin typeface="Times New Roman"/>
                <a:cs typeface="Times New Roman"/>
              </a:rPr>
              <a:t> </a:t>
            </a:r>
            <a:r>
              <a:rPr sz="1800" dirty="0">
                <a:solidFill>
                  <a:srgbClr val="273138"/>
                </a:solidFill>
                <a:latin typeface="Times New Roman"/>
                <a:cs typeface="Times New Roman"/>
              </a:rPr>
              <a:t>or</a:t>
            </a:r>
            <a:r>
              <a:rPr sz="1800" spc="45" dirty="0">
                <a:solidFill>
                  <a:srgbClr val="273138"/>
                </a:solidFill>
                <a:latin typeface="Times New Roman"/>
                <a:cs typeface="Times New Roman"/>
              </a:rPr>
              <a:t> </a:t>
            </a:r>
            <a:r>
              <a:rPr sz="1800" dirty="0">
                <a:solidFill>
                  <a:srgbClr val="273138"/>
                </a:solidFill>
                <a:latin typeface="Times New Roman"/>
                <a:cs typeface="Times New Roman"/>
              </a:rPr>
              <a:t>E</a:t>
            </a:r>
            <a:r>
              <a:rPr sz="1800" spc="40" dirty="0">
                <a:solidFill>
                  <a:srgbClr val="273138"/>
                </a:solidFill>
                <a:latin typeface="Times New Roman"/>
                <a:cs typeface="Times New Roman"/>
              </a:rPr>
              <a:t> </a:t>
            </a:r>
            <a:r>
              <a:rPr sz="1800" dirty="0">
                <a:solidFill>
                  <a:srgbClr val="273138"/>
                </a:solidFill>
                <a:latin typeface="Times New Roman"/>
                <a:cs typeface="Times New Roman"/>
              </a:rPr>
              <a:t>followed </a:t>
            </a:r>
            <a:r>
              <a:rPr sz="1800" spc="-434" dirty="0">
                <a:solidFill>
                  <a:srgbClr val="273138"/>
                </a:solidFill>
                <a:latin typeface="Times New Roman"/>
                <a:cs typeface="Times New Roman"/>
              </a:rPr>
              <a:t> </a:t>
            </a:r>
            <a:r>
              <a:rPr sz="1800" dirty="0">
                <a:solidFill>
                  <a:srgbClr val="273138"/>
                </a:solidFill>
                <a:latin typeface="Times New Roman"/>
                <a:cs typeface="Times New Roman"/>
              </a:rPr>
              <a:t>by</a:t>
            </a:r>
            <a:r>
              <a:rPr sz="1800" spc="-5" dirty="0">
                <a:solidFill>
                  <a:srgbClr val="273138"/>
                </a:solidFill>
                <a:latin typeface="Times New Roman"/>
                <a:cs typeface="Times New Roman"/>
              </a:rPr>
              <a:t> </a:t>
            </a:r>
            <a:r>
              <a:rPr sz="1800" dirty="0">
                <a:solidFill>
                  <a:srgbClr val="273138"/>
                </a:solidFill>
                <a:latin typeface="Times New Roman"/>
                <a:cs typeface="Times New Roman"/>
              </a:rPr>
              <a:t>a</a:t>
            </a:r>
            <a:r>
              <a:rPr sz="1800" spc="-5" dirty="0">
                <a:solidFill>
                  <a:srgbClr val="273138"/>
                </a:solidFill>
                <a:latin typeface="Times New Roman"/>
                <a:cs typeface="Times New Roman"/>
              </a:rPr>
              <a:t> </a:t>
            </a:r>
            <a:r>
              <a:rPr sz="1800" dirty="0">
                <a:solidFill>
                  <a:srgbClr val="273138"/>
                </a:solidFill>
                <a:latin typeface="Times New Roman"/>
                <a:cs typeface="Times New Roman"/>
              </a:rPr>
              <a:t>positive</a:t>
            </a:r>
            <a:r>
              <a:rPr sz="1800" spc="-5" dirty="0">
                <a:solidFill>
                  <a:srgbClr val="273138"/>
                </a:solidFill>
                <a:latin typeface="Times New Roman"/>
                <a:cs typeface="Times New Roman"/>
              </a:rPr>
              <a:t> </a:t>
            </a:r>
            <a:r>
              <a:rPr sz="1800" dirty="0">
                <a:solidFill>
                  <a:srgbClr val="273138"/>
                </a:solidFill>
                <a:latin typeface="Times New Roman"/>
                <a:cs typeface="Times New Roman"/>
              </a:rPr>
              <a:t>or negative</a:t>
            </a:r>
            <a:r>
              <a:rPr sz="1800" spc="-5" dirty="0">
                <a:solidFill>
                  <a:srgbClr val="273138"/>
                </a:solidFill>
                <a:latin typeface="Times New Roman"/>
                <a:cs typeface="Times New Roman"/>
              </a:rPr>
              <a:t> integer may</a:t>
            </a:r>
            <a:r>
              <a:rPr sz="1800" spc="-10" dirty="0">
                <a:solidFill>
                  <a:srgbClr val="273138"/>
                </a:solidFill>
                <a:latin typeface="Times New Roman"/>
                <a:cs typeface="Times New Roman"/>
              </a:rPr>
              <a:t> </a:t>
            </a:r>
            <a:r>
              <a:rPr sz="1800" dirty="0">
                <a:solidFill>
                  <a:srgbClr val="273138"/>
                </a:solidFill>
                <a:latin typeface="Times New Roman"/>
                <a:cs typeface="Times New Roman"/>
              </a:rPr>
              <a:t>be </a:t>
            </a:r>
            <a:r>
              <a:rPr sz="1800" spc="-5" dirty="0">
                <a:solidFill>
                  <a:srgbClr val="273138"/>
                </a:solidFill>
                <a:latin typeface="Times New Roman"/>
                <a:cs typeface="Times New Roman"/>
              </a:rPr>
              <a:t>appended</a:t>
            </a:r>
            <a:r>
              <a:rPr sz="1800" spc="-10" dirty="0">
                <a:solidFill>
                  <a:srgbClr val="273138"/>
                </a:solidFill>
                <a:latin typeface="Times New Roman"/>
                <a:cs typeface="Times New Roman"/>
              </a:rPr>
              <a:t> </a:t>
            </a:r>
            <a:r>
              <a:rPr sz="1800" spc="-5" dirty="0">
                <a:solidFill>
                  <a:srgbClr val="273138"/>
                </a:solidFill>
                <a:latin typeface="Times New Roman"/>
                <a:cs typeface="Times New Roman"/>
              </a:rPr>
              <a:t>to specify</a:t>
            </a:r>
            <a:r>
              <a:rPr sz="1800" spc="-10" dirty="0">
                <a:solidFill>
                  <a:srgbClr val="273138"/>
                </a:solidFill>
                <a:latin typeface="Times New Roman"/>
                <a:cs typeface="Times New Roman"/>
              </a:rPr>
              <a:t> </a:t>
            </a:r>
            <a:r>
              <a:rPr sz="1800" spc="-5" dirty="0">
                <a:solidFill>
                  <a:srgbClr val="273138"/>
                </a:solidFill>
                <a:latin typeface="Times New Roman"/>
                <a:cs typeface="Times New Roman"/>
              </a:rPr>
              <a:t>scientific </a:t>
            </a:r>
            <a:r>
              <a:rPr sz="1800" dirty="0">
                <a:solidFill>
                  <a:srgbClr val="273138"/>
                </a:solidFill>
                <a:latin typeface="Times New Roman"/>
                <a:cs typeface="Times New Roman"/>
              </a:rPr>
              <a:t>notation.</a:t>
            </a:r>
            <a:endParaRPr sz="1800">
              <a:latin typeface="Times New Roman"/>
              <a:cs typeface="Times New Roman"/>
            </a:endParaRPr>
          </a:p>
          <a:p>
            <a:pPr marL="119380" marR="21590" indent="-107314">
              <a:lnSpc>
                <a:spcPts val="2300"/>
              </a:lnSpc>
              <a:spcBef>
                <a:spcPts val="540"/>
              </a:spcBef>
              <a:buSzPct val="127777"/>
              <a:buFont typeface="Arial"/>
              <a:buChar char="•"/>
              <a:tabLst>
                <a:tab pos="120650" algn="l"/>
              </a:tabLst>
            </a:pPr>
            <a:r>
              <a:rPr sz="1800" b="1" spc="-5" dirty="0">
                <a:solidFill>
                  <a:srgbClr val="273138"/>
                </a:solidFill>
                <a:latin typeface="Times New Roman"/>
                <a:cs typeface="Times New Roman"/>
              </a:rPr>
              <a:t>Complex</a:t>
            </a:r>
            <a:r>
              <a:rPr sz="1800" b="1" spc="250" dirty="0">
                <a:solidFill>
                  <a:srgbClr val="273138"/>
                </a:solidFill>
                <a:latin typeface="Times New Roman"/>
                <a:cs typeface="Times New Roman"/>
              </a:rPr>
              <a:t> </a:t>
            </a:r>
            <a:r>
              <a:rPr sz="1800" b="1" spc="-5" dirty="0">
                <a:solidFill>
                  <a:srgbClr val="273138"/>
                </a:solidFill>
                <a:latin typeface="Times New Roman"/>
                <a:cs typeface="Times New Roman"/>
              </a:rPr>
              <a:t>Numbers</a:t>
            </a:r>
            <a:r>
              <a:rPr sz="1800" b="1" spc="5" dirty="0">
                <a:solidFill>
                  <a:srgbClr val="273138"/>
                </a:solidFill>
                <a:latin typeface="Times New Roman"/>
                <a:cs typeface="Times New Roman"/>
              </a:rPr>
              <a:t> </a:t>
            </a:r>
            <a:r>
              <a:rPr sz="1800" dirty="0">
                <a:solidFill>
                  <a:srgbClr val="273138"/>
                </a:solidFill>
                <a:latin typeface="Times New Roman"/>
                <a:cs typeface="Times New Roman"/>
              </a:rPr>
              <a:t>–</a:t>
            </a:r>
            <a:r>
              <a:rPr sz="1800" spc="254" dirty="0">
                <a:solidFill>
                  <a:srgbClr val="273138"/>
                </a:solidFill>
                <a:latin typeface="Times New Roman"/>
                <a:cs typeface="Times New Roman"/>
              </a:rPr>
              <a:t> </a:t>
            </a:r>
            <a:r>
              <a:rPr sz="1800" spc="-5" dirty="0">
                <a:solidFill>
                  <a:srgbClr val="273138"/>
                </a:solidFill>
                <a:latin typeface="Times New Roman"/>
                <a:cs typeface="Times New Roman"/>
              </a:rPr>
              <a:t>Complex</a:t>
            </a:r>
            <a:r>
              <a:rPr sz="1800" spc="250" dirty="0">
                <a:solidFill>
                  <a:srgbClr val="273138"/>
                </a:solidFill>
                <a:latin typeface="Times New Roman"/>
                <a:cs typeface="Times New Roman"/>
              </a:rPr>
              <a:t> </a:t>
            </a:r>
            <a:r>
              <a:rPr sz="1800" dirty="0">
                <a:solidFill>
                  <a:srgbClr val="273138"/>
                </a:solidFill>
                <a:latin typeface="Times New Roman"/>
                <a:cs typeface="Times New Roman"/>
              </a:rPr>
              <a:t>number</a:t>
            </a:r>
            <a:r>
              <a:rPr sz="1800" spc="250" dirty="0">
                <a:solidFill>
                  <a:srgbClr val="273138"/>
                </a:solidFill>
                <a:latin typeface="Times New Roman"/>
                <a:cs typeface="Times New Roman"/>
              </a:rPr>
              <a:t> </a:t>
            </a:r>
            <a:r>
              <a:rPr sz="1800" spc="-5" dirty="0">
                <a:solidFill>
                  <a:srgbClr val="273138"/>
                </a:solidFill>
                <a:latin typeface="Times New Roman"/>
                <a:cs typeface="Times New Roman"/>
              </a:rPr>
              <a:t>is</a:t>
            </a:r>
            <a:r>
              <a:rPr sz="1800" spc="250" dirty="0">
                <a:solidFill>
                  <a:srgbClr val="273138"/>
                </a:solidFill>
                <a:latin typeface="Times New Roman"/>
                <a:cs typeface="Times New Roman"/>
              </a:rPr>
              <a:t> </a:t>
            </a:r>
            <a:r>
              <a:rPr sz="1800" dirty="0">
                <a:solidFill>
                  <a:srgbClr val="273138"/>
                </a:solidFill>
                <a:latin typeface="Times New Roman"/>
                <a:cs typeface="Times New Roman"/>
              </a:rPr>
              <a:t>represented</a:t>
            </a:r>
            <a:r>
              <a:rPr sz="1800" spc="254" dirty="0">
                <a:solidFill>
                  <a:srgbClr val="273138"/>
                </a:solidFill>
                <a:latin typeface="Times New Roman"/>
                <a:cs typeface="Times New Roman"/>
              </a:rPr>
              <a:t> </a:t>
            </a:r>
            <a:r>
              <a:rPr sz="1800" dirty="0">
                <a:solidFill>
                  <a:srgbClr val="273138"/>
                </a:solidFill>
                <a:latin typeface="Times New Roman"/>
                <a:cs typeface="Times New Roman"/>
              </a:rPr>
              <a:t>by</a:t>
            </a:r>
            <a:r>
              <a:rPr sz="1800" spc="254" dirty="0">
                <a:solidFill>
                  <a:srgbClr val="273138"/>
                </a:solidFill>
                <a:latin typeface="Times New Roman"/>
                <a:cs typeface="Times New Roman"/>
              </a:rPr>
              <a:t> </a:t>
            </a:r>
            <a:r>
              <a:rPr sz="1800" spc="-5" dirty="0">
                <a:solidFill>
                  <a:srgbClr val="273138"/>
                </a:solidFill>
                <a:latin typeface="Times New Roman"/>
                <a:cs typeface="Times New Roman"/>
              </a:rPr>
              <a:t>complex</a:t>
            </a:r>
            <a:r>
              <a:rPr sz="1800" spc="250" dirty="0">
                <a:solidFill>
                  <a:srgbClr val="273138"/>
                </a:solidFill>
                <a:latin typeface="Times New Roman"/>
                <a:cs typeface="Times New Roman"/>
              </a:rPr>
              <a:t> </a:t>
            </a:r>
            <a:r>
              <a:rPr sz="1800" spc="-5" dirty="0">
                <a:solidFill>
                  <a:srgbClr val="273138"/>
                </a:solidFill>
                <a:latin typeface="Times New Roman"/>
                <a:cs typeface="Times New Roman"/>
              </a:rPr>
              <a:t>class.</a:t>
            </a:r>
            <a:r>
              <a:rPr sz="1800" spc="250" dirty="0">
                <a:solidFill>
                  <a:srgbClr val="273138"/>
                </a:solidFill>
                <a:latin typeface="Times New Roman"/>
                <a:cs typeface="Times New Roman"/>
              </a:rPr>
              <a:t> </a:t>
            </a:r>
            <a:r>
              <a:rPr sz="1800" dirty="0">
                <a:solidFill>
                  <a:srgbClr val="273138"/>
                </a:solidFill>
                <a:latin typeface="Times New Roman"/>
                <a:cs typeface="Times New Roman"/>
              </a:rPr>
              <a:t>It</a:t>
            </a:r>
            <a:r>
              <a:rPr sz="1800" spc="254" dirty="0">
                <a:solidFill>
                  <a:srgbClr val="273138"/>
                </a:solidFill>
                <a:latin typeface="Times New Roman"/>
                <a:cs typeface="Times New Roman"/>
              </a:rPr>
              <a:t> </a:t>
            </a:r>
            <a:r>
              <a:rPr sz="1800" spc="-5" dirty="0">
                <a:solidFill>
                  <a:srgbClr val="273138"/>
                </a:solidFill>
                <a:latin typeface="Times New Roman"/>
                <a:cs typeface="Times New Roman"/>
              </a:rPr>
              <a:t>is</a:t>
            </a:r>
            <a:r>
              <a:rPr sz="1800" spc="250" dirty="0">
                <a:solidFill>
                  <a:srgbClr val="273138"/>
                </a:solidFill>
                <a:latin typeface="Times New Roman"/>
                <a:cs typeface="Times New Roman"/>
              </a:rPr>
              <a:t> </a:t>
            </a:r>
            <a:r>
              <a:rPr sz="1800" spc="-5" dirty="0">
                <a:solidFill>
                  <a:srgbClr val="273138"/>
                </a:solidFill>
                <a:latin typeface="Times New Roman"/>
                <a:cs typeface="Times New Roman"/>
              </a:rPr>
              <a:t>specified </a:t>
            </a:r>
            <a:r>
              <a:rPr sz="1800" spc="-434" dirty="0">
                <a:solidFill>
                  <a:srgbClr val="273138"/>
                </a:solidFill>
                <a:latin typeface="Times New Roman"/>
                <a:cs typeface="Times New Roman"/>
              </a:rPr>
              <a:t> </a:t>
            </a:r>
            <a:r>
              <a:rPr sz="1800" spc="-5" dirty="0">
                <a:solidFill>
                  <a:srgbClr val="273138"/>
                </a:solidFill>
                <a:latin typeface="Times New Roman"/>
                <a:cs typeface="Times New Roman"/>
              </a:rPr>
              <a:t>as </a:t>
            </a:r>
            <a:r>
              <a:rPr sz="1800" i="1" spc="-20" dirty="0">
                <a:solidFill>
                  <a:srgbClr val="273138"/>
                </a:solidFill>
                <a:latin typeface="Times New Roman"/>
                <a:cs typeface="Times New Roman"/>
              </a:rPr>
              <a:t>(real</a:t>
            </a:r>
            <a:r>
              <a:rPr sz="1800" i="1" spc="-5" dirty="0">
                <a:solidFill>
                  <a:srgbClr val="273138"/>
                </a:solidFill>
                <a:latin typeface="Times New Roman"/>
                <a:cs typeface="Times New Roman"/>
              </a:rPr>
              <a:t> </a:t>
            </a:r>
            <a:r>
              <a:rPr sz="1800" i="1" dirty="0">
                <a:solidFill>
                  <a:srgbClr val="273138"/>
                </a:solidFill>
                <a:latin typeface="Times New Roman"/>
                <a:cs typeface="Times New Roman"/>
              </a:rPr>
              <a:t>part) +</a:t>
            </a:r>
            <a:r>
              <a:rPr sz="1800" i="1" spc="-5" dirty="0">
                <a:solidFill>
                  <a:srgbClr val="273138"/>
                </a:solidFill>
                <a:latin typeface="Times New Roman"/>
                <a:cs typeface="Times New Roman"/>
              </a:rPr>
              <a:t> </a:t>
            </a:r>
            <a:r>
              <a:rPr sz="1800" i="1" dirty="0">
                <a:solidFill>
                  <a:srgbClr val="273138"/>
                </a:solidFill>
                <a:latin typeface="Times New Roman"/>
                <a:cs typeface="Times New Roman"/>
              </a:rPr>
              <a:t>(imaginary part)j</a:t>
            </a:r>
            <a:r>
              <a:rPr sz="1800" dirty="0">
                <a:solidFill>
                  <a:srgbClr val="273138"/>
                </a:solidFill>
                <a:latin typeface="Times New Roman"/>
                <a:cs typeface="Times New Roman"/>
              </a:rPr>
              <a:t>. </a:t>
            </a:r>
            <a:r>
              <a:rPr sz="1800" spc="-5" dirty="0">
                <a:solidFill>
                  <a:srgbClr val="273138"/>
                </a:solidFill>
                <a:latin typeface="Times New Roman"/>
                <a:cs typeface="Times New Roman"/>
              </a:rPr>
              <a:t>For</a:t>
            </a:r>
            <a:r>
              <a:rPr sz="1800" spc="-10" dirty="0">
                <a:solidFill>
                  <a:srgbClr val="273138"/>
                </a:solidFill>
                <a:latin typeface="Times New Roman"/>
                <a:cs typeface="Times New Roman"/>
              </a:rPr>
              <a:t> </a:t>
            </a:r>
            <a:r>
              <a:rPr sz="1800" spc="-5" dirty="0">
                <a:solidFill>
                  <a:srgbClr val="273138"/>
                </a:solidFill>
                <a:latin typeface="Times New Roman"/>
                <a:cs typeface="Times New Roman"/>
              </a:rPr>
              <a:t>example </a:t>
            </a:r>
            <a:r>
              <a:rPr sz="1800" dirty="0">
                <a:solidFill>
                  <a:srgbClr val="273138"/>
                </a:solidFill>
                <a:latin typeface="Times New Roman"/>
                <a:cs typeface="Times New Roman"/>
              </a:rPr>
              <a:t>– 2+3j</a:t>
            </a:r>
            <a:endParaRPr sz="1800">
              <a:latin typeface="Times New Roman"/>
              <a:cs typeface="Times New Roman"/>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45264" y="203133"/>
            <a:ext cx="2846705" cy="482600"/>
          </a:xfrm>
          <a:prstGeom prst="rect">
            <a:avLst/>
          </a:prstGeom>
        </p:spPr>
        <p:txBody>
          <a:bodyPr vert="horz" wrap="square" lIns="0" tIns="12700" rIns="0" bIns="0" rtlCol="0">
            <a:spAutoFit/>
          </a:bodyPr>
          <a:lstStyle/>
          <a:p>
            <a:pPr marL="12700">
              <a:lnSpc>
                <a:spcPct val="100000"/>
              </a:lnSpc>
              <a:spcBef>
                <a:spcPts val="100"/>
              </a:spcBef>
            </a:pPr>
            <a:r>
              <a:rPr sz="1500" b="0" dirty="0">
                <a:solidFill>
                  <a:srgbClr val="008200"/>
                </a:solidFill>
                <a:latin typeface="Consolas"/>
                <a:cs typeface="Consolas"/>
              </a:rPr>
              <a:t>#</a:t>
            </a:r>
            <a:r>
              <a:rPr sz="1500" b="0" spc="-30" dirty="0">
                <a:solidFill>
                  <a:srgbClr val="008200"/>
                </a:solidFill>
                <a:latin typeface="Consolas"/>
                <a:cs typeface="Consolas"/>
              </a:rPr>
              <a:t> </a:t>
            </a:r>
            <a:r>
              <a:rPr sz="1500" b="0" spc="-5" dirty="0">
                <a:solidFill>
                  <a:srgbClr val="008200"/>
                </a:solidFill>
                <a:latin typeface="Consolas"/>
                <a:cs typeface="Consolas"/>
              </a:rPr>
              <a:t>Python</a:t>
            </a:r>
            <a:r>
              <a:rPr sz="1500" b="0" spc="-30" dirty="0">
                <a:solidFill>
                  <a:srgbClr val="008200"/>
                </a:solidFill>
                <a:latin typeface="Consolas"/>
                <a:cs typeface="Consolas"/>
              </a:rPr>
              <a:t> </a:t>
            </a:r>
            <a:r>
              <a:rPr sz="1500" b="0" spc="-5" dirty="0">
                <a:solidFill>
                  <a:srgbClr val="008200"/>
                </a:solidFill>
                <a:latin typeface="Consolas"/>
                <a:cs typeface="Consolas"/>
              </a:rPr>
              <a:t>program</a:t>
            </a:r>
            <a:r>
              <a:rPr sz="1500" b="0" spc="-30" dirty="0">
                <a:solidFill>
                  <a:srgbClr val="008200"/>
                </a:solidFill>
                <a:latin typeface="Consolas"/>
                <a:cs typeface="Consolas"/>
              </a:rPr>
              <a:t> </a:t>
            </a:r>
            <a:r>
              <a:rPr sz="1500" b="0" spc="-5" dirty="0">
                <a:solidFill>
                  <a:srgbClr val="008200"/>
                </a:solidFill>
                <a:latin typeface="Consolas"/>
                <a:cs typeface="Consolas"/>
              </a:rPr>
              <a:t>to</a:t>
            </a:r>
            <a:endParaRPr sz="1500">
              <a:latin typeface="Consolas"/>
              <a:cs typeface="Consolas"/>
            </a:endParaRPr>
          </a:p>
          <a:p>
            <a:pPr marL="12700">
              <a:lnSpc>
                <a:spcPct val="100000"/>
              </a:lnSpc>
            </a:pPr>
            <a:r>
              <a:rPr sz="1500" b="0" dirty="0">
                <a:solidFill>
                  <a:srgbClr val="008200"/>
                </a:solidFill>
                <a:latin typeface="Consolas"/>
                <a:cs typeface="Consolas"/>
              </a:rPr>
              <a:t>#</a:t>
            </a:r>
            <a:r>
              <a:rPr sz="1500" b="0" spc="-35" dirty="0">
                <a:solidFill>
                  <a:srgbClr val="008200"/>
                </a:solidFill>
                <a:latin typeface="Consolas"/>
                <a:cs typeface="Consolas"/>
              </a:rPr>
              <a:t> </a:t>
            </a:r>
            <a:r>
              <a:rPr sz="1500" b="0" spc="-5" dirty="0">
                <a:solidFill>
                  <a:srgbClr val="008200"/>
                </a:solidFill>
                <a:latin typeface="Consolas"/>
                <a:cs typeface="Consolas"/>
              </a:rPr>
              <a:t>demonstrate</a:t>
            </a:r>
            <a:r>
              <a:rPr sz="1500" b="0" spc="-35" dirty="0">
                <a:solidFill>
                  <a:srgbClr val="008200"/>
                </a:solidFill>
                <a:latin typeface="Consolas"/>
                <a:cs typeface="Consolas"/>
              </a:rPr>
              <a:t> </a:t>
            </a:r>
            <a:r>
              <a:rPr sz="1500" b="0" spc="-5" dirty="0">
                <a:solidFill>
                  <a:srgbClr val="008200"/>
                </a:solidFill>
                <a:latin typeface="Consolas"/>
                <a:cs typeface="Consolas"/>
              </a:rPr>
              <a:t>numeric</a:t>
            </a:r>
            <a:r>
              <a:rPr sz="1500" b="0" spc="-30" dirty="0">
                <a:solidFill>
                  <a:srgbClr val="008200"/>
                </a:solidFill>
                <a:latin typeface="Consolas"/>
                <a:cs typeface="Consolas"/>
              </a:rPr>
              <a:t> </a:t>
            </a:r>
            <a:r>
              <a:rPr sz="1500" b="0" spc="-5" dirty="0">
                <a:solidFill>
                  <a:srgbClr val="008200"/>
                </a:solidFill>
                <a:latin typeface="Consolas"/>
                <a:cs typeface="Consolas"/>
              </a:rPr>
              <a:t>value</a:t>
            </a:r>
            <a:endParaRPr sz="1500">
              <a:latin typeface="Consolas"/>
              <a:cs typeface="Consolas"/>
            </a:endParaRPr>
          </a:p>
        </p:txBody>
      </p:sp>
      <p:sp>
        <p:nvSpPr>
          <p:cNvPr id="3" name="object 3"/>
          <p:cNvSpPr txBox="1"/>
          <p:nvPr/>
        </p:nvSpPr>
        <p:spPr>
          <a:xfrm>
            <a:off x="145264" y="888933"/>
            <a:ext cx="4122420" cy="3415665"/>
          </a:xfrm>
          <a:prstGeom prst="rect">
            <a:avLst/>
          </a:prstGeom>
        </p:spPr>
        <p:txBody>
          <a:bodyPr vert="horz" wrap="square" lIns="0" tIns="12700" rIns="0" bIns="0" rtlCol="0">
            <a:spAutoFit/>
          </a:bodyPr>
          <a:lstStyle/>
          <a:p>
            <a:pPr marL="12700">
              <a:lnSpc>
                <a:spcPct val="100000"/>
              </a:lnSpc>
              <a:spcBef>
                <a:spcPts val="100"/>
              </a:spcBef>
            </a:pPr>
            <a:r>
              <a:rPr sz="1500" dirty="0">
                <a:latin typeface="Consolas"/>
                <a:cs typeface="Consolas"/>
              </a:rPr>
              <a:t>a</a:t>
            </a:r>
            <a:r>
              <a:rPr sz="1500" spc="-40" dirty="0">
                <a:latin typeface="Consolas"/>
                <a:cs typeface="Consolas"/>
              </a:rPr>
              <a:t> </a:t>
            </a:r>
            <a:r>
              <a:rPr sz="1500" b="1" dirty="0">
                <a:solidFill>
                  <a:srgbClr val="006699"/>
                </a:solidFill>
                <a:latin typeface="Consolas"/>
                <a:cs typeface="Consolas"/>
              </a:rPr>
              <a:t>=</a:t>
            </a:r>
            <a:r>
              <a:rPr sz="1500" b="1" spc="-40" dirty="0">
                <a:solidFill>
                  <a:srgbClr val="006699"/>
                </a:solidFill>
                <a:latin typeface="Consolas"/>
                <a:cs typeface="Consolas"/>
              </a:rPr>
              <a:t> </a:t>
            </a:r>
            <a:r>
              <a:rPr sz="1500" dirty="0">
                <a:solidFill>
                  <a:srgbClr val="009900"/>
                </a:solidFill>
                <a:latin typeface="Consolas"/>
                <a:cs typeface="Consolas"/>
              </a:rPr>
              <a:t>5</a:t>
            </a:r>
            <a:endParaRPr sz="1500">
              <a:latin typeface="Consolas"/>
              <a:cs typeface="Consolas"/>
            </a:endParaRPr>
          </a:p>
          <a:p>
            <a:pPr marL="12700">
              <a:lnSpc>
                <a:spcPct val="100000"/>
              </a:lnSpc>
            </a:pPr>
            <a:r>
              <a:rPr sz="1500" b="1" spc="-5" dirty="0">
                <a:solidFill>
                  <a:srgbClr val="006699"/>
                </a:solidFill>
                <a:latin typeface="Consolas"/>
                <a:cs typeface="Consolas"/>
              </a:rPr>
              <a:t>print</a:t>
            </a:r>
            <a:r>
              <a:rPr sz="1500" spc="-5" dirty="0">
                <a:latin typeface="Consolas"/>
                <a:cs typeface="Consolas"/>
              </a:rPr>
              <a:t>(</a:t>
            </a:r>
            <a:r>
              <a:rPr sz="1500" spc="-5" dirty="0">
                <a:solidFill>
                  <a:srgbClr val="0000FF"/>
                </a:solidFill>
                <a:latin typeface="Consolas"/>
                <a:cs typeface="Consolas"/>
              </a:rPr>
              <a:t>"Type</a:t>
            </a:r>
            <a:r>
              <a:rPr sz="1500" spc="-20" dirty="0">
                <a:solidFill>
                  <a:srgbClr val="0000FF"/>
                </a:solidFill>
                <a:latin typeface="Consolas"/>
                <a:cs typeface="Consolas"/>
              </a:rPr>
              <a:t> </a:t>
            </a:r>
            <a:r>
              <a:rPr sz="1500" spc="-5" dirty="0">
                <a:solidFill>
                  <a:srgbClr val="0000FF"/>
                </a:solidFill>
                <a:latin typeface="Consolas"/>
                <a:cs typeface="Consolas"/>
              </a:rPr>
              <a:t>of</a:t>
            </a:r>
            <a:r>
              <a:rPr sz="1500" spc="-20" dirty="0">
                <a:solidFill>
                  <a:srgbClr val="0000FF"/>
                </a:solidFill>
                <a:latin typeface="Consolas"/>
                <a:cs typeface="Consolas"/>
              </a:rPr>
              <a:t> </a:t>
            </a:r>
            <a:r>
              <a:rPr sz="1500" spc="-5" dirty="0">
                <a:solidFill>
                  <a:srgbClr val="0000FF"/>
                </a:solidFill>
                <a:latin typeface="Consolas"/>
                <a:cs typeface="Consolas"/>
              </a:rPr>
              <a:t>a:</a:t>
            </a:r>
            <a:r>
              <a:rPr sz="1500" spc="-20" dirty="0">
                <a:solidFill>
                  <a:srgbClr val="0000FF"/>
                </a:solidFill>
                <a:latin typeface="Consolas"/>
                <a:cs typeface="Consolas"/>
              </a:rPr>
              <a:t> </a:t>
            </a:r>
            <a:r>
              <a:rPr sz="1500" spc="10" dirty="0">
                <a:solidFill>
                  <a:srgbClr val="0000FF"/>
                </a:solidFill>
                <a:latin typeface="Consolas"/>
                <a:cs typeface="Consolas"/>
              </a:rPr>
              <a:t>"</a:t>
            </a:r>
            <a:r>
              <a:rPr sz="1500" spc="10" dirty="0">
                <a:latin typeface="Consolas"/>
                <a:cs typeface="Consolas"/>
              </a:rPr>
              <a:t>,</a:t>
            </a:r>
            <a:r>
              <a:rPr sz="1500" spc="-15" dirty="0">
                <a:latin typeface="Consolas"/>
                <a:cs typeface="Consolas"/>
              </a:rPr>
              <a:t> </a:t>
            </a:r>
            <a:r>
              <a:rPr sz="1500" spc="-5" dirty="0">
                <a:solidFill>
                  <a:srgbClr val="FF1493"/>
                </a:solidFill>
                <a:latin typeface="Consolas"/>
                <a:cs typeface="Consolas"/>
              </a:rPr>
              <a:t>type</a:t>
            </a:r>
            <a:r>
              <a:rPr sz="1500" spc="-5" dirty="0">
                <a:latin typeface="Consolas"/>
                <a:cs typeface="Consolas"/>
              </a:rPr>
              <a:t>(a))</a:t>
            </a:r>
            <a:endParaRPr sz="1500">
              <a:latin typeface="Consolas"/>
              <a:cs typeface="Consolas"/>
            </a:endParaRPr>
          </a:p>
          <a:p>
            <a:pPr>
              <a:lnSpc>
                <a:spcPct val="100000"/>
              </a:lnSpc>
              <a:spcBef>
                <a:spcPts val="40"/>
              </a:spcBef>
            </a:pPr>
            <a:endParaRPr sz="1500">
              <a:latin typeface="Consolas"/>
              <a:cs typeface="Consolas"/>
            </a:endParaRPr>
          </a:p>
          <a:p>
            <a:pPr marL="12700">
              <a:lnSpc>
                <a:spcPct val="100000"/>
              </a:lnSpc>
            </a:pPr>
            <a:r>
              <a:rPr sz="1500" dirty="0">
                <a:latin typeface="Consolas"/>
                <a:cs typeface="Consolas"/>
              </a:rPr>
              <a:t>b</a:t>
            </a:r>
            <a:r>
              <a:rPr sz="1500" spc="-40" dirty="0">
                <a:latin typeface="Consolas"/>
                <a:cs typeface="Consolas"/>
              </a:rPr>
              <a:t> </a:t>
            </a:r>
            <a:r>
              <a:rPr sz="1500" b="1" dirty="0">
                <a:solidFill>
                  <a:srgbClr val="006699"/>
                </a:solidFill>
                <a:latin typeface="Consolas"/>
                <a:cs typeface="Consolas"/>
              </a:rPr>
              <a:t>=</a:t>
            </a:r>
            <a:r>
              <a:rPr sz="1500" b="1" spc="-40" dirty="0">
                <a:solidFill>
                  <a:srgbClr val="006699"/>
                </a:solidFill>
                <a:latin typeface="Consolas"/>
                <a:cs typeface="Consolas"/>
              </a:rPr>
              <a:t> </a:t>
            </a:r>
            <a:r>
              <a:rPr sz="1500" spc="-5" dirty="0">
                <a:solidFill>
                  <a:srgbClr val="009900"/>
                </a:solidFill>
                <a:latin typeface="Consolas"/>
                <a:cs typeface="Consolas"/>
              </a:rPr>
              <a:t>5.0</a:t>
            </a:r>
            <a:endParaRPr sz="1500">
              <a:latin typeface="Consolas"/>
              <a:cs typeface="Consolas"/>
            </a:endParaRPr>
          </a:p>
          <a:p>
            <a:pPr marL="12700">
              <a:lnSpc>
                <a:spcPct val="100000"/>
              </a:lnSpc>
            </a:pPr>
            <a:r>
              <a:rPr sz="1500" b="1" spc="-5" dirty="0">
                <a:solidFill>
                  <a:srgbClr val="006699"/>
                </a:solidFill>
                <a:latin typeface="Consolas"/>
                <a:cs typeface="Consolas"/>
              </a:rPr>
              <a:t>print</a:t>
            </a:r>
            <a:r>
              <a:rPr sz="1500" spc="-5" dirty="0">
                <a:latin typeface="Consolas"/>
                <a:cs typeface="Consolas"/>
              </a:rPr>
              <a:t>(</a:t>
            </a:r>
            <a:r>
              <a:rPr sz="1500" spc="-5" dirty="0">
                <a:solidFill>
                  <a:srgbClr val="0000FF"/>
                </a:solidFill>
                <a:latin typeface="Consolas"/>
                <a:cs typeface="Consolas"/>
              </a:rPr>
              <a:t>"\nType</a:t>
            </a:r>
            <a:r>
              <a:rPr sz="1500" spc="-25" dirty="0">
                <a:solidFill>
                  <a:srgbClr val="0000FF"/>
                </a:solidFill>
                <a:latin typeface="Consolas"/>
                <a:cs typeface="Consolas"/>
              </a:rPr>
              <a:t> </a:t>
            </a:r>
            <a:r>
              <a:rPr sz="1500" spc="-5" dirty="0">
                <a:solidFill>
                  <a:srgbClr val="0000FF"/>
                </a:solidFill>
                <a:latin typeface="Consolas"/>
                <a:cs typeface="Consolas"/>
              </a:rPr>
              <a:t>of</a:t>
            </a:r>
            <a:r>
              <a:rPr sz="1500" spc="-20" dirty="0">
                <a:solidFill>
                  <a:srgbClr val="0000FF"/>
                </a:solidFill>
                <a:latin typeface="Consolas"/>
                <a:cs typeface="Consolas"/>
              </a:rPr>
              <a:t> </a:t>
            </a:r>
            <a:r>
              <a:rPr sz="1500" spc="-5" dirty="0">
                <a:solidFill>
                  <a:srgbClr val="0000FF"/>
                </a:solidFill>
                <a:latin typeface="Consolas"/>
                <a:cs typeface="Consolas"/>
              </a:rPr>
              <a:t>b:</a:t>
            </a:r>
            <a:r>
              <a:rPr sz="1500" spc="-20" dirty="0">
                <a:solidFill>
                  <a:srgbClr val="0000FF"/>
                </a:solidFill>
                <a:latin typeface="Consolas"/>
                <a:cs typeface="Consolas"/>
              </a:rPr>
              <a:t> </a:t>
            </a:r>
            <a:r>
              <a:rPr sz="1500" spc="15" dirty="0">
                <a:solidFill>
                  <a:srgbClr val="0000FF"/>
                </a:solidFill>
                <a:latin typeface="Consolas"/>
                <a:cs typeface="Consolas"/>
              </a:rPr>
              <a:t>"</a:t>
            </a:r>
            <a:r>
              <a:rPr sz="1500" spc="15" dirty="0">
                <a:latin typeface="Consolas"/>
                <a:cs typeface="Consolas"/>
              </a:rPr>
              <a:t>,</a:t>
            </a:r>
            <a:r>
              <a:rPr sz="1500" spc="-15" dirty="0">
                <a:latin typeface="Consolas"/>
                <a:cs typeface="Consolas"/>
              </a:rPr>
              <a:t> </a:t>
            </a:r>
            <a:r>
              <a:rPr sz="1500" spc="-5" dirty="0">
                <a:solidFill>
                  <a:srgbClr val="FF1493"/>
                </a:solidFill>
                <a:latin typeface="Consolas"/>
                <a:cs typeface="Consolas"/>
              </a:rPr>
              <a:t>type</a:t>
            </a:r>
            <a:r>
              <a:rPr sz="1500" spc="-5" dirty="0">
                <a:latin typeface="Consolas"/>
                <a:cs typeface="Consolas"/>
              </a:rPr>
              <a:t>(b))</a:t>
            </a:r>
            <a:endParaRPr sz="1500">
              <a:latin typeface="Consolas"/>
              <a:cs typeface="Consolas"/>
            </a:endParaRPr>
          </a:p>
          <a:p>
            <a:pPr>
              <a:lnSpc>
                <a:spcPct val="100000"/>
              </a:lnSpc>
              <a:spcBef>
                <a:spcPts val="45"/>
              </a:spcBef>
            </a:pPr>
            <a:endParaRPr sz="1500">
              <a:latin typeface="Consolas"/>
              <a:cs typeface="Consolas"/>
            </a:endParaRPr>
          </a:p>
          <a:p>
            <a:pPr marL="12700">
              <a:lnSpc>
                <a:spcPct val="100000"/>
              </a:lnSpc>
            </a:pPr>
            <a:r>
              <a:rPr sz="1500" dirty="0">
                <a:latin typeface="Consolas"/>
                <a:cs typeface="Consolas"/>
              </a:rPr>
              <a:t>c</a:t>
            </a:r>
            <a:r>
              <a:rPr sz="1500" spc="-25" dirty="0">
                <a:latin typeface="Consolas"/>
                <a:cs typeface="Consolas"/>
              </a:rPr>
              <a:t> </a:t>
            </a:r>
            <a:r>
              <a:rPr sz="1500" b="1" dirty="0">
                <a:solidFill>
                  <a:srgbClr val="006699"/>
                </a:solidFill>
                <a:latin typeface="Consolas"/>
                <a:cs typeface="Consolas"/>
              </a:rPr>
              <a:t>=</a:t>
            </a:r>
            <a:r>
              <a:rPr sz="1500" b="1" spc="-20" dirty="0">
                <a:solidFill>
                  <a:srgbClr val="006699"/>
                </a:solidFill>
                <a:latin typeface="Consolas"/>
                <a:cs typeface="Consolas"/>
              </a:rPr>
              <a:t> </a:t>
            </a:r>
            <a:r>
              <a:rPr sz="1500" dirty="0">
                <a:solidFill>
                  <a:srgbClr val="009900"/>
                </a:solidFill>
                <a:latin typeface="Consolas"/>
                <a:cs typeface="Consolas"/>
              </a:rPr>
              <a:t>2</a:t>
            </a:r>
            <a:r>
              <a:rPr sz="1500" spc="-25" dirty="0">
                <a:solidFill>
                  <a:srgbClr val="009900"/>
                </a:solidFill>
                <a:latin typeface="Consolas"/>
                <a:cs typeface="Consolas"/>
              </a:rPr>
              <a:t> </a:t>
            </a:r>
            <a:r>
              <a:rPr sz="1500" b="1" dirty="0">
                <a:solidFill>
                  <a:srgbClr val="006699"/>
                </a:solidFill>
                <a:latin typeface="Consolas"/>
                <a:cs typeface="Consolas"/>
              </a:rPr>
              <a:t>+</a:t>
            </a:r>
            <a:r>
              <a:rPr sz="1500" b="1" spc="-20" dirty="0">
                <a:solidFill>
                  <a:srgbClr val="006699"/>
                </a:solidFill>
                <a:latin typeface="Consolas"/>
                <a:cs typeface="Consolas"/>
              </a:rPr>
              <a:t> </a:t>
            </a:r>
            <a:r>
              <a:rPr sz="1500" spc="-5" dirty="0">
                <a:solidFill>
                  <a:srgbClr val="009900"/>
                </a:solidFill>
                <a:latin typeface="Consolas"/>
                <a:cs typeface="Consolas"/>
              </a:rPr>
              <a:t>4j</a:t>
            </a:r>
            <a:endParaRPr sz="1500">
              <a:latin typeface="Consolas"/>
              <a:cs typeface="Consolas"/>
            </a:endParaRPr>
          </a:p>
          <a:p>
            <a:pPr marL="12700">
              <a:lnSpc>
                <a:spcPct val="100000"/>
              </a:lnSpc>
            </a:pPr>
            <a:r>
              <a:rPr sz="1500" spc="-5" dirty="0">
                <a:solidFill>
                  <a:srgbClr val="FF1493"/>
                </a:solidFill>
                <a:latin typeface="Consolas"/>
                <a:cs typeface="Consolas"/>
              </a:rPr>
              <a:t>print</a:t>
            </a:r>
            <a:r>
              <a:rPr sz="1500" spc="-5" dirty="0">
                <a:latin typeface="Consolas"/>
                <a:cs typeface="Consolas"/>
              </a:rPr>
              <a:t>(</a:t>
            </a:r>
            <a:r>
              <a:rPr sz="1500" spc="-5" dirty="0">
                <a:solidFill>
                  <a:srgbClr val="0000FF"/>
                </a:solidFill>
                <a:latin typeface="Consolas"/>
                <a:cs typeface="Consolas"/>
              </a:rPr>
              <a:t>"\nType</a:t>
            </a:r>
            <a:r>
              <a:rPr sz="1500" spc="-25" dirty="0">
                <a:solidFill>
                  <a:srgbClr val="0000FF"/>
                </a:solidFill>
                <a:latin typeface="Consolas"/>
                <a:cs typeface="Consolas"/>
              </a:rPr>
              <a:t> </a:t>
            </a:r>
            <a:r>
              <a:rPr sz="1500" spc="-5" dirty="0">
                <a:solidFill>
                  <a:srgbClr val="0000FF"/>
                </a:solidFill>
                <a:latin typeface="Consolas"/>
                <a:cs typeface="Consolas"/>
              </a:rPr>
              <a:t>of</a:t>
            </a:r>
            <a:r>
              <a:rPr sz="1500" spc="-20" dirty="0">
                <a:solidFill>
                  <a:srgbClr val="0000FF"/>
                </a:solidFill>
                <a:latin typeface="Consolas"/>
                <a:cs typeface="Consolas"/>
              </a:rPr>
              <a:t> </a:t>
            </a:r>
            <a:r>
              <a:rPr sz="1500" spc="-5" dirty="0">
                <a:solidFill>
                  <a:srgbClr val="0000FF"/>
                </a:solidFill>
                <a:latin typeface="Consolas"/>
                <a:cs typeface="Consolas"/>
              </a:rPr>
              <a:t>c:</a:t>
            </a:r>
            <a:r>
              <a:rPr sz="1500" spc="-20" dirty="0">
                <a:solidFill>
                  <a:srgbClr val="0000FF"/>
                </a:solidFill>
                <a:latin typeface="Consolas"/>
                <a:cs typeface="Consolas"/>
              </a:rPr>
              <a:t> </a:t>
            </a:r>
            <a:r>
              <a:rPr sz="1500" spc="15" dirty="0">
                <a:solidFill>
                  <a:srgbClr val="0000FF"/>
                </a:solidFill>
                <a:latin typeface="Consolas"/>
                <a:cs typeface="Consolas"/>
              </a:rPr>
              <a:t>"</a:t>
            </a:r>
            <a:r>
              <a:rPr sz="1500" spc="15" dirty="0">
                <a:latin typeface="Consolas"/>
                <a:cs typeface="Consolas"/>
              </a:rPr>
              <a:t>,</a:t>
            </a:r>
            <a:r>
              <a:rPr sz="1500" spc="-15" dirty="0">
                <a:latin typeface="Consolas"/>
                <a:cs typeface="Consolas"/>
              </a:rPr>
              <a:t> </a:t>
            </a:r>
            <a:r>
              <a:rPr sz="1500" spc="-5" dirty="0">
                <a:solidFill>
                  <a:srgbClr val="FF1493"/>
                </a:solidFill>
                <a:latin typeface="Consolas"/>
                <a:cs typeface="Consolas"/>
              </a:rPr>
              <a:t>type</a:t>
            </a:r>
            <a:r>
              <a:rPr sz="1500" spc="-5" dirty="0">
                <a:latin typeface="Consolas"/>
                <a:cs typeface="Consolas"/>
              </a:rPr>
              <a:t>(c))</a:t>
            </a:r>
            <a:endParaRPr sz="1500">
              <a:latin typeface="Consolas"/>
              <a:cs typeface="Consolas"/>
            </a:endParaRPr>
          </a:p>
          <a:p>
            <a:pPr>
              <a:lnSpc>
                <a:spcPct val="100000"/>
              </a:lnSpc>
              <a:spcBef>
                <a:spcPts val="45"/>
              </a:spcBef>
            </a:pPr>
            <a:endParaRPr sz="1850">
              <a:latin typeface="Consolas"/>
              <a:cs typeface="Consolas"/>
            </a:endParaRPr>
          </a:p>
          <a:p>
            <a:pPr marL="12700">
              <a:lnSpc>
                <a:spcPct val="100000"/>
              </a:lnSpc>
            </a:pPr>
            <a:r>
              <a:rPr sz="2100" b="1" spc="-5" dirty="0">
                <a:solidFill>
                  <a:srgbClr val="273138"/>
                </a:solidFill>
                <a:latin typeface="Arial"/>
                <a:cs typeface="Arial"/>
              </a:rPr>
              <a:t>Output:</a:t>
            </a:r>
            <a:endParaRPr sz="2100">
              <a:latin typeface="Arial"/>
              <a:cs typeface="Arial"/>
            </a:endParaRPr>
          </a:p>
          <a:p>
            <a:pPr marL="12700" marR="5080">
              <a:lnSpc>
                <a:spcPct val="100000"/>
              </a:lnSpc>
            </a:pPr>
            <a:r>
              <a:rPr sz="2100" spc="-5" dirty="0">
                <a:solidFill>
                  <a:srgbClr val="273138"/>
                </a:solidFill>
                <a:latin typeface="Consolas"/>
                <a:cs typeface="Consolas"/>
              </a:rPr>
              <a:t>Type</a:t>
            </a:r>
            <a:r>
              <a:rPr sz="2100" spc="15" dirty="0">
                <a:solidFill>
                  <a:srgbClr val="273138"/>
                </a:solidFill>
                <a:latin typeface="Consolas"/>
                <a:cs typeface="Consolas"/>
              </a:rPr>
              <a:t> </a:t>
            </a:r>
            <a:r>
              <a:rPr sz="2100" spc="-5" dirty="0">
                <a:solidFill>
                  <a:srgbClr val="273138"/>
                </a:solidFill>
                <a:latin typeface="Consolas"/>
                <a:cs typeface="Consolas"/>
              </a:rPr>
              <a:t>of</a:t>
            </a:r>
            <a:r>
              <a:rPr sz="2100" spc="15" dirty="0">
                <a:solidFill>
                  <a:srgbClr val="273138"/>
                </a:solidFill>
                <a:latin typeface="Consolas"/>
                <a:cs typeface="Consolas"/>
              </a:rPr>
              <a:t> </a:t>
            </a:r>
            <a:r>
              <a:rPr sz="2100" spc="-5" dirty="0">
                <a:solidFill>
                  <a:srgbClr val="273138"/>
                </a:solidFill>
                <a:latin typeface="Consolas"/>
                <a:cs typeface="Consolas"/>
              </a:rPr>
              <a:t>a:</a:t>
            </a:r>
            <a:r>
              <a:rPr sz="2100" spc="15" dirty="0">
                <a:solidFill>
                  <a:srgbClr val="273138"/>
                </a:solidFill>
                <a:latin typeface="Consolas"/>
                <a:cs typeface="Consolas"/>
              </a:rPr>
              <a:t> </a:t>
            </a:r>
            <a:r>
              <a:rPr sz="2100" spc="-5" dirty="0">
                <a:solidFill>
                  <a:srgbClr val="273138"/>
                </a:solidFill>
                <a:latin typeface="Consolas"/>
                <a:cs typeface="Consolas"/>
              </a:rPr>
              <a:t>&lt;class</a:t>
            </a:r>
            <a:r>
              <a:rPr sz="2100" spc="15" dirty="0">
                <a:solidFill>
                  <a:srgbClr val="273138"/>
                </a:solidFill>
                <a:latin typeface="Consolas"/>
                <a:cs typeface="Consolas"/>
              </a:rPr>
              <a:t> </a:t>
            </a:r>
            <a:r>
              <a:rPr sz="2100" spc="-5" dirty="0">
                <a:solidFill>
                  <a:srgbClr val="273138"/>
                </a:solidFill>
                <a:latin typeface="Consolas"/>
                <a:cs typeface="Consolas"/>
              </a:rPr>
              <a:t>'int’&gt; </a:t>
            </a:r>
            <a:r>
              <a:rPr sz="2100" dirty="0">
                <a:solidFill>
                  <a:srgbClr val="273138"/>
                </a:solidFill>
                <a:latin typeface="Consolas"/>
                <a:cs typeface="Consolas"/>
              </a:rPr>
              <a:t> </a:t>
            </a:r>
            <a:r>
              <a:rPr sz="2100" spc="-5" dirty="0">
                <a:solidFill>
                  <a:srgbClr val="273138"/>
                </a:solidFill>
                <a:latin typeface="Consolas"/>
                <a:cs typeface="Consolas"/>
              </a:rPr>
              <a:t>Type of b: &lt;class 'float’&gt; </a:t>
            </a:r>
            <a:r>
              <a:rPr sz="2100" dirty="0">
                <a:solidFill>
                  <a:srgbClr val="273138"/>
                </a:solidFill>
                <a:latin typeface="Consolas"/>
                <a:cs typeface="Consolas"/>
              </a:rPr>
              <a:t> </a:t>
            </a:r>
            <a:r>
              <a:rPr sz="2100" spc="-5" dirty="0">
                <a:solidFill>
                  <a:srgbClr val="273138"/>
                </a:solidFill>
                <a:latin typeface="Consolas"/>
                <a:cs typeface="Consolas"/>
              </a:rPr>
              <a:t>Type</a:t>
            </a:r>
            <a:r>
              <a:rPr sz="2100" spc="-30" dirty="0">
                <a:solidFill>
                  <a:srgbClr val="273138"/>
                </a:solidFill>
                <a:latin typeface="Consolas"/>
                <a:cs typeface="Consolas"/>
              </a:rPr>
              <a:t> </a:t>
            </a:r>
            <a:r>
              <a:rPr sz="2100" spc="-5" dirty="0">
                <a:solidFill>
                  <a:srgbClr val="273138"/>
                </a:solidFill>
                <a:latin typeface="Consolas"/>
                <a:cs typeface="Consolas"/>
              </a:rPr>
              <a:t>of</a:t>
            </a:r>
            <a:r>
              <a:rPr sz="2100" spc="-30" dirty="0">
                <a:solidFill>
                  <a:srgbClr val="273138"/>
                </a:solidFill>
                <a:latin typeface="Consolas"/>
                <a:cs typeface="Consolas"/>
              </a:rPr>
              <a:t> </a:t>
            </a:r>
            <a:r>
              <a:rPr sz="2100" spc="-5" dirty="0">
                <a:solidFill>
                  <a:srgbClr val="273138"/>
                </a:solidFill>
                <a:latin typeface="Consolas"/>
                <a:cs typeface="Consolas"/>
              </a:rPr>
              <a:t>c:</a:t>
            </a:r>
            <a:r>
              <a:rPr sz="2100" spc="-30" dirty="0">
                <a:solidFill>
                  <a:srgbClr val="273138"/>
                </a:solidFill>
                <a:latin typeface="Consolas"/>
                <a:cs typeface="Consolas"/>
              </a:rPr>
              <a:t> </a:t>
            </a:r>
            <a:r>
              <a:rPr sz="2100" spc="-5" dirty="0">
                <a:solidFill>
                  <a:srgbClr val="273138"/>
                </a:solidFill>
                <a:latin typeface="Consolas"/>
                <a:cs typeface="Consolas"/>
              </a:rPr>
              <a:t>&lt;class</a:t>
            </a:r>
            <a:r>
              <a:rPr sz="2100" spc="-30" dirty="0">
                <a:solidFill>
                  <a:srgbClr val="273138"/>
                </a:solidFill>
                <a:latin typeface="Consolas"/>
                <a:cs typeface="Consolas"/>
              </a:rPr>
              <a:t> </a:t>
            </a:r>
            <a:r>
              <a:rPr sz="2100" spc="-5" dirty="0">
                <a:solidFill>
                  <a:srgbClr val="273138"/>
                </a:solidFill>
                <a:latin typeface="Consolas"/>
                <a:cs typeface="Consolas"/>
              </a:rPr>
              <a:t>'complex'&gt;</a:t>
            </a:r>
            <a:endParaRPr sz="2100">
              <a:latin typeface="Consolas"/>
              <a:cs typeface="Consolas"/>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765897" y="449904"/>
            <a:ext cx="1073785" cy="391160"/>
          </a:xfrm>
          <a:prstGeom prst="rect">
            <a:avLst/>
          </a:prstGeom>
        </p:spPr>
        <p:txBody>
          <a:bodyPr vert="horz" wrap="square" lIns="0" tIns="12700" rIns="0" bIns="0" rtlCol="0">
            <a:spAutoFit/>
          </a:bodyPr>
          <a:lstStyle/>
          <a:p>
            <a:pPr marL="12700">
              <a:lnSpc>
                <a:spcPct val="100000"/>
              </a:lnSpc>
              <a:spcBef>
                <a:spcPts val="100"/>
              </a:spcBef>
            </a:pPr>
            <a:r>
              <a:rPr sz="2400" spc="-5" dirty="0">
                <a:solidFill>
                  <a:srgbClr val="273138"/>
                </a:solidFill>
                <a:latin typeface="Times New Roman"/>
                <a:cs typeface="Times New Roman"/>
              </a:rPr>
              <a:t>Boolean</a:t>
            </a:r>
            <a:endParaRPr sz="2400">
              <a:latin typeface="Times New Roman"/>
              <a:cs typeface="Times New Roman"/>
            </a:endParaRPr>
          </a:p>
        </p:txBody>
      </p:sp>
      <p:sp>
        <p:nvSpPr>
          <p:cNvPr id="3" name="object 3"/>
          <p:cNvSpPr txBox="1"/>
          <p:nvPr/>
        </p:nvSpPr>
        <p:spPr>
          <a:xfrm>
            <a:off x="426521" y="1182948"/>
            <a:ext cx="7597140" cy="3225800"/>
          </a:xfrm>
          <a:prstGeom prst="rect">
            <a:avLst/>
          </a:prstGeom>
        </p:spPr>
        <p:txBody>
          <a:bodyPr vert="horz" wrap="square" lIns="0" tIns="12700" rIns="0" bIns="0" rtlCol="0">
            <a:spAutoFit/>
          </a:bodyPr>
          <a:lstStyle/>
          <a:p>
            <a:pPr marL="12700">
              <a:lnSpc>
                <a:spcPct val="100000"/>
              </a:lnSpc>
              <a:spcBef>
                <a:spcPts val="100"/>
              </a:spcBef>
            </a:pPr>
            <a:r>
              <a:rPr sz="2100" spc="-5" dirty="0">
                <a:solidFill>
                  <a:srgbClr val="273138"/>
                </a:solidFill>
                <a:latin typeface="Times New Roman"/>
                <a:cs typeface="Times New Roman"/>
              </a:rPr>
              <a:t>Data</a:t>
            </a:r>
            <a:r>
              <a:rPr sz="2100" spc="-15" dirty="0">
                <a:solidFill>
                  <a:srgbClr val="273138"/>
                </a:solidFill>
                <a:latin typeface="Times New Roman"/>
                <a:cs typeface="Times New Roman"/>
              </a:rPr>
              <a:t> </a:t>
            </a:r>
            <a:r>
              <a:rPr sz="2100" spc="-5" dirty="0">
                <a:solidFill>
                  <a:srgbClr val="273138"/>
                </a:solidFill>
                <a:latin typeface="Times New Roman"/>
                <a:cs typeface="Times New Roman"/>
              </a:rPr>
              <a:t>type</a:t>
            </a:r>
            <a:r>
              <a:rPr sz="2100" spc="-10" dirty="0">
                <a:solidFill>
                  <a:srgbClr val="273138"/>
                </a:solidFill>
                <a:latin typeface="Times New Roman"/>
                <a:cs typeface="Times New Roman"/>
              </a:rPr>
              <a:t> </a:t>
            </a:r>
            <a:r>
              <a:rPr sz="2100" spc="-5" dirty="0">
                <a:solidFill>
                  <a:srgbClr val="273138"/>
                </a:solidFill>
                <a:latin typeface="Times New Roman"/>
                <a:cs typeface="Times New Roman"/>
              </a:rPr>
              <a:t>with</a:t>
            </a:r>
            <a:r>
              <a:rPr sz="2100" spc="-10" dirty="0">
                <a:solidFill>
                  <a:srgbClr val="273138"/>
                </a:solidFill>
                <a:latin typeface="Times New Roman"/>
                <a:cs typeface="Times New Roman"/>
              </a:rPr>
              <a:t> </a:t>
            </a:r>
            <a:r>
              <a:rPr sz="2100" dirty="0">
                <a:solidFill>
                  <a:srgbClr val="273138"/>
                </a:solidFill>
                <a:latin typeface="Times New Roman"/>
                <a:cs typeface="Times New Roman"/>
              </a:rPr>
              <a:t>one</a:t>
            </a:r>
            <a:r>
              <a:rPr sz="2100" spc="-5" dirty="0">
                <a:solidFill>
                  <a:srgbClr val="273138"/>
                </a:solidFill>
                <a:latin typeface="Times New Roman"/>
                <a:cs typeface="Times New Roman"/>
              </a:rPr>
              <a:t> </a:t>
            </a:r>
            <a:r>
              <a:rPr sz="2100" dirty="0">
                <a:solidFill>
                  <a:srgbClr val="273138"/>
                </a:solidFill>
                <a:latin typeface="Times New Roman"/>
                <a:cs typeface="Times New Roman"/>
              </a:rPr>
              <a:t>of</a:t>
            </a:r>
            <a:r>
              <a:rPr sz="2100" spc="-10" dirty="0">
                <a:solidFill>
                  <a:srgbClr val="273138"/>
                </a:solidFill>
                <a:latin typeface="Times New Roman"/>
                <a:cs typeface="Times New Roman"/>
              </a:rPr>
              <a:t> </a:t>
            </a:r>
            <a:r>
              <a:rPr sz="2100" spc="-5" dirty="0">
                <a:solidFill>
                  <a:srgbClr val="273138"/>
                </a:solidFill>
                <a:latin typeface="Times New Roman"/>
                <a:cs typeface="Times New Roman"/>
              </a:rPr>
              <a:t>the</a:t>
            </a:r>
            <a:r>
              <a:rPr sz="2100" spc="-10" dirty="0">
                <a:solidFill>
                  <a:srgbClr val="273138"/>
                </a:solidFill>
                <a:latin typeface="Times New Roman"/>
                <a:cs typeface="Times New Roman"/>
              </a:rPr>
              <a:t> </a:t>
            </a:r>
            <a:r>
              <a:rPr sz="2100" spc="-5" dirty="0">
                <a:solidFill>
                  <a:srgbClr val="273138"/>
                </a:solidFill>
                <a:latin typeface="Times New Roman"/>
                <a:cs typeface="Times New Roman"/>
              </a:rPr>
              <a:t>two</a:t>
            </a:r>
            <a:r>
              <a:rPr sz="2100" spc="-10" dirty="0">
                <a:solidFill>
                  <a:srgbClr val="273138"/>
                </a:solidFill>
                <a:latin typeface="Times New Roman"/>
                <a:cs typeface="Times New Roman"/>
              </a:rPr>
              <a:t> </a:t>
            </a:r>
            <a:r>
              <a:rPr sz="2100" dirty="0">
                <a:solidFill>
                  <a:srgbClr val="273138"/>
                </a:solidFill>
                <a:latin typeface="Times New Roman"/>
                <a:cs typeface="Times New Roman"/>
              </a:rPr>
              <a:t>built-in</a:t>
            </a:r>
            <a:r>
              <a:rPr sz="2100" spc="-5" dirty="0">
                <a:solidFill>
                  <a:srgbClr val="273138"/>
                </a:solidFill>
                <a:latin typeface="Times New Roman"/>
                <a:cs typeface="Times New Roman"/>
              </a:rPr>
              <a:t> </a:t>
            </a:r>
            <a:r>
              <a:rPr sz="2100" dirty="0">
                <a:solidFill>
                  <a:srgbClr val="273138"/>
                </a:solidFill>
                <a:latin typeface="Times New Roman"/>
                <a:cs typeface="Times New Roman"/>
              </a:rPr>
              <a:t>values,</a:t>
            </a:r>
            <a:r>
              <a:rPr sz="2100" spc="-45" dirty="0">
                <a:solidFill>
                  <a:srgbClr val="273138"/>
                </a:solidFill>
                <a:latin typeface="Times New Roman"/>
                <a:cs typeface="Times New Roman"/>
              </a:rPr>
              <a:t> </a:t>
            </a:r>
            <a:r>
              <a:rPr sz="2100" spc="-20" dirty="0">
                <a:solidFill>
                  <a:srgbClr val="273138"/>
                </a:solidFill>
                <a:latin typeface="Times New Roman"/>
                <a:cs typeface="Times New Roman"/>
              </a:rPr>
              <a:t>True</a:t>
            </a:r>
            <a:r>
              <a:rPr sz="2100" spc="-10" dirty="0">
                <a:solidFill>
                  <a:srgbClr val="273138"/>
                </a:solidFill>
                <a:latin typeface="Times New Roman"/>
                <a:cs typeface="Times New Roman"/>
              </a:rPr>
              <a:t> </a:t>
            </a:r>
            <a:r>
              <a:rPr sz="2100" dirty="0">
                <a:solidFill>
                  <a:srgbClr val="273138"/>
                </a:solidFill>
                <a:latin typeface="Times New Roman"/>
                <a:cs typeface="Times New Roman"/>
              </a:rPr>
              <a:t>or</a:t>
            </a:r>
            <a:r>
              <a:rPr sz="2100" spc="-5" dirty="0">
                <a:solidFill>
                  <a:srgbClr val="273138"/>
                </a:solidFill>
                <a:latin typeface="Times New Roman"/>
                <a:cs typeface="Times New Roman"/>
              </a:rPr>
              <a:t> False.</a:t>
            </a:r>
            <a:endParaRPr sz="2100">
              <a:latin typeface="Times New Roman"/>
              <a:cs typeface="Times New Roman"/>
            </a:endParaRPr>
          </a:p>
          <a:p>
            <a:pPr marL="12700" marR="5080">
              <a:lnSpc>
                <a:spcPct val="100000"/>
              </a:lnSpc>
            </a:pPr>
            <a:r>
              <a:rPr sz="2100" spc="-5" dirty="0">
                <a:solidFill>
                  <a:srgbClr val="273138"/>
                </a:solidFill>
                <a:latin typeface="Times New Roman"/>
                <a:cs typeface="Times New Roman"/>
              </a:rPr>
              <a:t>Boolean</a:t>
            </a:r>
            <a:r>
              <a:rPr sz="2100" spc="-10" dirty="0">
                <a:solidFill>
                  <a:srgbClr val="273138"/>
                </a:solidFill>
                <a:latin typeface="Times New Roman"/>
                <a:cs typeface="Times New Roman"/>
              </a:rPr>
              <a:t> </a:t>
            </a:r>
            <a:r>
              <a:rPr sz="2100" dirty="0">
                <a:solidFill>
                  <a:srgbClr val="273138"/>
                </a:solidFill>
                <a:latin typeface="Times New Roman"/>
                <a:cs typeface="Times New Roman"/>
              </a:rPr>
              <a:t>objects</a:t>
            </a:r>
            <a:r>
              <a:rPr sz="2100" spc="-5" dirty="0">
                <a:solidFill>
                  <a:srgbClr val="273138"/>
                </a:solidFill>
                <a:latin typeface="Times New Roman"/>
                <a:cs typeface="Times New Roman"/>
              </a:rPr>
              <a:t> that</a:t>
            </a:r>
            <a:r>
              <a:rPr sz="2100" spc="-10" dirty="0">
                <a:solidFill>
                  <a:srgbClr val="273138"/>
                </a:solidFill>
                <a:latin typeface="Times New Roman"/>
                <a:cs typeface="Times New Roman"/>
              </a:rPr>
              <a:t> </a:t>
            </a:r>
            <a:r>
              <a:rPr sz="2100" spc="-5" dirty="0">
                <a:solidFill>
                  <a:srgbClr val="273138"/>
                </a:solidFill>
                <a:latin typeface="Times New Roman"/>
                <a:cs typeface="Times New Roman"/>
              </a:rPr>
              <a:t>are</a:t>
            </a:r>
            <a:r>
              <a:rPr sz="2100" spc="-10" dirty="0">
                <a:solidFill>
                  <a:srgbClr val="273138"/>
                </a:solidFill>
                <a:latin typeface="Times New Roman"/>
                <a:cs typeface="Times New Roman"/>
              </a:rPr>
              <a:t> </a:t>
            </a:r>
            <a:r>
              <a:rPr sz="2100" spc="-5" dirty="0">
                <a:solidFill>
                  <a:srgbClr val="273138"/>
                </a:solidFill>
                <a:latin typeface="Times New Roman"/>
                <a:cs typeface="Times New Roman"/>
              </a:rPr>
              <a:t>equal</a:t>
            </a:r>
            <a:r>
              <a:rPr sz="2100" spc="-10" dirty="0">
                <a:solidFill>
                  <a:srgbClr val="273138"/>
                </a:solidFill>
                <a:latin typeface="Times New Roman"/>
                <a:cs typeface="Times New Roman"/>
              </a:rPr>
              <a:t> </a:t>
            </a:r>
            <a:r>
              <a:rPr sz="2100" spc="-5" dirty="0">
                <a:solidFill>
                  <a:srgbClr val="273138"/>
                </a:solidFill>
                <a:latin typeface="Times New Roman"/>
                <a:cs typeface="Times New Roman"/>
              </a:rPr>
              <a:t>to</a:t>
            </a:r>
            <a:r>
              <a:rPr sz="2100" spc="-50" dirty="0">
                <a:solidFill>
                  <a:srgbClr val="273138"/>
                </a:solidFill>
                <a:latin typeface="Times New Roman"/>
                <a:cs typeface="Times New Roman"/>
              </a:rPr>
              <a:t> </a:t>
            </a:r>
            <a:r>
              <a:rPr sz="2100" spc="-20" dirty="0">
                <a:solidFill>
                  <a:srgbClr val="273138"/>
                </a:solidFill>
                <a:latin typeface="Times New Roman"/>
                <a:cs typeface="Times New Roman"/>
              </a:rPr>
              <a:t>True</a:t>
            </a:r>
            <a:r>
              <a:rPr sz="2100" spc="-5" dirty="0">
                <a:solidFill>
                  <a:srgbClr val="273138"/>
                </a:solidFill>
                <a:latin typeface="Times New Roman"/>
                <a:cs typeface="Times New Roman"/>
              </a:rPr>
              <a:t> are</a:t>
            </a:r>
            <a:r>
              <a:rPr sz="2100" spc="-10" dirty="0">
                <a:solidFill>
                  <a:srgbClr val="273138"/>
                </a:solidFill>
                <a:latin typeface="Times New Roman"/>
                <a:cs typeface="Times New Roman"/>
              </a:rPr>
              <a:t> </a:t>
            </a:r>
            <a:r>
              <a:rPr sz="2100" spc="-5" dirty="0">
                <a:solidFill>
                  <a:srgbClr val="273138"/>
                </a:solidFill>
                <a:latin typeface="Times New Roman"/>
                <a:cs typeface="Times New Roman"/>
              </a:rPr>
              <a:t>truthy</a:t>
            </a:r>
            <a:r>
              <a:rPr sz="2100" spc="-10" dirty="0">
                <a:solidFill>
                  <a:srgbClr val="273138"/>
                </a:solidFill>
                <a:latin typeface="Times New Roman"/>
                <a:cs typeface="Times New Roman"/>
              </a:rPr>
              <a:t> </a:t>
            </a:r>
            <a:r>
              <a:rPr sz="2100" dirty="0">
                <a:solidFill>
                  <a:srgbClr val="273138"/>
                </a:solidFill>
                <a:latin typeface="Times New Roman"/>
                <a:cs typeface="Times New Roman"/>
              </a:rPr>
              <a:t>(true),</a:t>
            </a:r>
            <a:r>
              <a:rPr sz="2100" spc="-5" dirty="0">
                <a:solidFill>
                  <a:srgbClr val="273138"/>
                </a:solidFill>
                <a:latin typeface="Times New Roman"/>
                <a:cs typeface="Times New Roman"/>
              </a:rPr>
              <a:t> and those</a:t>
            </a:r>
            <a:r>
              <a:rPr sz="2100" spc="-10" dirty="0">
                <a:solidFill>
                  <a:srgbClr val="273138"/>
                </a:solidFill>
                <a:latin typeface="Times New Roman"/>
                <a:cs typeface="Times New Roman"/>
              </a:rPr>
              <a:t> </a:t>
            </a:r>
            <a:r>
              <a:rPr sz="2100" spc="-5" dirty="0">
                <a:solidFill>
                  <a:srgbClr val="273138"/>
                </a:solidFill>
                <a:latin typeface="Times New Roman"/>
                <a:cs typeface="Times New Roman"/>
              </a:rPr>
              <a:t>equal </a:t>
            </a:r>
            <a:r>
              <a:rPr sz="2100" spc="-509" dirty="0">
                <a:solidFill>
                  <a:srgbClr val="273138"/>
                </a:solidFill>
                <a:latin typeface="Times New Roman"/>
                <a:cs typeface="Times New Roman"/>
              </a:rPr>
              <a:t> </a:t>
            </a:r>
            <a:r>
              <a:rPr sz="2100" spc="-5" dirty="0">
                <a:solidFill>
                  <a:srgbClr val="273138"/>
                </a:solidFill>
                <a:latin typeface="Times New Roman"/>
                <a:cs typeface="Times New Roman"/>
              </a:rPr>
              <a:t>to</a:t>
            </a:r>
            <a:r>
              <a:rPr sz="2100" spc="-10" dirty="0">
                <a:solidFill>
                  <a:srgbClr val="273138"/>
                </a:solidFill>
                <a:latin typeface="Times New Roman"/>
                <a:cs typeface="Times New Roman"/>
              </a:rPr>
              <a:t> </a:t>
            </a:r>
            <a:r>
              <a:rPr sz="2100" spc="-5" dirty="0">
                <a:solidFill>
                  <a:srgbClr val="273138"/>
                </a:solidFill>
                <a:latin typeface="Times New Roman"/>
                <a:cs typeface="Times New Roman"/>
              </a:rPr>
              <a:t>False are </a:t>
            </a:r>
            <a:r>
              <a:rPr sz="2100" dirty="0">
                <a:solidFill>
                  <a:srgbClr val="273138"/>
                </a:solidFill>
                <a:latin typeface="Times New Roman"/>
                <a:cs typeface="Times New Roman"/>
              </a:rPr>
              <a:t>falsy (false).</a:t>
            </a:r>
            <a:endParaRPr sz="2100">
              <a:latin typeface="Times New Roman"/>
              <a:cs typeface="Times New Roman"/>
            </a:endParaRPr>
          </a:p>
          <a:p>
            <a:pPr marL="12700" marR="200660">
              <a:lnSpc>
                <a:spcPct val="100000"/>
              </a:lnSpc>
            </a:pPr>
            <a:r>
              <a:rPr sz="2100" spc="-5" dirty="0">
                <a:solidFill>
                  <a:srgbClr val="273138"/>
                </a:solidFill>
                <a:latin typeface="Times New Roman"/>
                <a:cs typeface="Times New Roman"/>
              </a:rPr>
              <a:t>But </a:t>
            </a:r>
            <a:r>
              <a:rPr sz="2100" dirty="0">
                <a:solidFill>
                  <a:srgbClr val="273138"/>
                </a:solidFill>
                <a:latin typeface="Times New Roman"/>
                <a:cs typeface="Times New Roman"/>
              </a:rPr>
              <a:t>non-Boolean objects </a:t>
            </a:r>
            <a:r>
              <a:rPr sz="2100" spc="-5" dirty="0">
                <a:solidFill>
                  <a:srgbClr val="273138"/>
                </a:solidFill>
                <a:latin typeface="Times New Roman"/>
                <a:cs typeface="Times New Roman"/>
              </a:rPr>
              <a:t>can </a:t>
            </a:r>
            <a:r>
              <a:rPr sz="2100" dirty="0">
                <a:solidFill>
                  <a:srgbClr val="273138"/>
                </a:solidFill>
                <a:latin typeface="Times New Roman"/>
                <a:cs typeface="Times New Roman"/>
              </a:rPr>
              <a:t>be </a:t>
            </a:r>
            <a:r>
              <a:rPr sz="2100" spc="-5" dirty="0">
                <a:solidFill>
                  <a:srgbClr val="273138"/>
                </a:solidFill>
                <a:latin typeface="Times New Roman"/>
                <a:cs typeface="Times New Roman"/>
              </a:rPr>
              <a:t>evaluated in Boolean context as well </a:t>
            </a:r>
            <a:r>
              <a:rPr sz="2100" spc="-515" dirty="0">
                <a:solidFill>
                  <a:srgbClr val="273138"/>
                </a:solidFill>
                <a:latin typeface="Times New Roman"/>
                <a:cs typeface="Times New Roman"/>
              </a:rPr>
              <a:t> </a:t>
            </a:r>
            <a:r>
              <a:rPr sz="2100" spc="-5" dirty="0">
                <a:solidFill>
                  <a:srgbClr val="273138"/>
                </a:solidFill>
                <a:latin typeface="Times New Roman"/>
                <a:cs typeface="Times New Roman"/>
              </a:rPr>
              <a:t>and</a:t>
            </a:r>
            <a:r>
              <a:rPr sz="2100" spc="-10" dirty="0">
                <a:solidFill>
                  <a:srgbClr val="273138"/>
                </a:solidFill>
                <a:latin typeface="Times New Roman"/>
                <a:cs typeface="Times New Roman"/>
              </a:rPr>
              <a:t> </a:t>
            </a:r>
            <a:r>
              <a:rPr sz="2100" dirty="0">
                <a:solidFill>
                  <a:srgbClr val="273138"/>
                </a:solidFill>
                <a:latin typeface="Times New Roman"/>
                <a:cs typeface="Times New Roman"/>
              </a:rPr>
              <a:t>determined </a:t>
            </a:r>
            <a:r>
              <a:rPr sz="2100" spc="-5" dirty="0">
                <a:solidFill>
                  <a:srgbClr val="273138"/>
                </a:solidFill>
                <a:latin typeface="Times New Roman"/>
                <a:cs typeface="Times New Roman"/>
              </a:rPr>
              <a:t>to </a:t>
            </a:r>
            <a:r>
              <a:rPr sz="2100" dirty="0">
                <a:solidFill>
                  <a:srgbClr val="273138"/>
                </a:solidFill>
                <a:latin typeface="Times New Roman"/>
                <a:cs typeface="Times New Roman"/>
              </a:rPr>
              <a:t>be</a:t>
            </a:r>
            <a:r>
              <a:rPr sz="2100" spc="-5" dirty="0">
                <a:solidFill>
                  <a:srgbClr val="273138"/>
                </a:solidFill>
                <a:latin typeface="Times New Roman"/>
                <a:cs typeface="Times New Roman"/>
              </a:rPr>
              <a:t> true </a:t>
            </a:r>
            <a:r>
              <a:rPr sz="2100" dirty="0">
                <a:solidFill>
                  <a:srgbClr val="273138"/>
                </a:solidFill>
                <a:latin typeface="Times New Roman"/>
                <a:cs typeface="Times New Roman"/>
              </a:rPr>
              <a:t>or false.</a:t>
            </a:r>
            <a:endParaRPr sz="2100">
              <a:latin typeface="Times New Roman"/>
              <a:cs typeface="Times New Roman"/>
            </a:endParaRPr>
          </a:p>
          <a:p>
            <a:pPr marL="12700">
              <a:lnSpc>
                <a:spcPct val="100000"/>
              </a:lnSpc>
            </a:pPr>
            <a:r>
              <a:rPr sz="2100" dirty="0">
                <a:solidFill>
                  <a:srgbClr val="273138"/>
                </a:solidFill>
                <a:latin typeface="Times New Roman"/>
                <a:cs typeface="Times New Roman"/>
              </a:rPr>
              <a:t>It</a:t>
            </a:r>
            <a:r>
              <a:rPr sz="2100" spc="-15" dirty="0">
                <a:solidFill>
                  <a:srgbClr val="273138"/>
                </a:solidFill>
                <a:latin typeface="Times New Roman"/>
                <a:cs typeface="Times New Roman"/>
              </a:rPr>
              <a:t> </a:t>
            </a:r>
            <a:r>
              <a:rPr sz="2100" spc="-5" dirty="0">
                <a:solidFill>
                  <a:srgbClr val="273138"/>
                </a:solidFill>
                <a:latin typeface="Times New Roman"/>
                <a:cs typeface="Times New Roman"/>
              </a:rPr>
              <a:t>is</a:t>
            </a:r>
            <a:r>
              <a:rPr sz="2100" spc="-15" dirty="0">
                <a:solidFill>
                  <a:srgbClr val="273138"/>
                </a:solidFill>
                <a:latin typeface="Times New Roman"/>
                <a:cs typeface="Times New Roman"/>
              </a:rPr>
              <a:t> </a:t>
            </a:r>
            <a:r>
              <a:rPr sz="2100" dirty="0">
                <a:solidFill>
                  <a:srgbClr val="273138"/>
                </a:solidFill>
                <a:latin typeface="Times New Roman"/>
                <a:cs typeface="Times New Roman"/>
              </a:rPr>
              <a:t>denoted</a:t>
            </a:r>
            <a:r>
              <a:rPr sz="2100" spc="-10" dirty="0">
                <a:solidFill>
                  <a:srgbClr val="273138"/>
                </a:solidFill>
                <a:latin typeface="Times New Roman"/>
                <a:cs typeface="Times New Roman"/>
              </a:rPr>
              <a:t> </a:t>
            </a:r>
            <a:r>
              <a:rPr sz="2100" dirty="0">
                <a:solidFill>
                  <a:srgbClr val="273138"/>
                </a:solidFill>
                <a:latin typeface="Times New Roman"/>
                <a:cs typeface="Times New Roman"/>
              </a:rPr>
              <a:t>by</a:t>
            </a:r>
            <a:r>
              <a:rPr sz="2100" spc="-15" dirty="0">
                <a:solidFill>
                  <a:srgbClr val="273138"/>
                </a:solidFill>
                <a:latin typeface="Times New Roman"/>
                <a:cs typeface="Times New Roman"/>
              </a:rPr>
              <a:t> </a:t>
            </a:r>
            <a:r>
              <a:rPr sz="2100" spc="-5" dirty="0">
                <a:solidFill>
                  <a:srgbClr val="273138"/>
                </a:solidFill>
                <a:latin typeface="Times New Roman"/>
                <a:cs typeface="Times New Roman"/>
              </a:rPr>
              <a:t>the</a:t>
            </a:r>
            <a:r>
              <a:rPr sz="2100" spc="-15" dirty="0">
                <a:solidFill>
                  <a:srgbClr val="273138"/>
                </a:solidFill>
                <a:latin typeface="Times New Roman"/>
                <a:cs typeface="Times New Roman"/>
              </a:rPr>
              <a:t> </a:t>
            </a:r>
            <a:r>
              <a:rPr sz="2100" spc="-5" dirty="0">
                <a:solidFill>
                  <a:srgbClr val="273138"/>
                </a:solidFill>
                <a:latin typeface="Times New Roman"/>
                <a:cs typeface="Times New Roman"/>
              </a:rPr>
              <a:t>class</a:t>
            </a:r>
            <a:r>
              <a:rPr sz="2100" spc="-15" dirty="0">
                <a:solidFill>
                  <a:srgbClr val="273138"/>
                </a:solidFill>
                <a:latin typeface="Times New Roman"/>
                <a:cs typeface="Times New Roman"/>
              </a:rPr>
              <a:t> </a:t>
            </a:r>
            <a:r>
              <a:rPr sz="2100" dirty="0">
                <a:solidFill>
                  <a:srgbClr val="273138"/>
                </a:solidFill>
                <a:latin typeface="Times New Roman"/>
                <a:cs typeface="Times New Roman"/>
              </a:rPr>
              <a:t>bool.</a:t>
            </a:r>
            <a:endParaRPr sz="2100">
              <a:latin typeface="Times New Roman"/>
              <a:cs typeface="Times New Roman"/>
            </a:endParaRPr>
          </a:p>
          <a:p>
            <a:pPr>
              <a:lnSpc>
                <a:spcPct val="100000"/>
              </a:lnSpc>
            </a:pPr>
            <a:endParaRPr sz="2300">
              <a:latin typeface="Times New Roman"/>
              <a:cs typeface="Times New Roman"/>
            </a:endParaRPr>
          </a:p>
          <a:p>
            <a:pPr>
              <a:lnSpc>
                <a:spcPct val="100000"/>
              </a:lnSpc>
              <a:spcBef>
                <a:spcPts val="35"/>
              </a:spcBef>
            </a:pPr>
            <a:endParaRPr sz="2050">
              <a:latin typeface="Times New Roman"/>
              <a:cs typeface="Times New Roman"/>
            </a:endParaRPr>
          </a:p>
          <a:p>
            <a:pPr marL="12700" marR="676275">
              <a:lnSpc>
                <a:spcPct val="100000"/>
              </a:lnSpc>
            </a:pPr>
            <a:r>
              <a:rPr sz="2100" b="1" spc="-5" dirty="0">
                <a:solidFill>
                  <a:srgbClr val="273138"/>
                </a:solidFill>
                <a:latin typeface="Times New Roman"/>
                <a:cs typeface="Times New Roman"/>
              </a:rPr>
              <a:t>Not</a:t>
            </a:r>
            <a:r>
              <a:rPr sz="2100" b="1" dirty="0">
                <a:solidFill>
                  <a:srgbClr val="273138"/>
                </a:solidFill>
                <a:latin typeface="Times New Roman"/>
                <a:cs typeface="Times New Roman"/>
              </a:rPr>
              <a:t>e </a:t>
            </a:r>
            <a:r>
              <a:rPr sz="2100" dirty="0">
                <a:solidFill>
                  <a:srgbClr val="273138"/>
                </a:solidFill>
                <a:latin typeface="Times New Roman"/>
                <a:cs typeface="Times New Roman"/>
              </a:rPr>
              <a:t>–</a:t>
            </a:r>
            <a:r>
              <a:rPr sz="2100" spc="-40" dirty="0">
                <a:solidFill>
                  <a:srgbClr val="273138"/>
                </a:solidFill>
                <a:latin typeface="Times New Roman"/>
                <a:cs typeface="Times New Roman"/>
              </a:rPr>
              <a:t> </a:t>
            </a:r>
            <a:r>
              <a:rPr sz="2100" spc="-80" dirty="0">
                <a:solidFill>
                  <a:srgbClr val="273138"/>
                </a:solidFill>
                <a:latin typeface="Times New Roman"/>
                <a:cs typeface="Times New Roman"/>
              </a:rPr>
              <a:t>T</a:t>
            </a:r>
            <a:r>
              <a:rPr sz="2100" dirty="0">
                <a:solidFill>
                  <a:srgbClr val="273138"/>
                </a:solidFill>
                <a:latin typeface="Times New Roman"/>
                <a:cs typeface="Times New Roman"/>
              </a:rPr>
              <a:t>rue </a:t>
            </a:r>
            <a:r>
              <a:rPr sz="2100" spc="-5" dirty="0">
                <a:solidFill>
                  <a:srgbClr val="273138"/>
                </a:solidFill>
                <a:latin typeface="Times New Roman"/>
                <a:cs typeface="Times New Roman"/>
              </a:rPr>
              <a:t>an</a:t>
            </a:r>
            <a:r>
              <a:rPr sz="2100" dirty="0">
                <a:solidFill>
                  <a:srgbClr val="273138"/>
                </a:solidFill>
                <a:latin typeface="Times New Roman"/>
                <a:cs typeface="Times New Roman"/>
              </a:rPr>
              <a:t>d</a:t>
            </a:r>
            <a:r>
              <a:rPr sz="2100" spc="-5" dirty="0">
                <a:solidFill>
                  <a:srgbClr val="273138"/>
                </a:solidFill>
                <a:latin typeface="Times New Roman"/>
                <a:cs typeface="Times New Roman"/>
              </a:rPr>
              <a:t> Fals</a:t>
            </a:r>
            <a:r>
              <a:rPr sz="2100" dirty="0">
                <a:solidFill>
                  <a:srgbClr val="273138"/>
                </a:solidFill>
                <a:latin typeface="Times New Roman"/>
                <a:cs typeface="Times New Roman"/>
              </a:rPr>
              <a:t>e</a:t>
            </a:r>
            <a:r>
              <a:rPr sz="2100" spc="-5" dirty="0">
                <a:solidFill>
                  <a:srgbClr val="273138"/>
                </a:solidFill>
                <a:latin typeface="Times New Roman"/>
                <a:cs typeface="Times New Roman"/>
              </a:rPr>
              <a:t> wit</a:t>
            </a:r>
            <a:r>
              <a:rPr sz="2100" dirty="0">
                <a:solidFill>
                  <a:srgbClr val="273138"/>
                </a:solidFill>
                <a:latin typeface="Times New Roman"/>
                <a:cs typeface="Times New Roman"/>
              </a:rPr>
              <a:t>h</a:t>
            </a:r>
            <a:r>
              <a:rPr sz="2100" spc="-5" dirty="0">
                <a:solidFill>
                  <a:srgbClr val="273138"/>
                </a:solidFill>
                <a:latin typeface="Times New Roman"/>
                <a:cs typeface="Times New Roman"/>
              </a:rPr>
              <a:t> capita</a:t>
            </a:r>
            <a:r>
              <a:rPr sz="2100" dirty="0">
                <a:solidFill>
                  <a:srgbClr val="273138"/>
                </a:solidFill>
                <a:latin typeface="Times New Roman"/>
                <a:cs typeface="Times New Roman"/>
              </a:rPr>
              <a:t>l</a:t>
            </a:r>
            <a:r>
              <a:rPr sz="2100" spc="-5" dirty="0">
                <a:solidFill>
                  <a:srgbClr val="273138"/>
                </a:solidFill>
                <a:latin typeface="Times New Roman"/>
                <a:cs typeface="Times New Roman"/>
              </a:rPr>
              <a:t> </a:t>
            </a:r>
            <a:r>
              <a:rPr sz="2100" dirty="0">
                <a:solidFill>
                  <a:srgbClr val="273138"/>
                </a:solidFill>
                <a:latin typeface="Times New Roman"/>
                <a:cs typeface="Times New Roman"/>
              </a:rPr>
              <a:t>‘T’</a:t>
            </a:r>
            <a:r>
              <a:rPr sz="2100" spc="-160" dirty="0">
                <a:solidFill>
                  <a:srgbClr val="273138"/>
                </a:solidFill>
                <a:latin typeface="Times New Roman"/>
                <a:cs typeface="Times New Roman"/>
              </a:rPr>
              <a:t> </a:t>
            </a:r>
            <a:r>
              <a:rPr sz="2100" spc="-5" dirty="0">
                <a:solidFill>
                  <a:srgbClr val="273138"/>
                </a:solidFill>
                <a:latin typeface="Times New Roman"/>
                <a:cs typeface="Times New Roman"/>
              </a:rPr>
              <a:t>an</a:t>
            </a:r>
            <a:r>
              <a:rPr sz="2100" dirty="0">
                <a:solidFill>
                  <a:srgbClr val="273138"/>
                </a:solidFill>
                <a:latin typeface="Times New Roman"/>
                <a:cs typeface="Times New Roman"/>
              </a:rPr>
              <a:t>d</a:t>
            </a:r>
            <a:r>
              <a:rPr sz="2100" spc="-5" dirty="0">
                <a:solidFill>
                  <a:srgbClr val="273138"/>
                </a:solidFill>
                <a:latin typeface="Times New Roman"/>
                <a:cs typeface="Times New Roman"/>
              </a:rPr>
              <a:t> </a:t>
            </a:r>
            <a:r>
              <a:rPr sz="2100" dirty="0">
                <a:solidFill>
                  <a:srgbClr val="273138"/>
                </a:solidFill>
                <a:latin typeface="Times New Roman"/>
                <a:cs typeface="Times New Roman"/>
              </a:rPr>
              <a:t>‘F’</a:t>
            </a:r>
            <a:r>
              <a:rPr sz="2100" spc="-160" dirty="0">
                <a:solidFill>
                  <a:srgbClr val="273138"/>
                </a:solidFill>
                <a:latin typeface="Times New Roman"/>
                <a:cs typeface="Times New Roman"/>
              </a:rPr>
              <a:t> </a:t>
            </a:r>
            <a:r>
              <a:rPr sz="2100" spc="-5" dirty="0">
                <a:solidFill>
                  <a:srgbClr val="273138"/>
                </a:solidFill>
                <a:latin typeface="Times New Roman"/>
                <a:cs typeface="Times New Roman"/>
              </a:rPr>
              <a:t>ar</a:t>
            </a:r>
            <a:r>
              <a:rPr sz="2100" dirty="0">
                <a:solidFill>
                  <a:srgbClr val="273138"/>
                </a:solidFill>
                <a:latin typeface="Times New Roman"/>
                <a:cs typeface="Times New Roman"/>
              </a:rPr>
              <a:t>e</a:t>
            </a:r>
            <a:r>
              <a:rPr sz="2100" spc="-5" dirty="0">
                <a:solidFill>
                  <a:srgbClr val="273138"/>
                </a:solidFill>
                <a:latin typeface="Times New Roman"/>
                <a:cs typeface="Times New Roman"/>
              </a:rPr>
              <a:t> </a:t>
            </a:r>
            <a:r>
              <a:rPr sz="2100" dirty="0">
                <a:solidFill>
                  <a:srgbClr val="273138"/>
                </a:solidFill>
                <a:latin typeface="Times New Roman"/>
                <a:cs typeface="Times New Roman"/>
              </a:rPr>
              <a:t>valid booleans  otherwise</a:t>
            </a:r>
            <a:r>
              <a:rPr sz="2100" spc="-5" dirty="0">
                <a:solidFill>
                  <a:srgbClr val="273138"/>
                </a:solidFill>
                <a:latin typeface="Times New Roman"/>
                <a:cs typeface="Times New Roman"/>
              </a:rPr>
              <a:t> </a:t>
            </a:r>
            <a:r>
              <a:rPr sz="2100" dirty="0">
                <a:solidFill>
                  <a:srgbClr val="273138"/>
                </a:solidFill>
                <a:latin typeface="Times New Roman"/>
                <a:cs typeface="Times New Roman"/>
              </a:rPr>
              <a:t>python </a:t>
            </a:r>
            <a:r>
              <a:rPr sz="2100" spc="-5" dirty="0">
                <a:solidFill>
                  <a:srgbClr val="273138"/>
                </a:solidFill>
                <a:latin typeface="Times New Roman"/>
                <a:cs typeface="Times New Roman"/>
              </a:rPr>
              <a:t>will throw</a:t>
            </a:r>
            <a:r>
              <a:rPr sz="2100" spc="-10" dirty="0">
                <a:solidFill>
                  <a:srgbClr val="273138"/>
                </a:solidFill>
                <a:latin typeface="Times New Roman"/>
                <a:cs typeface="Times New Roman"/>
              </a:rPr>
              <a:t> </a:t>
            </a:r>
            <a:r>
              <a:rPr sz="2100" spc="-5" dirty="0">
                <a:solidFill>
                  <a:srgbClr val="273138"/>
                </a:solidFill>
                <a:latin typeface="Times New Roman"/>
                <a:cs typeface="Times New Roman"/>
              </a:rPr>
              <a:t>an </a:t>
            </a:r>
            <a:r>
              <a:rPr sz="2100" spc="-25" dirty="0">
                <a:solidFill>
                  <a:srgbClr val="273138"/>
                </a:solidFill>
                <a:latin typeface="Times New Roman"/>
                <a:cs typeface="Times New Roman"/>
              </a:rPr>
              <a:t>error.</a:t>
            </a:r>
            <a:endParaRPr sz="2100">
              <a:latin typeface="Times New Roman"/>
              <a:cs typeface="Times New Roman"/>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242763" y="127572"/>
            <a:ext cx="3453129" cy="4963160"/>
          </a:xfrm>
          <a:prstGeom prst="rect">
            <a:avLst/>
          </a:prstGeom>
        </p:spPr>
        <p:txBody>
          <a:bodyPr vert="horz" wrap="square" lIns="0" tIns="12700" rIns="0" bIns="0" rtlCol="0">
            <a:spAutoFit/>
          </a:bodyPr>
          <a:lstStyle/>
          <a:p>
            <a:pPr marL="12700" marR="923925">
              <a:lnSpc>
                <a:spcPct val="100000"/>
              </a:lnSpc>
              <a:spcBef>
                <a:spcPts val="100"/>
              </a:spcBef>
            </a:pPr>
            <a:r>
              <a:rPr sz="1200" dirty="0">
                <a:latin typeface="Consolas"/>
                <a:cs typeface="Consolas"/>
              </a:rPr>
              <a:t># </a:t>
            </a:r>
            <a:r>
              <a:rPr sz="1200" spc="-5" dirty="0">
                <a:latin typeface="Consolas"/>
                <a:cs typeface="Consolas"/>
              </a:rPr>
              <a:t>Python program to illustrate </a:t>
            </a:r>
            <a:r>
              <a:rPr sz="1200" spc="-650" dirty="0">
                <a:latin typeface="Consolas"/>
                <a:cs typeface="Consolas"/>
              </a:rPr>
              <a:t> </a:t>
            </a:r>
            <a:r>
              <a:rPr sz="1200" dirty="0">
                <a:latin typeface="Consolas"/>
                <a:cs typeface="Consolas"/>
              </a:rPr>
              <a:t>#</a:t>
            </a:r>
            <a:r>
              <a:rPr sz="1200" spc="-15" dirty="0">
                <a:latin typeface="Consolas"/>
                <a:cs typeface="Consolas"/>
              </a:rPr>
              <a:t> </a:t>
            </a:r>
            <a:r>
              <a:rPr sz="1200" spc="-5" dirty="0">
                <a:latin typeface="Consolas"/>
                <a:cs typeface="Consolas"/>
              </a:rPr>
              <a:t>built-in</a:t>
            </a:r>
            <a:r>
              <a:rPr sz="1200" spc="-15" dirty="0">
                <a:latin typeface="Consolas"/>
                <a:cs typeface="Consolas"/>
              </a:rPr>
              <a:t> </a:t>
            </a:r>
            <a:r>
              <a:rPr sz="1200" spc="-5" dirty="0">
                <a:latin typeface="Consolas"/>
                <a:cs typeface="Consolas"/>
              </a:rPr>
              <a:t>method</a:t>
            </a:r>
            <a:r>
              <a:rPr sz="1200" spc="-15" dirty="0">
                <a:latin typeface="Consolas"/>
                <a:cs typeface="Consolas"/>
              </a:rPr>
              <a:t> </a:t>
            </a:r>
            <a:r>
              <a:rPr sz="1200" spc="-5" dirty="0">
                <a:latin typeface="Consolas"/>
                <a:cs typeface="Consolas"/>
              </a:rPr>
              <a:t>bool()</a:t>
            </a:r>
            <a:endParaRPr sz="1200">
              <a:latin typeface="Consolas"/>
              <a:cs typeface="Consolas"/>
            </a:endParaRPr>
          </a:p>
          <a:p>
            <a:pPr>
              <a:lnSpc>
                <a:spcPct val="100000"/>
              </a:lnSpc>
              <a:spcBef>
                <a:spcPts val="30"/>
              </a:spcBef>
            </a:pPr>
            <a:endParaRPr sz="1200">
              <a:latin typeface="Consolas"/>
              <a:cs typeface="Consolas"/>
            </a:endParaRPr>
          </a:p>
          <a:p>
            <a:pPr marL="12700" marR="255904">
              <a:lnSpc>
                <a:spcPct val="100000"/>
              </a:lnSpc>
              <a:spcBef>
                <a:spcPts val="5"/>
              </a:spcBef>
            </a:pPr>
            <a:r>
              <a:rPr sz="1200" dirty="0">
                <a:latin typeface="Consolas"/>
                <a:cs typeface="Consolas"/>
              </a:rPr>
              <a:t># </a:t>
            </a:r>
            <a:r>
              <a:rPr sz="1200" spc="-5" dirty="0">
                <a:latin typeface="Consolas"/>
                <a:cs typeface="Consolas"/>
              </a:rPr>
              <a:t>Returns False as </a:t>
            </a:r>
            <a:r>
              <a:rPr sz="1200" dirty="0">
                <a:latin typeface="Consolas"/>
                <a:cs typeface="Consolas"/>
              </a:rPr>
              <a:t>x </a:t>
            </a:r>
            <a:r>
              <a:rPr sz="1200" spc="-5" dirty="0">
                <a:latin typeface="Consolas"/>
                <a:cs typeface="Consolas"/>
              </a:rPr>
              <a:t>is not equal to </a:t>
            </a:r>
            <a:r>
              <a:rPr sz="1200" dirty="0">
                <a:latin typeface="Consolas"/>
                <a:cs typeface="Consolas"/>
              </a:rPr>
              <a:t>y </a:t>
            </a:r>
            <a:r>
              <a:rPr sz="1200" spc="-645" dirty="0">
                <a:latin typeface="Consolas"/>
                <a:cs typeface="Consolas"/>
              </a:rPr>
              <a:t> </a:t>
            </a:r>
            <a:r>
              <a:rPr sz="1200" dirty="0">
                <a:latin typeface="Consolas"/>
                <a:cs typeface="Consolas"/>
              </a:rPr>
              <a:t>x</a:t>
            </a:r>
            <a:r>
              <a:rPr sz="1200" spc="-10" dirty="0">
                <a:latin typeface="Consolas"/>
                <a:cs typeface="Consolas"/>
              </a:rPr>
              <a:t> </a:t>
            </a:r>
            <a:r>
              <a:rPr sz="1200" dirty="0">
                <a:latin typeface="Consolas"/>
                <a:cs typeface="Consolas"/>
              </a:rPr>
              <a:t>=</a:t>
            </a:r>
            <a:r>
              <a:rPr sz="1200" spc="-10" dirty="0">
                <a:latin typeface="Consolas"/>
                <a:cs typeface="Consolas"/>
              </a:rPr>
              <a:t> </a:t>
            </a:r>
            <a:r>
              <a:rPr sz="1200" dirty="0">
                <a:latin typeface="Consolas"/>
                <a:cs typeface="Consolas"/>
              </a:rPr>
              <a:t>5</a:t>
            </a:r>
            <a:endParaRPr sz="1200">
              <a:latin typeface="Consolas"/>
              <a:cs typeface="Consolas"/>
            </a:endParaRPr>
          </a:p>
          <a:p>
            <a:pPr marL="12700">
              <a:lnSpc>
                <a:spcPct val="100000"/>
              </a:lnSpc>
            </a:pPr>
            <a:r>
              <a:rPr sz="1200" dirty="0">
                <a:latin typeface="Consolas"/>
                <a:cs typeface="Consolas"/>
              </a:rPr>
              <a:t>y</a:t>
            </a:r>
            <a:r>
              <a:rPr sz="1200" spc="-45" dirty="0">
                <a:latin typeface="Consolas"/>
                <a:cs typeface="Consolas"/>
              </a:rPr>
              <a:t> </a:t>
            </a:r>
            <a:r>
              <a:rPr sz="1200" dirty="0">
                <a:latin typeface="Consolas"/>
                <a:cs typeface="Consolas"/>
              </a:rPr>
              <a:t>=</a:t>
            </a:r>
            <a:r>
              <a:rPr sz="1200" spc="-45" dirty="0">
                <a:latin typeface="Consolas"/>
                <a:cs typeface="Consolas"/>
              </a:rPr>
              <a:t> </a:t>
            </a:r>
            <a:r>
              <a:rPr sz="1200" spc="-5" dirty="0">
                <a:latin typeface="Consolas"/>
                <a:cs typeface="Consolas"/>
              </a:rPr>
              <a:t>10</a:t>
            </a:r>
            <a:endParaRPr sz="1200">
              <a:latin typeface="Consolas"/>
              <a:cs typeface="Consolas"/>
            </a:endParaRPr>
          </a:p>
          <a:p>
            <a:pPr marL="12700">
              <a:lnSpc>
                <a:spcPct val="100000"/>
              </a:lnSpc>
            </a:pPr>
            <a:r>
              <a:rPr sz="1200" spc="-5" dirty="0">
                <a:latin typeface="Consolas"/>
                <a:cs typeface="Consolas"/>
              </a:rPr>
              <a:t>print(bool(x==y))</a:t>
            </a:r>
            <a:endParaRPr sz="1200">
              <a:latin typeface="Consolas"/>
              <a:cs typeface="Consolas"/>
            </a:endParaRPr>
          </a:p>
          <a:p>
            <a:pPr>
              <a:lnSpc>
                <a:spcPct val="100000"/>
              </a:lnSpc>
              <a:spcBef>
                <a:spcPts val="30"/>
              </a:spcBef>
            </a:pPr>
            <a:endParaRPr sz="1200">
              <a:latin typeface="Consolas"/>
              <a:cs typeface="Consolas"/>
            </a:endParaRPr>
          </a:p>
          <a:p>
            <a:pPr marL="12700" marR="1091565">
              <a:lnSpc>
                <a:spcPct val="100000"/>
              </a:lnSpc>
              <a:spcBef>
                <a:spcPts val="5"/>
              </a:spcBef>
            </a:pPr>
            <a:r>
              <a:rPr sz="1200" dirty="0">
                <a:latin typeface="Consolas"/>
                <a:cs typeface="Consolas"/>
              </a:rPr>
              <a:t>#</a:t>
            </a:r>
            <a:r>
              <a:rPr sz="1200" spc="-20" dirty="0">
                <a:latin typeface="Consolas"/>
                <a:cs typeface="Consolas"/>
              </a:rPr>
              <a:t> </a:t>
            </a:r>
            <a:r>
              <a:rPr sz="1200" spc="-5" dirty="0">
                <a:latin typeface="Consolas"/>
                <a:cs typeface="Consolas"/>
              </a:rPr>
              <a:t>Returns</a:t>
            </a:r>
            <a:r>
              <a:rPr sz="1200" spc="-20" dirty="0">
                <a:latin typeface="Consolas"/>
                <a:cs typeface="Consolas"/>
              </a:rPr>
              <a:t> </a:t>
            </a:r>
            <a:r>
              <a:rPr sz="1200" spc="-5" dirty="0">
                <a:latin typeface="Consolas"/>
                <a:cs typeface="Consolas"/>
              </a:rPr>
              <a:t>False</a:t>
            </a:r>
            <a:r>
              <a:rPr sz="1200" spc="-15" dirty="0">
                <a:latin typeface="Consolas"/>
                <a:cs typeface="Consolas"/>
              </a:rPr>
              <a:t> </a:t>
            </a:r>
            <a:r>
              <a:rPr sz="1200" spc="-5" dirty="0">
                <a:latin typeface="Consolas"/>
                <a:cs typeface="Consolas"/>
              </a:rPr>
              <a:t>as</a:t>
            </a:r>
            <a:r>
              <a:rPr sz="1200" spc="-20" dirty="0">
                <a:latin typeface="Consolas"/>
                <a:cs typeface="Consolas"/>
              </a:rPr>
              <a:t> </a:t>
            </a:r>
            <a:r>
              <a:rPr sz="1200" dirty="0">
                <a:latin typeface="Consolas"/>
                <a:cs typeface="Consolas"/>
              </a:rPr>
              <a:t>x</a:t>
            </a:r>
            <a:r>
              <a:rPr sz="1200" spc="-20" dirty="0">
                <a:latin typeface="Consolas"/>
                <a:cs typeface="Consolas"/>
              </a:rPr>
              <a:t> </a:t>
            </a:r>
            <a:r>
              <a:rPr sz="1200" spc="-5" dirty="0">
                <a:latin typeface="Consolas"/>
                <a:cs typeface="Consolas"/>
              </a:rPr>
              <a:t>is</a:t>
            </a:r>
            <a:r>
              <a:rPr sz="1200" spc="-15" dirty="0">
                <a:latin typeface="Consolas"/>
                <a:cs typeface="Consolas"/>
              </a:rPr>
              <a:t> </a:t>
            </a:r>
            <a:r>
              <a:rPr sz="1200" spc="-5" dirty="0">
                <a:latin typeface="Consolas"/>
                <a:cs typeface="Consolas"/>
              </a:rPr>
              <a:t>None </a:t>
            </a:r>
            <a:r>
              <a:rPr sz="1200" spc="-645" dirty="0">
                <a:latin typeface="Consolas"/>
                <a:cs typeface="Consolas"/>
              </a:rPr>
              <a:t> </a:t>
            </a:r>
            <a:r>
              <a:rPr sz="1200" dirty="0">
                <a:latin typeface="Consolas"/>
                <a:cs typeface="Consolas"/>
              </a:rPr>
              <a:t>x</a:t>
            </a:r>
            <a:r>
              <a:rPr sz="1200" spc="-10" dirty="0">
                <a:latin typeface="Consolas"/>
                <a:cs typeface="Consolas"/>
              </a:rPr>
              <a:t> </a:t>
            </a:r>
            <a:r>
              <a:rPr sz="1200" dirty="0">
                <a:latin typeface="Consolas"/>
                <a:cs typeface="Consolas"/>
              </a:rPr>
              <a:t>=</a:t>
            </a:r>
            <a:r>
              <a:rPr sz="1200" spc="-10" dirty="0">
                <a:latin typeface="Consolas"/>
                <a:cs typeface="Consolas"/>
              </a:rPr>
              <a:t> </a:t>
            </a:r>
            <a:r>
              <a:rPr sz="1200" spc="-5" dirty="0">
                <a:latin typeface="Consolas"/>
                <a:cs typeface="Consolas"/>
              </a:rPr>
              <a:t>None</a:t>
            </a:r>
            <a:endParaRPr sz="1200">
              <a:latin typeface="Consolas"/>
              <a:cs typeface="Consolas"/>
            </a:endParaRPr>
          </a:p>
          <a:p>
            <a:pPr marL="12700">
              <a:lnSpc>
                <a:spcPct val="100000"/>
              </a:lnSpc>
            </a:pPr>
            <a:r>
              <a:rPr sz="1200" spc="-5" dirty="0">
                <a:latin typeface="Consolas"/>
                <a:cs typeface="Consolas"/>
              </a:rPr>
              <a:t>print(bool(x))</a:t>
            </a:r>
            <a:endParaRPr sz="1200">
              <a:latin typeface="Consolas"/>
              <a:cs typeface="Consolas"/>
            </a:endParaRPr>
          </a:p>
          <a:p>
            <a:pPr>
              <a:lnSpc>
                <a:spcPct val="100000"/>
              </a:lnSpc>
              <a:spcBef>
                <a:spcPts val="30"/>
              </a:spcBef>
            </a:pPr>
            <a:endParaRPr sz="1200">
              <a:latin typeface="Consolas"/>
              <a:cs typeface="Consolas"/>
            </a:endParaRPr>
          </a:p>
          <a:p>
            <a:pPr marL="12700" marR="5080">
              <a:lnSpc>
                <a:spcPct val="100000"/>
              </a:lnSpc>
              <a:spcBef>
                <a:spcPts val="5"/>
              </a:spcBef>
            </a:pPr>
            <a:r>
              <a:rPr sz="1200" dirty="0">
                <a:latin typeface="Consolas"/>
                <a:cs typeface="Consolas"/>
              </a:rPr>
              <a:t># </a:t>
            </a:r>
            <a:r>
              <a:rPr sz="1200" spc="-5" dirty="0">
                <a:latin typeface="Consolas"/>
                <a:cs typeface="Consolas"/>
              </a:rPr>
              <a:t>Returns False as </a:t>
            </a:r>
            <a:r>
              <a:rPr sz="1200" dirty="0">
                <a:latin typeface="Consolas"/>
                <a:cs typeface="Consolas"/>
              </a:rPr>
              <a:t>x </a:t>
            </a:r>
            <a:r>
              <a:rPr sz="1200" spc="-5" dirty="0">
                <a:latin typeface="Consolas"/>
                <a:cs typeface="Consolas"/>
              </a:rPr>
              <a:t>is an empty sequence </a:t>
            </a:r>
            <a:r>
              <a:rPr sz="1200" spc="-645" dirty="0">
                <a:latin typeface="Consolas"/>
                <a:cs typeface="Consolas"/>
              </a:rPr>
              <a:t> </a:t>
            </a:r>
            <a:r>
              <a:rPr sz="1200" dirty="0">
                <a:latin typeface="Consolas"/>
                <a:cs typeface="Consolas"/>
              </a:rPr>
              <a:t>x</a:t>
            </a:r>
            <a:r>
              <a:rPr sz="1200" spc="-10" dirty="0">
                <a:latin typeface="Consolas"/>
                <a:cs typeface="Consolas"/>
              </a:rPr>
              <a:t> </a:t>
            </a:r>
            <a:r>
              <a:rPr sz="1200" dirty="0">
                <a:latin typeface="Consolas"/>
                <a:cs typeface="Consolas"/>
              </a:rPr>
              <a:t>=</a:t>
            </a:r>
            <a:r>
              <a:rPr sz="1200" spc="-10" dirty="0">
                <a:latin typeface="Consolas"/>
                <a:cs typeface="Consolas"/>
              </a:rPr>
              <a:t> </a:t>
            </a:r>
            <a:r>
              <a:rPr sz="1200" spc="-5" dirty="0">
                <a:latin typeface="Consolas"/>
                <a:cs typeface="Consolas"/>
              </a:rPr>
              <a:t>()</a:t>
            </a:r>
            <a:endParaRPr sz="1200">
              <a:latin typeface="Consolas"/>
              <a:cs typeface="Consolas"/>
            </a:endParaRPr>
          </a:p>
          <a:p>
            <a:pPr marL="12700">
              <a:lnSpc>
                <a:spcPct val="100000"/>
              </a:lnSpc>
            </a:pPr>
            <a:r>
              <a:rPr sz="1200" spc="-5" dirty="0">
                <a:latin typeface="Consolas"/>
                <a:cs typeface="Consolas"/>
              </a:rPr>
              <a:t>print(bool(x))</a:t>
            </a:r>
            <a:endParaRPr sz="1200">
              <a:latin typeface="Consolas"/>
              <a:cs typeface="Consolas"/>
            </a:endParaRPr>
          </a:p>
          <a:p>
            <a:pPr>
              <a:lnSpc>
                <a:spcPct val="100000"/>
              </a:lnSpc>
              <a:spcBef>
                <a:spcPts val="30"/>
              </a:spcBef>
            </a:pPr>
            <a:endParaRPr sz="1200">
              <a:latin typeface="Consolas"/>
              <a:cs typeface="Consolas"/>
            </a:endParaRPr>
          </a:p>
          <a:p>
            <a:pPr marL="12700" marR="88265">
              <a:lnSpc>
                <a:spcPct val="100000"/>
              </a:lnSpc>
              <a:spcBef>
                <a:spcPts val="5"/>
              </a:spcBef>
            </a:pPr>
            <a:r>
              <a:rPr sz="1200" dirty="0">
                <a:latin typeface="Consolas"/>
                <a:cs typeface="Consolas"/>
              </a:rPr>
              <a:t># </a:t>
            </a:r>
            <a:r>
              <a:rPr sz="1200" spc="-5" dirty="0">
                <a:latin typeface="Consolas"/>
                <a:cs typeface="Consolas"/>
              </a:rPr>
              <a:t>Returns False as </a:t>
            </a:r>
            <a:r>
              <a:rPr sz="1200" dirty="0">
                <a:latin typeface="Consolas"/>
                <a:cs typeface="Consolas"/>
              </a:rPr>
              <a:t>x </a:t>
            </a:r>
            <a:r>
              <a:rPr sz="1200" spc="-5" dirty="0">
                <a:latin typeface="Consolas"/>
                <a:cs typeface="Consolas"/>
              </a:rPr>
              <a:t>is an empty mapping </a:t>
            </a:r>
            <a:r>
              <a:rPr sz="1200" spc="-645" dirty="0">
                <a:latin typeface="Consolas"/>
                <a:cs typeface="Consolas"/>
              </a:rPr>
              <a:t> </a:t>
            </a:r>
            <a:r>
              <a:rPr sz="1200" dirty="0">
                <a:latin typeface="Consolas"/>
                <a:cs typeface="Consolas"/>
              </a:rPr>
              <a:t>x</a:t>
            </a:r>
            <a:r>
              <a:rPr sz="1200" spc="-10" dirty="0">
                <a:latin typeface="Consolas"/>
                <a:cs typeface="Consolas"/>
              </a:rPr>
              <a:t> </a:t>
            </a:r>
            <a:r>
              <a:rPr sz="1200" dirty="0">
                <a:latin typeface="Consolas"/>
                <a:cs typeface="Consolas"/>
              </a:rPr>
              <a:t>=</a:t>
            </a:r>
            <a:r>
              <a:rPr sz="1200" spc="-10" dirty="0">
                <a:latin typeface="Consolas"/>
                <a:cs typeface="Consolas"/>
              </a:rPr>
              <a:t> </a:t>
            </a:r>
            <a:r>
              <a:rPr sz="1200" spc="-5" dirty="0">
                <a:latin typeface="Consolas"/>
                <a:cs typeface="Consolas"/>
              </a:rPr>
              <a:t>{}</a:t>
            </a:r>
            <a:endParaRPr sz="1200">
              <a:latin typeface="Consolas"/>
              <a:cs typeface="Consolas"/>
            </a:endParaRPr>
          </a:p>
          <a:p>
            <a:pPr marL="12700">
              <a:lnSpc>
                <a:spcPct val="100000"/>
              </a:lnSpc>
            </a:pPr>
            <a:r>
              <a:rPr sz="1200" spc="-5" dirty="0">
                <a:latin typeface="Consolas"/>
                <a:cs typeface="Consolas"/>
              </a:rPr>
              <a:t>print(bool(x))</a:t>
            </a:r>
            <a:endParaRPr sz="1200">
              <a:latin typeface="Consolas"/>
              <a:cs typeface="Consolas"/>
            </a:endParaRPr>
          </a:p>
          <a:p>
            <a:pPr>
              <a:lnSpc>
                <a:spcPct val="100000"/>
              </a:lnSpc>
              <a:spcBef>
                <a:spcPts val="30"/>
              </a:spcBef>
            </a:pPr>
            <a:endParaRPr sz="1200">
              <a:latin typeface="Consolas"/>
              <a:cs typeface="Consolas"/>
            </a:endParaRPr>
          </a:p>
          <a:p>
            <a:pPr marL="12700" marR="1342390">
              <a:lnSpc>
                <a:spcPct val="100000"/>
              </a:lnSpc>
              <a:spcBef>
                <a:spcPts val="5"/>
              </a:spcBef>
            </a:pPr>
            <a:r>
              <a:rPr sz="1200" dirty="0">
                <a:latin typeface="Consolas"/>
                <a:cs typeface="Consolas"/>
              </a:rPr>
              <a:t>#</a:t>
            </a:r>
            <a:r>
              <a:rPr sz="1200" spc="-20" dirty="0">
                <a:latin typeface="Consolas"/>
                <a:cs typeface="Consolas"/>
              </a:rPr>
              <a:t> </a:t>
            </a:r>
            <a:r>
              <a:rPr sz="1200" spc="-5" dirty="0">
                <a:latin typeface="Consolas"/>
                <a:cs typeface="Consolas"/>
              </a:rPr>
              <a:t>Returns</a:t>
            </a:r>
            <a:r>
              <a:rPr sz="1200" spc="-20" dirty="0">
                <a:latin typeface="Consolas"/>
                <a:cs typeface="Consolas"/>
              </a:rPr>
              <a:t> </a:t>
            </a:r>
            <a:r>
              <a:rPr sz="1200" spc="-5" dirty="0">
                <a:latin typeface="Consolas"/>
                <a:cs typeface="Consolas"/>
              </a:rPr>
              <a:t>False</a:t>
            </a:r>
            <a:r>
              <a:rPr sz="1200" spc="-15" dirty="0">
                <a:latin typeface="Consolas"/>
                <a:cs typeface="Consolas"/>
              </a:rPr>
              <a:t> </a:t>
            </a:r>
            <a:r>
              <a:rPr sz="1200" spc="-5" dirty="0">
                <a:latin typeface="Consolas"/>
                <a:cs typeface="Consolas"/>
              </a:rPr>
              <a:t>as</a:t>
            </a:r>
            <a:r>
              <a:rPr sz="1200" spc="-20" dirty="0">
                <a:latin typeface="Consolas"/>
                <a:cs typeface="Consolas"/>
              </a:rPr>
              <a:t> </a:t>
            </a:r>
            <a:r>
              <a:rPr sz="1200" dirty="0">
                <a:latin typeface="Consolas"/>
                <a:cs typeface="Consolas"/>
              </a:rPr>
              <a:t>x</a:t>
            </a:r>
            <a:r>
              <a:rPr sz="1200" spc="-20" dirty="0">
                <a:latin typeface="Consolas"/>
                <a:cs typeface="Consolas"/>
              </a:rPr>
              <a:t> </a:t>
            </a:r>
            <a:r>
              <a:rPr sz="1200" spc="-5" dirty="0">
                <a:latin typeface="Consolas"/>
                <a:cs typeface="Consolas"/>
              </a:rPr>
              <a:t>is</a:t>
            </a:r>
            <a:r>
              <a:rPr sz="1200" spc="-15" dirty="0">
                <a:latin typeface="Consolas"/>
                <a:cs typeface="Consolas"/>
              </a:rPr>
              <a:t> </a:t>
            </a:r>
            <a:r>
              <a:rPr sz="1200" dirty="0">
                <a:latin typeface="Consolas"/>
                <a:cs typeface="Consolas"/>
              </a:rPr>
              <a:t>0 </a:t>
            </a:r>
            <a:r>
              <a:rPr sz="1200" spc="-645" dirty="0">
                <a:latin typeface="Consolas"/>
                <a:cs typeface="Consolas"/>
              </a:rPr>
              <a:t> </a:t>
            </a:r>
            <a:r>
              <a:rPr sz="1200" dirty="0">
                <a:latin typeface="Consolas"/>
                <a:cs typeface="Consolas"/>
              </a:rPr>
              <a:t>x</a:t>
            </a:r>
            <a:r>
              <a:rPr sz="1200" spc="-10" dirty="0">
                <a:latin typeface="Consolas"/>
                <a:cs typeface="Consolas"/>
              </a:rPr>
              <a:t> </a:t>
            </a:r>
            <a:r>
              <a:rPr sz="1200" dirty="0">
                <a:latin typeface="Consolas"/>
                <a:cs typeface="Consolas"/>
              </a:rPr>
              <a:t>=</a:t>
            </a:r>
            <a:r>
              <a:rPr sz="1200" spc="-10" dirty="0">
                <a:latin typeface="Consolas"/>
                <a:cs typeface="Consolas"/>
              </a:rPr>
              <a:t> </a:t>
            </a:r>
            <a:r>
              <a:rPr sz="1200" spc="-5" dirty="0">
                <a:latin typeface="Consolas"/>
                <a:cs typeface="Consolas"/>
              </a:rPr>
              <a:t>0.0</a:t>
            </a:r>
            <a:endParaRPr sz="1200">
              <a:latin typeface="Consolas"/>
              <a:cs typeface="Consolas"/>
            </a:endParaRPr>
          </a:p>
          <a:p>
            <a:pPr marL="12700">
              <a:lnSpc>
                <a:spcPct val="100000"/>
              </a:lnSpc>
            </a:pPr>
            <a:r>
              <a:rPr sz="1200" spc="-5" dirty="0">
                <a:latin typeface="Consolas"/>
                <a:cs typeface="Consolas"/>
              </a:rPr>
              <a:t>print(bool(x))</a:t>
            </a:r>
            <a:endParaRPr sz="1200">
              <a:latin typeface="Consolas"/>
              <a:cs typeface="Consolas"/>
            </a:endParaRPr>
          </a:p>
          <a:p>
            <a:pPr>
              <a:lnSpc>
                <a:spcPct val="100000"/>
              </a:lnSpc>
              <a:spcBef>
                <a:spcPts val="30"/>
              </a:spcBef>
            </a:pPr>
            <a:endParaRPr sz="1200">
              <a:latin typeface="Consolas"/>
              <a:cs typeface="Consolas"/>
            </a:endParaRPr>
          </a:p>
          <a:p>
            <a:pPr marL="12700" marR="5080">
              <a:lnSpc>
                <a:spcPct val="100000"/>
              </a:lnSpc>
              <a:spcBef>
                <a:spcPts val="5"/>
              </a:spcBef>
            </a:pPr>
            <a:r>
              <a:rPr sz="1200" dirty="0">
                <a:latin typeface="Consolas"/>
                <a:cs typeface="Consolas"/>
              </a:rPr>
              <a:t># </a:t>
            </a:r>
            <a:r>
              <a:rPr sz="1200" spc="-5" dirty="0">
                <a:latin typeface="Consolas"/>
                <a:cs typeface="Consolas"/>
              </a:rPr>
              <a:t>Returns True as </a:t>
            </a:r>
            <a:r>
              <a:rPr sz="1200" dirty="0">
                <a:latin typeface="Consolas"/>
                <a:cs typeface="Consolas"/>
              </a:rPr>
              <a:t>x </a:t>
            </a:r>
            <a:r>
              <a:rPr sz="1200" spc="-5" dirty="0">
                <a:latin typeface="Consolas"/>
                <a:cs typeface="Consolas"/>
              </a:rPr>
              <a:t>is </a:t>
            </a:r>
            <a:r>
              <a:rPr sz="1200" dirty="0">
                <a:latin typeface="Consolas"/>
                <a:cs typeface="Consolas"/>
              </a:rPr>
              <a:t>a </a:t>
            </a:r>
            <a:r>
              <a:rPr sz="1200" spc="-5" dirty="0">
                <a:latin typeface="Consolas"/>
                <a:cs typeface="Consolas"/>
              </a:rPr>
              <a:t>non empty string </a:t>
            </a:r>
            <a:r>
              <a:rPr sz="1200" spc="-645" dirty="0">
                <a:latin typeface="Consolas"/>
                <a:cs typeface="Consolas"/>
              </a:rPr>
              <a:t> </a:t>
            </a:r>
            <a:r>
              <a:rPr sz="1200" dirty="0">
                <a:latin typeface="Consolas"/>
                <a:cs typeface="Consolas"/>
              </a:rPr>
              <a:t>x</a:t>
            </a:r>
            <a:r>
              <a:rPr sz="1200" spc="-10" dirty="0">
                <a:latin typeface="Consolas"/>
                <a:cs typeface="Consolas"/>
              </a:rPr>
              <a:t> </a:t>
            </a:r>
            <a:r>
              <a:rPr sz="1200" dirty="0">
                <a:latin typeface="Consolas"/>
                <a:cs typeface="Consolas"/>
              </a:rPr>
              <a:t>=</a:t>
            </a:r>
            <a:r>
              <a:rPr sz="1200" spc="-10" dirty="0">
                <a:latin typeface="Consolas"/>
                <a:cs typeface="Consolas"/>
              </a:rPr>
              <a:t> </a:t>
            </a:r>
            <a:r>
              <a:rPr sz="1200" spc="-5" dirty="0">
                <a:latin typeface="Consolas"/>
                <a:cs typeface="Consolas"/>
              </a:rPr>
              <a:t>'GeeksforGeeks'</a:t>
            </a:r>
            <a:endParaRPr sz="1200">
              <a:latin typeface="Consolas"/>
              <a:cs typeface="Consolas"/>
            </a:endParaRPr>
          </a:p>
          <a:p>
            <a:pPr marL="12700">
              <a:lnSpc>
                <a:spcPct val="100000"/>
              </a:lnSpc>
            </a:pPr>
            <a:r>
              <a:rPr sz="1200" spc="-5" dirty="0">
                <a:latin typeface="Consolas"/>
                <a:cs typeface="Consolas"/>
              </a:rPr>
              <a:t>print(bool(x))</a:t>
            </a:r>
            <a:endParaRPr sz="1200">
              <a:latin typeface="Consolas"/>
              <a:cs typeface="Consolas"/>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788683" y="782724"/>
            <a:ext cx="773430" cy="1945639"/>
          </a:xfrm>
          <a:prstGeom prst="rect">
            <a:avLst/>
          </a:prstGeom>
        </p:spPr>
        <p:txBody>
          <a:bodyPr vert="horz" wrap="square" lIns="0" tIns="12700" rIns="0" bIns="0" rtlCol="0">
            <a:spAutoFit/>
          </a:bodyPr>
          <a:lstStyle/>
          <a:p>
            <a:pPr marL="12700" marR="5080">
              <a:lnSpc>
                <a:spcPct val="100000"/>
              </a:lnSpc>
              <a:spcBef>
                <a:spcPts val="100"/>
              </a:spcBef>
            </a:pPr>
            <a:r>
              <a:rPr sz="1800" b="1" spc="-5" dirty="0">
                <a:solidFill>
                  <a:srgbClr val="273138"/>
                </a:solidFill>
                <a:latin typeface="Arial"/>
                <a:cs typeface="Arial"/>
              </a:rPr>
              <a:t>Output  </a:t>
            </a:r>
            <a:r>
              <a:rPr sz="1800" spc="-5" dirty="0">
                <a:solidFill>
                  <a:srgbClr val="273138"/>
                </a:solidFill>
                <a:latin typeface="Consolas"/>
                <a:cs typeface="Consolas"/>
              </a:rPr>
              <a:t>False </a:t>
            </a:r>
            <a:r>
              <a:rPr sz="1800" spc="-975" dirty="0">
                <a:solidFill>
                  <a:srgbClr val="273138"/>
                </a:solidFill>
                <a:latin typeface="Consolas"/>
                <a:cs typeface="Consolas"/>
              </a:rPr>
              <a:t> </a:t>
            </a:r>
            <a:r>
              <a:rPr sz="1800" spc="-5" dirty="0">
                <a:solidFill>
                  <a:srgbClr val="273138"/>
                </a:solidFill>
                <a:latin typeface="Consolas"/>
                <a:cs typeface="Consolas"/>
              </a:rPr>
              <a:t>False </a:t>
            </a:r>
            <a:r>
              <a:rPr sz="1800" spc="-975" dirty="0">
                <a:solidFill>
                  <a:srgbClr val="273138"/>
                </a:solidFill>
                <a:latin typeface="Consolas"/>
                <a:cs typeface="Consolas"/>
              </a:rPr>
              <a:t> </a:t>
            </a:r>
            <a:r>
              <a:rPr sz="1800" spc="-5" dirty="0">
                <a:solidFill>
                  <a:srgbClr val="273138"/>
                </a:solidFill>
                <a:latin typeface="Consolas"/>
                <a:cs typeface="Consolas"/>
              </a:rPr>
              <a:t>False </a:t>
            </a:r>
            <a:r>
              <a:rPr sz="1800" spc="-975" dirty="0">
                <a:solidFill>
                  <a:srgbClr val="273138"/>
                </a:solidFill>
                <a:latin typeface="Consolas"/>
                <a:cs typeface="Consolas"/>
              </a:rPr>
              <a:t> </a:t>
            </a:r>
            <a:r>
              <a:rPr sz="1800" spc="-5" dirty="0">
                <a:solidFill>
                  <a:srgbClr val="273138"/>
                </a:solidFill>
                <a:latin typeface="Consolas"/>
                <a:cs typeface="Consolas"/>
              </a:rPr>
              <a:t>False </a:t>
            </a:r>
            <a:r>
              <a:rPr sz="1800" spc="-975" dirty="0">
                <a:solidFill>
                  <a:srgbClr val="273138"/>
                </a:solidFill>
                <a:latin typeface="Consolas"/>
                <a:cs typeface="Consolas"/>
              </a:rPr>
              <a:t> </a:t>
            </a:r>
            <a:r>
              <a:rPr sz="1800" spc="-5" dirty="0">
                <a:solidFill>
                  <a:srgbClr val="273138"/>
                </a:solidFill>
                <a:latin typeface="Consolas"/>
                <a:cs typeface="Consolas"/>
              </a:rPr>
              <a:t>False </a:t>
            </a:r>
            <a:r>
              <a:rPr sz="1800" spc="-975" dirty="0">
                <a:solidFill>
                  <a:srgbClr val="273138"/>
                </a:solidFill>
                <a:latin typeface="Consolas"/>
                <a:cs typeface="Consolas"/>
              </a:rPr>
              <a:t> </a:t>
            </a:r>
            <a:r>
              <a:rPr sz="1800" spc="-5" dirty="0">
                <a:solidFill>
                  <a:srgbClr val="273138"/>
                </a:solidFill>
                <a:latin typeface="Consolas"/>
                <a:cs typeface="Consolas"/>
              </a:rPr>
              <a:t>True</a:t>
            </a:r>
            <a:endParaRPr sz="1800">
              <a:latin typeface="Consolas"/>
              <a:cs typeface="Consolas"/>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73"/>
        <p:cNvGrpSpPr/>
        <p:nvPr/>
      </p:nvGrpSpPr>
      <p:grpSpPr>
        <a:xfrm>
          <a:off x="0" y="0"/>
          <a:ext cx="0" cy="0"/>
          <a:chOff x="0" y="0"/>
          <a:chExt cx="0" cy="0"/>
        </a:xfrm>
      </p:grpSpPr>
      <p:sp>
        <p:nvSpPr>
          <p:cNvPr id="74" name="Google Shape;74;p15"/>
          <p:cNvSpPr txBox="1">
            <a:spLocks noGrp="1"/>
          </p:cNvSpPr>
          <p:nvPr>
            <p:ph type="title"/>
          </p:nvPr>
        </p:nvSpPr>
        <p:spPr>
          <a:xfrm>
            <a:off x="492975" y="1485625"/>
            <a:ext cx="8293200" cy="985200"/>
          </a:xfrm>
          <a:prstGeom prst="rect">
            <a:avLst/>
          </a:prstGeom>
        </p:spPr>
        <p:txBody>
          <a:bodyPr spcFirstLastPara="1" wrap="square" lIns="0" tIns="0" rIns="0" bIns="0" anchor="t" anchorCtr="0">
            <a:spAutoFit/>
          </a:bodyPr>
          <a:lstStyle/>
          <a:p>
            <a:pPr marL="0" lvl="0" indent="0" algn="l" rtl="0">
              <a:spcBef>
                <a:spcPts val="0"/>
              </a:spcBef>
              <a:spcAft>
                <a:spcPts val="0"/>
              </a:spcAft>
              <a:buNone/>
            </a:pPr>
            <a:r>
              <a:rPr lang="en"/>
              <a:t>WRITING PSEUDO CODE AND COMMENTS</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78"/>
        <p:cNvGrpSpPr/>
        <p:nvPr/>
      </p:nvGrpSpPr>
      <p:grpSpPr>
        <a:xfrm>
          <a:off x="0" y="0"/>
          <a:ext cx="0" cy="0"/>
          <a:chOff x="0" y="0"/>
          <a:chExt cx="0" cy="0"/>
        </a:xfrm>
      </p:grpSpPr>
      <p:pic>
        <p:nvPicPr>
          <p:cNvPr id="79" name="Google Shape;79;p16"/>
          <p:cNvPicPr preferRelativeResize="0"/>
          <p:nvPr/>
        </p:nvPicPr>
        <p:blipFill rotWithShape="1">
          <a:blip r:embed="rId3" cstate="print">
            <a:alphaModFix/>
          </a:blip>
          <a:srcRect/>
          <a:stretch/>
        </p:blipFill>
        <p:spPr>
          <a:xfrm>
            <a:off x="195326" y="141455"/>
            <a:ext cx="780611" cy="800745"/>
          </a:xfrm>
          <a:prstGeom prst="rect">
            <a:avLst/>
          </a:prstGeom>
          <a:noFill/>
          <a:ln>
            <a:noFill/>
          </a:ln>
        </p:spPr>
      </p:pic>
      <p:sp>
        <p:nvSpPr>
          <p:cNvPr id="80" name="Google Shape;80;p16"/>
          <p:cNvSpPr txBox="1"/>
          <p:nvPr/>
        </p:nvSpPr>
        <p:spPr>
          <a:xfrm>
            <a:off x="383540" y="942200"/>
            <a:ext cx="7354500" cy="4865400"/>
          </a:xfrm>
          <a:prstGeom prst="rect">
            <a:avLst/>
          </a:prstGeom>
          <a:noFill/>
          <a:ln>
            <a:noFill/>
          </a:ln>
        </p:spPr>
        <p:txBody>
          <a:bodyPr spcFirstLastPara="1" wrap="square" lIns="0" tIns="13325" rIns="0" bIns="0" anchor="t" anchorCtr="0">
            <a:spAutoFit/>
          </a:bodyPr>
          <a:lstStyle/>
          <a:p>
            <a:pPr marL="12700" marR="0" lvl="0" indent="0" algn="l" rtl="0">
              <a:lnSpc>
                <a:spcPct val="100000"/>
              </a:lnSpc>
              <a:spcBef>
                <a:spcPts val="1705"/>
              </a:spcBef>
              <a:spcAft>
                <a:spcPts val="0"/>
              </a:spcAft>
              <a:buClr>
                <a:srgbClr val="000000"/>
              </a:buClr>
              <a:buSzPts val="2400"/>
              <a:buFont typeface="Arial"/>
              <a:buNone/>
            </a:pPr>
            <a:r>
              <a:rPr lang="en" sz="2400" b="1" i="0" u="none" strike="noStrike" cap="none">
                <a:solidFill>
                  <a:srgbClr val="336600"/>
                </a:solidFill>
                <a:latin typeface="Cambria"/>
                <a:ea typeface="Cambria"/>
                <a:cs typeface="Cambria"/>
                <a:sym typeface="Cambria"/>
              </a:rPr>
              <a:t>1. 4 Writing Pseudocode</a:t>
            </a:r>
            <a:endParaRPr sz="2400" b="0" i="0" u="none" strike="noStrike" cap="none">
              <a:solidFill>
                <a:schemeClr val="dk1"/>
              </a:solidFill>
              <a:latin typeface="Cambria"/>
              <a:ea typeface="Cambria"/>
              <a:cs typeface="Cambria"/>
              <a:sym typeface="Cambria"/>
            </a:endParaRPr>
          </a:p>
          <a:p>
            <a:pPr marL="347345" marR="0" lvl="0" indent="-274955" algn="l" rtl="0">
              <a:lnSpc>
                <a:spcPct val="100000"/>
              </a:lnSpc>
              <a:spcBef>
                <a:spcPts val="2300"/>
              </a:spcBef>
              <a:spcAft>
                <a:spcPts val="0"/>
              </a:spcAft>
              <a:buClr>
                <a:srgbClr val="D24717"/>
              </a:buClr>
              <a:buSzPts val="1850"/>
              <a:buFont typeface="Noto Sans Symbols"/>
              <a:buChar char="❑"/>
            </a:pPr>
            <a:r>
              <a:rPr lang="en" sz="2000" b="0" i="0" u="none" strike="noStrike" cap="none">
                <a:solidFill>
                  <a:schemeClr val="dk1"/>
                </a:solidFill>
                <a:latin typeface="Cambria"/>
                <a:ea typeface="Cambria"/>
                <a:cs typeface="Cambria"/>
                <a:sym typeface="Cambria"/>
              </a:rPr>
              <a:t>Pseudo – Imitation / False</a:t>
            </a:r>
            <a:endParaRPr sz="2000" b="0" i="0" u="none" strike="noStrike" cap="none">
              <a:solidFill>
                <a:schemeClr val="dk1"/>
              </a:solidFill>
              <a:latin typeface="Cambria"/>
              <a:ea typeface="Cambria"/>
              <a:cs typeface="Cambria"/>
              <a:sym typeface="Cambria"/>
            </a:endParaRPr>
          </a:p>
          <a:p>
            <a:pPr marL="347345" marR="0" lvl="0" indent="-274955" algn="l" rtl="0">
              <a:lnSpc>
                <a:spcPct val="100000"/>
              </a:lnSpc>
              <a:spcBef>
                <a:spcPts val="1920"/>
              </a:spcBef>
              <a:spcAft>
                <a:spcPts val="0"/>
              </a:spcAft>
              <a:buClr>
                <a:srgbClr val="D24717"/>
              </a:buClr>
              <a:buSzPts val="1850"/>
              <a:buFont typeface="Noto Sans Symbols"/>
              <a:buChar char="❑"/>
            </a:pPr>
            <a:r>
              <a:rPr lang="en" sz="2000" b="0" i="0" u="none" strike="noStrike" cap="none">
                <a:solidFill>
                  <a:schemeClr val="dk1"/>
                </a:solidFill>
                <a:latin typeface="Cambria"/>
                <a:ea typeface="Cambria"/>
                <a:cs typeface="Cambria"/>
                <a:sym typeface="Cambria"/>
              </a:rPr>
              <a:t>Code – Instructions</a:t>
            </a:r>
            <a:endParaRPr sz="2000" b="0" i="0" u="none" strike="noStrike" cap="none">
              <a:solidFill>
                <a:schemeClr val="dk1"/>
              </a:solidFill>
              <a:latin typeface="Cambria"/>
              <a:ea typeface="Cambria"/>
              <a:cs typeface="Cambria"/>
              <a:sym typeface="Cambria"/>
            </a:endParaRPr>
          </a:p>
          <a:p>
            <a:pPr marL="347345" marR="0" lvl="0" indent="-274955" algn="l" rtl="0">
              <a:lnSpc>
                <a:spcPct val="100000"/>
              </a:lnSpc>
              <a:spcBef>
                <a:spcPts val="1925"/>
              </a:spcBef>
              <a:spcAft>
                <a:spcPts val="0"/>
              </a:spcAft>
              <a:buClr>
                <a:srgbClr val="D24717"/>
              </a:buClr>
              <a:buSzPts val="1850"/>
              <a:buFont typeface="Noto Sans Symbols"/>
              <a:buChar char="❑"/>
            </a:pPr>
            <a:r>
              <a:rPr lang="en" sz="2000" b="1" i="0" u="none" strike="noStrike" cap="none">
                <a:solidFill>
                  <a:srgbClr val="C00000"/>
                </a:solidFill>
                <a:latin typeface="Cambria"/>
                <a:ea typeface="Cambria"/>
                <a:cs typeface="Cambria"/>
                <a:sym typeface="Cambria"/>
              </a:rPr>
              <a:t>Goal: </a:t>
            </a:r>
            <a:r>
              <a:rPr lang="en" sz="2000" b="0" i="0" u="none" strike="noStrike" cap="none">
                <a:solidFill>
                  <a:schemeClr val="dk1"/>
                </a:solidFill>
                <a:latin typeface="Cambria"/>
                <a:ea typeface="Cambria"/>
                <a:cs typeface="Cambria"/>
                <a:sym typeface="Cambria"/>
              </a:rPr>
              <a:t>To provide a high level description of the Algorithm</a:t>
            </a:r>
            <a:endParaRPr sz="2000" b="0" i="0" u="none" strike="noStrike" cap="none">
              <a:solidFill>
                <a:schemeClr val="dk1"/>
              </a:solidFill>
              <a:latin typeface="Cambria"/>
              <a:ea typeface="Cambria"/>
              <a:cs typeface="Cambria"/>
              <a:sym typeface="Cambria"/>
            </a:endParaRPr>
          </a:p>
          <a:p>
            <a:pPr marL="347345" marR="0" lvl="0" indent="-274955" algn="l" rtl="0">
              <a:lnSpc>
                <a:spcPct val="100000"/>
              </a:lnSpc>
              <a:spcBef>
                <a:spcPts val="1920"/>
              </a:spcBef>
              <a:spcAft>
                <a:spcPts val="0"/>
              </a:spcAft>
              <a:buClr>
                <a:srgbClr val="D24717"/>
              </a:buClr>
              <a:buSzPts val="1850"/>
              <a:buFont typeface="Noto Sans Symbols"/>
              <a:buChar char="❑"/>
            </a:pPr>
            <a:r>
              <a:rPr lang="en" sz="2000" b="1" i="0" u="none" strike="noStrike" cap="none">
                <a:solidFill>
                  <a:srgbClr val="C00000"/>
                </a:solidFill>
                <a:latin typeface="Cambria"/>
                <a:ea typeface="Cambria"/>
                <a:cs typeface="Cambria"/>
                <a:sym typeface="Cambria"/>
              </a:rPr>
              <a:t>Benefit: </a:t>
            </a:r>
            <a:r>
              <a:rPr lang="en" sz="2000" b="0" i="0" u="none" strike="noStrike" cap="none">
                <a:solidFill>
                  <a:schemeClr val="dk1"/>
                </a:solidFill>
                <a:latin typeface="Cambria"/>
                <a:ea typeface="Cambria"/>
                <a:cs typeface="Cambria"/>
                <a:sym typeface="Cambria"/>
              </a:rPr>
              <a:t>Enables programmer to concentrate on Algorithm</a:t>
            </a:r>
            <a:endParaRPr sz="2000" b="0" i="0" u="none" strike="noStrike" cap="none">
              <a:solidFill>
                <a:schemeClr val="dk1"/>
              </a:solidFill>
              <a:latin typeface="Cambria"/>
              <a:ea typeface="Cambria"/>
              <a:cs typeface="Cambria"/>
              <a:sym typeface="Cambria"/>
            </a:endParaRPr>
          </a:p>
          <a:p>
            <a:pPr marL="347345" marR="0" lvl="0" indent="-274955" algn="l" rtl="0">
              <a:lnSpc>
                <a:spcPct val="100000"/>
              </a:lnSpc>
              <a:spcBef>
                <a:spcPts val="1920"/>
              </a:spcBef>
              <a:spcAft>
                <a:spcPts val="0"/>
              </a:spcAft>
              <a:buClr>
                <a:srgbClr val="D24717"/>
              </a:buClr>
              <a:buSzPts val="1850"/>
              <a:buFont typeface="Noto Sans Symbols"/>
              <a:buChar char="❑"/>
            </a:pPr>
            <a:r>
              <a:rPr lang="en" sz="2000" b="0" i="0" u="none" strike="noStrike" cap="none">
                <a:solidFill>
                  <a:schemeClr val="dk1"/>
                </a:solidFill>
                <a:latin typeface="Cambria"/>
                <a:ea typeface="Cambria"/>
                <a:cs typeface="Cambria"/>
                <a:sym typeface="Cambria"/>
              </a:rPr>
              <a:t>Similar to programming code</a:t>
            </a:r>
            <a:endParaRPr sz="2000" b="0" i="0" u="none" strike="noStrike" cap="none">
              <a:solidFill>
                <a:schemeClr val="dk1"/>
              </a:solidFill>
              <a:latin typeface="Cambria"/>
              <a:ea typeface="Cambria"/>
              <a:cs typeface="Cambria"/>
              <a:sym typeface="Cambria"/>
            </a:endParaRPr>
          </a:p>
          <a:p>
            <a:pPr marL="347345" marR="0" lvl="0" indent="-274955" algn="l" rtl="0">
              <a:lnSpc>
                <a:spcPct val="100000"/>
              </a:lnSpc>
              <a:spcBef>
                <a:spcPts val="1920"/>
              </a:spcBef>
              <a:spcAft>
                <a:spcPts val="0"/>
              </a:spcAft>
              <a:buClr>
                <a:srgbClr val="D24717"/>
              </a:buClr>
              <a:buSzPts val="1850"/>
              <a:buFont typeface="Noto Sans Symbols"/>
              <a:buChar char="❑"/>
            </a:pPr>
            <a:r>
              <a:rPr lang="en" sz="2000" b="0" i="0" u="none" strike="noStrike" cap="none">
                <a:solidFill>
                  <a:schemeClr val="dk1"/>
                </a:solidFill>
                <a:latin typeface="Cambria"/>
                <a:ea typeface="Cambria"/>
                <a:cs typeface="Cambria"/>
                <a:sym typeface="Cambria"/>
              </a:rPr>
              <a:t>Description of the Algorithm</a:t>
            </a:r>
            <a:endParaRPr sz="2000" b="0" i="0" u="none" strike="noStrike" cap="none">
              <a:solidFill>
                <a:schemeClr val="dk1"/>
              </a:solidFill>
              <a:latin typeface="Cambria"/>
              <a:ea typeface="Cambria"/>
              <a:cs typeface="Cambria"/>
              <a:sym typeface="Cambria"/>
            </a:endParaRPr>
          </a:p>
          <a:p>
            <a:pPr marL="347345" marR="0" lvl="0" indent="-274955" algn="l" rtl="0">
              <a:lnSpc>
                <a:spcPct val="100000"/>
              </a:lnSpc>
              <a:spcBef>
                <a:spcPts val="1920"/>
              </a:spcBef>
              <a:spcAft>
                <a:spcPts val="0"/>
              </a:spcAft>
              <a:buClr>
                <a:srgbClr val="D24717"/>
              </a:buClr>
              <a:buSzPts val="1850"/>
              <a:buFont typeface="Noto Sans Symbols"/>
              <a:buChar char="❑"/>
            </a:pPr>
            <a:r>
              <a:rPr lang="en" sz="2000" b="0" i="0" u="none" strike="noStrike" cap="none">
                <a:solidFill>
                  <a:schemeClr val="dk1"/>
                </a:solidFill>
                <a:latin typeface="Cambria"/>
                <a:ea typeface="Cambria"/>
                <a:cs typeface="Cambria"/>
                <a:sym typeface="Cambria"/>
              </a:rPr>
              <a:t>No specific Programming language notations</a:t>
            </a:r>
            <a:endParaRPr sz="2000" b="0" i="0" u="none" strike="noStrike" cap="none">
              <a:solidFill>
                <a:schemeClr val="dk1"/>
              </a:solidFill>
              <a:latin typeface="Cambria"/>
              <a:ea typeface="Cambria"/>
              <a:cs typeface="Cambria"/>
              <a:sym typeface="Cambria"/>
            </a:endParaRPr>
          </a:p>
          <a:p>
            <a:pPr marL="347345" marR="0" lvl="0" indent="-274955" algn="l" rtl="0">
              <a:lnSpc>
                <a:spcPct val="100000"/>
              </a:lnSpc>
              <a:spcBef>
                <a:spcPts val="1920"/>
              </a:spcBef>
              <a:spcAft>
                <a:spcPts val="0"/>
              </a:spcAft>
              <a:buClr>
                <a:srgbClr val="D24717"/>
              </a:buClr>
              <a:buSzPts val="1850"/>
              <a:buFont typeface="Noto Sans Symbols"/>
              <a:buChar char="❑"/>
            </a:pPr>
            <a:r>
              <a:rPr lang="en" sz="2000" b="0" i="0" u="none" strike="noStrike" cap="none">
                <a:solidFill>
                  <a:schemeClr val="dk1"/>
                </a:solidFill>
                <a:latin typeface="Cambria"/>
                <a:ea typeface="Cambria"/>
                <a:cs typeface="Cambria"/>
                <a:sym typeface="Cambria"/>
              </a:rPr>
              <a:t>Pseudo Code transformed into actual program code</a:t>
            </a:r>
            <a:endParaRPr sz="2000" b="0" i="0" u="none" strike="noStrike" cap="none">
              <a:solidFill>
                <a:schemeClr val="dk1"/>
              </a:solidFill>
              <a:latin typeface="Cambria"/>
              <a:ea typeface="Cambria"/>
              <a:cs typeface="Cambria"/>
              <a:sym typeface="Cambria"/>
            </a:endParaRPr>
          </a:p>
        </p:txBody>
      </p:sp>
      <p:sp>
        <p:nvSpPr>
          <p:cNvPr id="81" name="Google Shape;81;p16"/>
          <p:cNvSpPr txBox="1">
            <a:spLocks noGrp="1"/>
          </p:cNvSpPr>
          <p:nvPr>
            <p:ph type="title"/>
          </p:nvPr>
        </p:nvSpPr>
        <p:spPr>
          <a:xfrm>
            <a:off x="1236141" y="141455"/>
            <a:ext cx="7707300" cy="690000"/>
          </a:xfrm>
          <a:prstGeom prst="rect">
            <a:avLst/>
          </a:prstGeom>
          <a:noFill/>
          <a:ln>
            <a:noFill/>
          </a:ln>
        </p:spPr>
        <p:txBody>
          <a:bodyPr spcFirstLastPara="1" wrap="square" lIns="0" tIns="12700" rIns="0" bIns="0" anchor="t" anchorCtr="0">
            <a:spAutoFit/>
          </a:bodyPr>
          <a:lstStyle/>
          <a:p>
            <a:pPr marL="163195" lvl="0" indent="0" algn="ctr" rtl="0">
              <a:lnSpc>
                <a:spcPct val="100000"/>
              </a:lnSpc>
              <a:spcBef>
                <a:spcPts val="0"/>
              </a:spcBef>
              <a:spcAft>
                <a:spcPts val="0"/>
              </a:spcAft>
              <a:buSzPts val="1400"/>
              <a:buNone/>
            </a:pPr>
            <a:r>
              <a:rPr lang="en" sz="2200"/>
              <a:t>SRM INSTITUTE OF SCIENCE AND TECHNOLOGY,</a:t>
            </a:r>
            <a:r>
              <a:rPr lang="en" sz="2200">
                <a:solidFill>
                  <a:schemeClr val="dk1"/>
                </a:solidFill>
              </a:rPr>
              <a:t/>
            </a:r>
            <a:br>
              <a:rPr lang="en" sz="2200">
                <a:solidFill>
                  <a:schemeClr val="dk1"/>
                </a:solidFill>
              </a:rPr>
            </a:br>
            <a:r>
              <a:rPr lang="en" sz="2200"/>
              <a:t>CHENNAI.</a:t>
            </a:r>
            <a:endParaRPr sz="240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85"/>
        <p:cNvGrpSpPr/>
        <p:nvPr/>
      </p:nvGrpSpPr>
      <p:grpSpPr>
        <a:xfrm>
          <a:off x="0" y="0"/>
          <a:ext cx="0" cy="0"/>
          <a:chOff x="0" y="0"/>
          <a:chExt cx="0" cy="0"/>
        </a:xfrm>
      </p:grpSpPr>
      <p:pic>
        <p:nvPicPr>
          <p:cNvPr id="86" name="Google Shape;86;p17"/>
          <p:cNvPicPr preferRelativeResize="0"/>
          <p:nvPr/>
        </p:nvPicPr>
        <p:blipFill rotWithShape="1">
          <a:blip r:embed="rId3" cstate="print">
            <a:alphaModFix/>
          </a:blip>
          <a:srcRect/>
          <a:stretch/>
        </p:blipFill>
        <p:spPr>
          <a:xfrm>
            <a:off x="195326" y="141455"/>
            <a:ext cx="780611" cy="800745"/>
          </a:xfrm>
          <a:prstGeom prst="rect">
            <a:avLst/>
          </a:prstGeom>
          <a:noFill/>
          <a:ln>
            <a:noFill/>
          </a:ln>
        </p:spPr>
      </p:pic>
      <p:sp>
        <p:nvSpPr>
          <p:cNvPr id="87" name="Google Shape;87;p17"/>
          <p:cNvSpPr txBox="1"/>
          <p:nvPr/>
        </p:nvSpPr>
        <p:spPr>
          <a:xfrm>
            <a:off x="383540" y="942200"/>
            <a:ext cx="7907100" cy="4998600"/>
          </a:xfrm>
          <a:prstGeom prst="rect">
            <a:avLst/>
          </a:prstGeom>
          <a:noFill/>
          <a:ln>
            <a:noFill/>
          </a:ln>
        </p:spPr>
        <p:txBody>
          <a:bodyPr spcFirstLastPara="1" wrap="square" lIns="0" tIns="13325" rIns="0" bIns="0" anchor="t" anchorCtr="0">
            <a:spAutoFit/>
          </a:bodyPr>
          <a:lstStyle/>
          <a:p>
            <a:pPr marL="383540" marR="0" lvl="0" indent="-370840" algn="l" rtl="0">
              <a:lnSpc>
                <a:spcPct val="100000"/>
              </a:lnSpc>
              <a:spcBef>
                <a:spcPts val="1705"/>
              </a:spcBef>
              <a:spcAft>
                <a:spcPts val="0"/>
              </a:spcAft>
              <a:buClr>
                <a:srgbClr val="336600"/>
              </a:buClr>
              <a:buSzPts val="2800"/>
              <a:buFont typeface="Cambria"/>
              <a:buAutoNum type="arabicPeriod"/>
            </a:pPr>
            <a:r>
              <a:rPr lang="en" sz="2800" b="1" i="0" u="none" strike="noStrike" cap="none">
                <a:solidFill>
                  <a:srgbClr val="336600"/>
                </a:solidFill>
                <a:latin typeface="Cambria"/>
                <a:ea typeface="Cambria"/>
                <a:cs typeface="Cambria"/>
                <a:sym typeface="Cambria"/>
              </a:rPr>
              <a:t>4 Writing Pseudocode Contd…</a:t>
            </a:r>
            <a:endParaRPr sz="2800" b="0" i="0" u="none" strike="noStrike" cap="none">
              <a:solidFill>
                <a:schemeClr val="dk1"/>
              </a:solidFill>
              <a:latin typeface="Cambria"/>
              <a:ea typeface="Cambria"/>
              <a:cs typeface="Cambria"/>
              <a:sym typeface="Cambria"/>
            </a:endParaRPr>
          </a:p>
          <a:p>
            <a:pPr marL="530225" marR="0" lvl="1" indent="-457832" algn="l" rtl="0">
              <a:lnSpc>
                <a:spcPct val="100000"/>
              </a:lnSpc>
              <a:spcBef>
                <a:spcPts val="2365"/>
              </a:spcBef>
              <a:spcAft>
                <a:spcPts val="0"/>
              </a:spcAft>
              <a:buClr>
                <a:srgbClr val="D24717"/>
              </a:buClr>
              <a:buSzPts val="2050"/>
              <a:buFont typeface="Cambria"/>
              <a:buAutoNum type="alphaLcParenR"/>
            </a:pPr>
            <a:r>
              <a:rPr lang="en" sz="2400" b="1" i="0" u="none" strike="noStrike" cap="none">
                <a:solidFill>
                  <a:srgbClr val="C00000"/>
                </a:solidFill>
                <a:latin typeface="Cambria"/>
                <a:ea typeface="Cambria"/>
                <a:cs typeface="Cambria"/>
                <a:sym typeface="Cambria"/>
              </a:rPr>
              <a:t>Guidelines for Writing Pseudo Code</a:t>
            </a:r>
            <a:endParaRPr sz="2400" b="0" i="0" u="none" strike="noStrike" cap="none">
              <a:solidFill>
                <a:schemeClr val="dk1"/>
              </a:solidFill>
              <a:latin typeface="Cambria"/>
              <a:ea typeface="Cambria"/>
              <a:cs typeface="Cambria"/>
              <a:sym typeface="Cambria"/>
            </a:endParaRPr>
          </a:p>
          <a:p>
            <a:pPr marL="690245" marR="0" lvl="2" indent="-297814" algn="l" rtl="0">
              <a:lnSpc>
                <a:spcPct val="100000"/>
              </a:lnSpc>
              <a:spcBef>
                <a:spcPts val="1835"/>
              </a:spcBef>
              <a:spcAft>
                <a:spcPts val="0"/>
              </a:spcAft>
              <a:buClr>
                <a:srgbClr val="9B2C1F"/>
              </a:buClr>
              <a:buSzPts val="2050"/>
              <a:buFont typeface="Noto Sans Symbols"/>
              <a:buChar char="❑"/>
            </a:pPr>
            <a:r>
              <a:rPr lang="en" sz="2400" b="1" i="0" u="none" strike="noStrike" cap="none">
                <a:solidFill>
                  <a:srgbClr val="336600"/>
                </a:solidFill>
                <a:latin typeface="Cambria"/>
                <a:ea typeface="Cambria"/>
                <a:cs typeface="Cambria"/>
                <a:sym typeface="Cambria"/>
              </a:rPr>
              <a:t>Write only one Statement per line</a:t>
            </a:r>
            <a:endParaRPr sz="2400" b="0" i="0" u="none" strike="noStrike" cap="none">
              <a:solidFill>
                <a:schemeClr val="dk1"/>
              </a:solidFill>
              <a:latin typeface="Cambria"/>
              <a:ea typeface="Cambria"/>
              <a:cs typeface="Cambria"/>
              <a:sym typeface="Cambria"/>
            </a:endParaRPr>
          </a:p>
          <a:p>
            <a:pPr marL="964563" marR="0" lvl="3" indent="-297813" algn="l" rtl="0">
              <a:lnSpc>
                <a:spcPct val="100000"/>
              </a:lnSpc>
              <a:spcBef>
                <a:spcPts val="1850"/>
              </a:spcBef>
              <a:spcAft>
                <a:spcPts val="0"/>
              </a:spcAft>
              <a:buClr>
                <a:schemeClr val="dk1"/>
              </a:buClr>
              <a:buSzPts val="2050"/>
              <a:buFont typeface="Noto Sans Symbols"/>
              <a:buChar char="❑"/>
            </a:pPr>
            <a:r>
              <a:rPr lang="en" sz="2400" b="0" i="0" u="none" strike="noStrike" cap="none">
                <a:solidFill>
                  <a:schemeClr val="dk1"/>
                </a:solidFill>
                <a:latin typeface="Cambria"/>
                <a:ea typeface="Cambria"/>
                <a:cs typeface="Cambria"/>
                <a:sym typeface="Cambria"/>
              </a:rPr>
              <a:t>Example – Pseudo Code for calculating Salary</a:t>
            </a:r>
            <a:endParaRPr sz="2400" b="0" i="0" u="none" strike="noStrike" cap="none">
              <a:solidFill>
                <a:schemeClr val="dk1"/>
              </a:solidFill>
              <a:latin typeface="Cambria"/>
              <a:ea typeface="Cambria"/>
              <a:cs typeface="Cambria"/>
              <a:sym typeface="Cambria"/>
            </a:endParaRPr>
          </a:p>
          <a:p>
            <a:pPr marL="1969135" marR="0" lvl="4" indent="-525145" algn="l" rtl="0">
              <a:lnSpc>
                <a:spcPct val="100000"/>
              </a:lnSpc>
              <a:spcBef>
                <a:spcPts val="1840"/>
              </a:spcBef>
              <a:spcAft>
                <a:spcPts val="0"/>
              </a:spcAft>
              <a:buClr>
                <a:srgbClr val="000000"/>
              </a:buClr>
              <a:buSzPts val="2400"/>
              <a:buFont typeface="Cambria"/>
              <a:buAutoNum type="arabicPeriod"/>
            </a:pPr>
            <a:r>
              <a:rPr lang="en" sz="2000" b="1" i="0" u="none" strike="noStrike" cap="none">
                <a:solidFill>
                  <a:srgbClr val="336600"/>
                </a:solidFill>
                <a:latin typeface="Cambria"/>
                <a:ea typeface="Cambria"/>
                <a:cs typeface="Cambria"/>
                <a:sym typeface="Cambria"/>
              </a:rPr>
              <a:t>READ </a:t>
            </a:r>
            <a:r>
              <a:rPr lang="en" sz="2000" b="0" i="0" u="none" strike="noStrike" cap="none">
                <a:solidFill>
                  <a:schemeClr val="dk1"/>
                </a:solidFill>
                <a:latin typeface="Cambria"/>
                <a:ea typeface="Cambria"/>
                <a:cs typeface="Cambria"/>
                <a:sym typeface="Cambria"/>
              </a:rPr>
              <a:t>name, hourly rate, hours worked, deduction rate</a:t>
            </a:r>
            <a:endParaRPr sz="2000" b="0" i="0" u="none" strike="noStrike" cap="none">
              <a:solidFill>
                <a:schemeClr val="dk1"/>
              </a:solidFill>
              <a:latin typeface="Cambria"/>
              <a:ea typeface="Cambria"/>
              <a:cs typeface="Cambria"/>
              <a:sym typeface="Cambria"/>
            </a:endParaRPr>
          </a:p>
          <a:p>
            <a:pPr marL="1901825" marR="0" lvl="4" indent="-457832" algn="l" rtl="0">
              <a:lnSpc>
                <a:spcPct val="100000"/>
              </a:lnSpc>
              <a:spcBef>
                <a:spcPts val="1695"/>
              </a:spcBef>
              <a:spcAft>
                <a:spcPts val="0"/>
              </a:spcAft>
              <a:buClr>
                <a:schemeClr val="dk1"/>
              </a:buClr>
              <a:buSzPts val="2000"/>
              <a:buFont typeface="Cambria"/>
              <a:buAutoNum type="arabicPeriod"/>
            </a:pPr>
            <a:r>
              <a:rPr lang="en" sz="2000" b="0" i="0" u="none" strike="noStrike" cap="none">
                <a:solidFill>
                  <a:schemeClr val="dk1"/>
                </a:solidFill>
                <a:latin typeface="Cambria"/>
                <a:ea typeface="Cambria"/>
                <a:cs typeface="Cambria"/>
                <a:sym typeface="Cambria"/>
              </a:rPr>
              <a:t>Gross pay = hourly rate * hours worked</a:t>
            </a:r>
            <a:endParaRPr sz="2000" b="0" i="0" u="none" strike="noStrike" cap="none">
              <a:solidFill>
                <a:schemeClr val="dk1"/>
              </a:solidFill>
              <a:latin typeface="Cambria"/>
              <a:ea typeface="Cambria"/>
              <a:cs typeface="Cambria"/>
              <a:sym typeface="Cambria"/>
            </a:endParaRPr>
          </a:p>
          <a:p>
            <a:pPr marL="1957070" marR="0" lvl="4" indent="-512445" algn="l" rtl="0">
              <a:lnSpc>
                <a:spcPct val="100000"/>
              </a:lnSpc>
              <a:spcBef>
                <a:spcPts val="1610"/>
              </a:spcBef>
              <a:spcAft>
                <a:spcPts val="0"/>
              </a:spcAft>
              <a:buClr>
                <a:schemeClr val="dk1"/>
              </a:buClr>
              <a:buSzPts val="2000"/>
              <a:buFont typeface="Cambria"/>
              <a:buAutoNum type="arabicPeriod"/>
            </a:pPr>
            <a:r>
              <a:rPr lang="en" sz="2000" b="0" i="0" u="none" strike="noStrike" cap="none">
                <a:solidFill>
                  <a:schemeClr val="dk1"/>
                </a:solidFill>
                <a:latin typeface="Cambria"/>
                <a:ea typeface="Cambria"/>
                <a:cs typeface="Cambria"/>
                <a:sym typeface="Cambria"/>
              </a:rPr>
              <a:t>deduction = gross pay * deduction rate</a:t>
            </a:r>
            <a:endParaRPr sz="2000" b="0" i="0" u="none" strike="noStrike" cap="none">
              <a:solidFill>
                <a:schemeClr val="dk1"/>
              </a:solidFill>
              <a:latin typeface="Cambria"/>
              <a:ea typeface="Cambria"/>
              <a:cs typeface="Cambria"/>
              <a:sym typeface="Cambria"/>
            </a:endParaRPr>
          </a:p>
          <a:p>
            <a:pPr marL="1957070" marR="0" lvl="4" indent="-512445" algn="l" rtl="0">
              <a:lnSpc>
                <a:spcPct val="100000"/>
              </a:lnSpc>
              <a:spcBef>
                <a:spcPts val="1595"/>
              </a:spcBef>
              <a:spcAft>
                <a:spcPts val="0"/>
              </a:spcAft>
              <a:buClr>
                <a:schemeClr val="dk1"/>
              </a:buClr>
              <a:buSzPts val="2000"/>
              <a:buFont typeface="Cambria"/>
              <a:buAutoNum type="arabicPeriod"/>
            </a:pPr>
            <a:r>
              <a:rPr lang="en" sz="2000" b="0" i="0" u="none" strike="noStrike" cap="none">
                <a:solidFill>
                  <a:schemeClr val="dk1"/>
                </a:solidFill>
                <a:latin typeface="Cambria"/>
                <a:ea typeface="Cambria"/>
                <a:cs typeface="Cambria"/>
                <a:sym typeface="Cambria"/>
              </a:rPr>
              <a:t>net pay = gross pay – deduction</a:t>
            </a:r>
            <a:endParaRPr sz="2000" b="0" i="0" u="none" strike="noStrike" cap="none">
              <a:solidFill>
                <a:schemeClr val="dk1"/>
              </a:solidFill>
              <a:latin typeface="Cambria"/>
              <a:ea typeface="Cambria"/>
              <a:cs typeface="Cambria"/>
              <a:sym typeface="Cambria"/>
            </a:endParaRPr>
          </a:p>
          <a:p>
            <a:pPr marL="1957070" marR="0" lvl="4" indent="-512445" algn="l" rtl="0">
              <a:lnSpc>
                <a:spcPct val="100000"/>
              </a:lnSpc>
              <a:spcBef>
                <a:spcPts val="1595"/>
              </a:spcBef>
              <a:spcAft>
                <a:spcPts val="0"/>
              </a:spcAft>
              <a:buClr>
                <a:srgbClr val="000000"/>
              </a:buClr>
              <a:buSzPts val="2000"/>
              <a:buFont typeface="Cambria"/>
              <a:buAutoNum type="arabicPeriod"/>
            </a:pPr>
            <a:r>
              <a:rPr lang="en" sz="2000" b="1" i="0" u="none" strike="noStrike" cap="none">
                <a:solidFill>
                  <a:srgbClr val="336600"/>
                </a:solidFill>
                <a:latin typeface="Cambria"/>
                <a:ea typeface="Cambria"/>
                <a:cs typeface="Cambria"/>
                <a:sym typeface="Cambria"/>
              </a:rPr>
              <a:t>WRITE </a:t>
            </a:r>
            <a:r>
              <a:rPr lang="en" sz="2000" b="0" i="0" u="none" strike="noStrike" cap="none">
                <a:solidFill>
                  <a:schemeClr val="dk1"/>
                </a:solidFill>
                <a:latin typeface="Cambria"/>
                <a:ea typeface="Cambria"/>
                <a:cs typeface="Cambria"/>
                <a:sym typeface="Cambria"/>
              </a:rPr>
              <a:t>name, gross, deduction, net pay</a:t>
            </a:r>
            <a:endParaRPr sz="2000" b="0" i="0" u="none" strike="noStrike" cap="none">
              <a:solidFill>
                <a:schemeClr val="dk1"/>
              </a:solidFill>
              <a:latin typeface="Cambria"/>
              <a:ea typeface="Cambria"/>
              <a:cs typeface="Cambria"/>
              <a:sym typeface="Cambria"/>
            </a:endParaRPr>
          </a:p>
        </p:txBody>
      </p:sp>
      <p:sp>
        <p:nvSpPr>
          <p:cNvPr id="88" name="Google Shape;88;p17"/>
          <p:cNvSpPr txBox="1">
            <a:spLocks noGrp="1"/>
          </p:cNvSpPr>
          <p:nvPr>
            <p:ph type="title"/>
          </p:nvPr>
        </p:nvSpPr>
        <p:spPr>
          <a:xfrm>
            <a:off x="1236141" y="141455"/>
            <a:ext cx="7707300" cy="628500"/>
          </a:xfrm>
          <a:prstGeom prst="rect">
            <a:avLst/>
          </a:prstGeom>
          <a:noFill/>
          <a:ln>
            <a:noFill/>
          </a:ln>
        </p:spPr>
        <p:txBody>
          <a:bodyPr spcFirstLastPara="1" wrap="square" lIns="0" tIns="12700" rIns="0" bIns="0" anchor="t" anchorCtr="0">
            <a:spAutoFit/>
          </a:bodyPr>
          <a:lstStyle/>
          <a:p>
            <a:pPr marL="163195" lvl="0" indent="0" algn="ctr" rtl="0">
              <a:lnSpc>
                <a:spcPct val="100000"/>
              </a:lnSpc>
              <a:spcBef>
                <a:spcPts val="0"/>
              </a:spcBef>
              <a:spcAft>
                <a:spcPts val="0"/>
              </a:spcAft>
              <a:buSzPts val="1400"/>
              <a:buNone/>
            </a:pPr>
            <a:r>
              <a:rPr lang="en" sz="2000"/>
              <a:t>SRM INSTITUTE OF SCIENCE AND TECHNOLOGY,</a:t>
            </a:r>
            <a:r>
              <a:rPr lang="en" sz="2000">
                <a:solidFill>
                  <a:schemeClr val="dk1"/>
                </a:solidFill>
              </a:rPr>
              <a:t/>
            </a:r>
            <a:br>
              <a:rPr lang="en" sz="2000">
                <a:solidFill>
                  <a:schemeClr val="dk1"/>
                </a:solidFill>
              </a:rPr>
            </a:br>
            <a:r>
              <a:rPr lang="en" sz="2000"/>
              <a:t>CHENNAI.</a:t>
            </a:r>
            <a:endParaRPr sz="220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pic>
        <p:nvPicPr>
          <p:cNvPr id="93" name="Google Shape;93;p18"/>
          <p:cNvPicPr preferRelativeResize="0"/>
          <p:nvPr/>
        </p:nvPicPr>
        <p:blipFill rotWithShape="1">
          <a:blip r:embed="rId3" cstate="print">
            <a:alphaModFix/>
          </a:blip>
          <a:srcRect/>
          <a:stretch/>
        </p:blipFill>
        <p:spPr>
          <a:xfrm>
            <a:off x="195326" y="141455"/>
            <a:ext cx="780611" cy="800745"/>
          </a:xfrm>
          <a:prstGeom prst="rect">
            <a:avLst/>
          </a:prstGeom>
          <a:noFill/>
          <a:ln>
            <a:noFill/>
          </a:ln>
        </p:spPr>
      </p:pic>
      <p:sp>
        <p:nvSpPr>
          <p:cNvPr id="94" name="Google Shape;94;p18"/>
          <p:cNvSpPr txBox="1"/>
          <p:nvPr/>
        </p:nvSpPr>
        <p:spPr>
          <a:xfrm>
            <a:off x="508801" y="941045"/>
            <a:ext cx="7825200" cy="5029200"/>
          </a:xfrm>
          <a:prstGeom prst="rect">
            <a:avLst/>
          </a:prstGeom>
          <a:noFill/>
          <a:ln>
            <a:noFill/>
          </a:ln>
        </p:spPr>
        <p:txBody>
          <a:bodyPr spcFirstLastPara="1" wrap="square" lIns="0" tIns="13325" rIns="0" bIns="0" anchor="t" anchorCtr="0">
            <a:spAutoFit/>
          </a:bodyPr>
          <a:lstStyle/>
          <a:p>
            <a:pPr marL="383540" marR="0" lvl="0" indent="-370840" algn="l" rtl="0">
              <a:lnSpc>
                <a:spcPct val="100000"/>
              </a:lnSpc>
              <a:spcBef>
                <a:spcPts val="1420"/>
              </a:spcBef>
              <a:spcAft>
                <a:spcPts val="0"/>
              </a:spcAft>
              <a:buClr>
                <a:srgbClr val="336600"/>
              </a:buClr>
              <a:buSzPts val="2800"/>
              <a:buFont typeface="Cambria"/>
              <a:buAutoNum type="arabicPeriod"/>
            </a:pPr>
            <a:r>
              <a:rPr lang="en" sz="2800" b="1" i="0" u="none" strike="noStrike" cap="none">
                <a:solidFill>
                  <a:srgbClr val="336600"/>
                </a:solidFill>
                <a:latin typeface="Cambria"/>
                <a:ea typeface="Cambria"/>
                <a:cs typeface="Cambria"/>
                <a:sym typeface="Cambria"/>
              </a:rPr>
              <a:t>4 Writing Pseudocode Contd…</a:t>
            </a:r>
            <a:endParaRPr sz="2800" b="0" i="0" u="none" strike="noStrike" cap="none">
              <a:solidFill>
                <a:schemeClr val="dk1"/>
              </a:solidFill>
              <a:latin typeface="Cambria"/>
              <a:ea typeface="Cambria"/>
              <a:cs typeface="Cambria"/>
              <a:sym typeface="Cambria"/>
            </a:endParaRPr>
          </a:p>
          <a:p>
            <a:pPr marL="987425" marR="0" lvl="1" indent="-457833" algn="l" rtl="0">
              <a:lnSpc>
                <a:spcPct val="100000"/>
              </a:lnSpc>
              <a:spcBef>
                <a:spcPts val="2585"/>
              </a:spcBef>
              <a:spcAft>
                <a:spcPts val="0"/>
              </a:spcAft>
              <a:buClr>
                <a:srgbClr val="9B2C1F"/>
              </a:buClr>
              <a:buSzPts val="1850"/>
              <a:buFont typeface="Cambria"/>
              <a:buAutoNum type="alphaLcParenR" startAt="2"/>
            </a:pPr>
            <a:r>
              <a:rPr lang="en" sz="2200" b="1" i="0" u="none" strike="noStrike" cap="none">
                <a:solidFill>
                  <a:srgbClr val="336600"/>
                </a:solidFill>
                <a:latin typeface="Cambria"/>
                <a:ea typeface="Cambria"/>
                <a:cs typeface="Cambria"/>
                <a:sym typeface="Cambria"/>
              </a:rPr>
              <a:t>Capitalize Initial Keyword</a:t>
            </a:r>
            <a:endParaRPr sz="2200" b="0" i="0" u="none" strike="noStrike" cap="none">
              <a:solidFill>
                <a:schemeClr val="dk1"/>
              </a:solidFill>
              <a:latin typeface="Cambria"/>
              <a:ea typeface="Cambria"/>
              <a:cs typeface="Cambria"/>
              <a:sym typeface="Cambria"/>
            </a:endParaRPr>
          </a:p>
          <a:p>
            <a:pPr marL="1444625" marR="0" lvl="2" indent="-457832" algn="l" rtl="0">
              <a:lnSpc>
                <a:spcPct val="100000"/>
              </a:lnSpc>
              <a:spcBef>
                <a:spcPts val="1714"/>
              </a:spcBef>
              <a:spcAft>
                <a:spcPts val="0"/>
              </a:spcAft>
              <a:buClr>
                <a:schemeClr val="dk1"/>
              </a:buClr>
              <a:buSzPts val="1850"/>
              <a:buFont typeface="Noto Sans Symbols"/>
              <a:buChar char="❑"/>
            </a:pPr>
            <a:r>
              <a:rPr lang="en" sz="2200" b="0" i="0" u="none" strike="noStrike" cap="none">
                <a:solidFill>
                  <a:schemeClr val="dk1"/>
                </a:solidFill>
                <a:latin typeface="Cambria"/>
                <a:ea typeface="Cambria"/>
                <a:cs typeface="Cambria"/>
                <a:sym typeface="Cambria"/>
              </a:rPr>
              <a:t>Keywords to be written in capital letters</a:t>
            </a:r>
            <a:endParaRPr sz="2200" b="0" i="0" u="none" strike="noStrike" cap="none">
              <a:solidFill>
                <a:schemeClr val="dk1"/>
              </a:solidFill>
              <a:latin typeface="Cambria"/>
              <a:ea typeface="Cambria"/>
              <a:cs typeface="Cambria"/>
              <a:sym typeface="Cambria"/>
            </a:endParaRPr>
          </a:p>
          <a:p>
            <a:pPr marL="1444625" marR="0" lvl="2" indent="-457832" algn="l" rtl="0">
              <a:lnSpc>
                <a:spcPct val="100000"/>
              </a:lnSpc>
              <a:spcBef>
                <a:spcPts val="1720"/>
              </a:spcBef>
              <a:spcAft>
                <a:spcPts val="0"/>
              </a:spcAft>
              <a:buClr>
                <a:schemeClr val="dk1"/>
              </a:buClr>
              <a:buSzPts val="1850"/>
              <a:buFont typeface="Noto Sans Symbols"/>
              <a:buChar char="❑"/>
            </a:pPr>
            <a:r>
              <a:rPr lang="en" sz="2200" b="0" i="0" u="none" strike="noStrike" cap="none">
                <a:solidFill>
                  <a:schemeClr val="dk1"/>
                </a:solidFill>
                <a:latin typeface="Cambria"/>
                <a:ea typeface="Cambria"/>
                <a:cs typeface="Cambria"/>
                <a:sym typeface="Cambria"/>
              </a:rPr>
              <a:t>Examples: </a:t>
            </a:r>
            <a:r>
              <a:rPr lang="en" sz="1900" b="1" i="0" u="none" strike="noStrike" cap="none">
                <a:solidFill>
                  <a:srgbClr val="C00000"/>
                </a:solidFill>
                <a:latin typeface="Cambria"/>
                <a:ea typeface="Cambria"/>
                <a:cs typeface="Cambria"/>
                <a:sym typeface="Cambria"/>
              </a:rPr>
              <a:t>READ, WRITE, IF, ELSE, WHILE, REPEAT, PRINT</a:t>
            </a:r>
            <a:endParaRPr sz="1900" b="0" i="0" u="none" strike="noStrike" cap="none">
              <a:solidFill>
                <a:schemeClr val="dk1"/>
              </a:solidFill>
              <a:latin typeface="Cambria"/>
              <a:ea typeface="Cambria"/>
              <a:cs typeface="Cambria"/>
              <a:sym typeface="Cambria"/>
            </a:endParaRPr>
          </a:p>
          <a:p>
            <a:pPr marL="987425" marR="0" lvl="1" indent="-457833" algn="l" rtl="0">
              <a:lnSpc>
                <a:spcPct val="100000"/>
              </a:lnSpc>
              <a:spcBef>
                <a:spcPts val="1730"/>
              </a:spcBef>
              <a:spcAft>
                <a:spcPts val="0"/>
              </a:spcAft>
              <a:buClr>
                <a:srgbClr val="9B2C1F"/>
              </a:buClr>
              <a:buSzPts val="1850"/>
              <a:buFont typeface="Cambria"/>
              <a:buAutoNum type="alphaLcParenR" startAt="2"/>
            </a:pPr>
            <a:r>
              <a:rPr lang="en" sz="2200" b="1" i="0" u="none" strike="noStrike" cap="none">
                <a:solidFill>
                  <a:srgbClr val="336600"/>
                </a:solidFill>
                <a:latin typeface="Cambria"/>
                <a:ea typeface="Cambria"/>
                <a:cs typeface="Cambria"/>
                <a:sym typeface="Cambria"/>
              </a:rPr>
              <a:t>Indent to show Hierarchy</a:t>
            </a:r>
            <a:endParaRPr sz="2200" b="0" i="0" u="none" strike="noStrike" cap="none">
              <a:solidFill>
                <a:schemeClr val="dk1"/>
              </a:solidFill>
              <a:latin typeface="Cambria"/>
              <a:ea typeface="Cambria"/>
              <a:cs typeface="Cambria"/>
              <a:sym typeface="Cambria"/>
            </a:endParaRPr>
          </a:p>
          <a:p>
            <a:pPr marL="1444625" marR="0" lvl="2" indent="-457832" algn="l" rtl="0">
              <a:lnSpc>
                <a:spcPct val="100000"/>
              </a:lnSpc>
              <a:spcBef>
                <a:spcPts val="1714"/>
              </a:spcBef>
              <a:spcAft>
                <a:spcPts val="0"/>
              </a:spcAft>
              <a:buClr>
                <a:schemeClr val="dk1"/>
              </a:buClr>
              <a:buSzPts val="1850"/>
              <a:buFont typeface="Noto Sans Symbols"/>
              <a:buChar char="❑"/>
            </a:pPr>
            <a:r>
              <a:rPr lang="en" sz="2200" b="0" i="0" u="none" strike="noStrike" cap="none">
                <a:solidFill>
                  <a:schemeClr val="dk1"/>
                </a:solidFill>
                <a:latin typeface="Cambria"/>
                <a:ea typeface="Cambria"/>
                <a:cs typeface="Cambria"/>
                <a:sym typeface="Cambria"/>
              </a:rPr>
              <a:t>Indentation shows the structure boundaries</a:t>
            </a:r>
            <a:endParaRPr sz="2200" b="0" i="0" u="none" strike="noStrike" cap="none">
              <a:solidFill>
                <a:schemeClr val="dk1"/>
              </a:solidFill>
              <a:latin typeface="Cambria"/>
              <a:ea typeface="Cambria"/>
              <a:cs typeface="Cambria"/>
              <a:sym typeface="Cambria"/>
            </a:endParaRPr>
          </a:p>
          <a:p>
            <a:pPr marL="1444625" marR="0" lvl="2" indent="-457832" algn="l" rtl="0">
              <a:lnSpc>
                <a:spcPct val="100000"/>
              </a:lnSpc>
              <a:spcBef>
                <a:spcPts val="1720"/>
              </a:spcBef>
              <a:spcAft>
                <a:spcPts val="0"/>
              </a:spcAft>
              <a:buClr>
                <a:schemeClr val="dk1"/>
              </a:buClr>
              <a:buSzPts val="1850"/>
              <a:buFont typeface="Noto Sans Symbols"/>
              <a:buChar char="❑"/>
            </a:pPr>
            <a:r>
              <a:rPr lang="en" sz="2200" b="0" i="0" u="none" strike="noStrike" cap="none">
                <a:solidFill>
                  <a:schemeClr val="dk1"/>
                </a:solidFill>
                <a:latin typeface="Cambria"/>
                <a:ea typeface="Cambria"/>
                <a:cs typeface="Cambria"/>
                <a:sym typeface="Cambria"/>
              </a:rPr>
              <a:t>Sequence</a:t>
            </a:r>
            <a:endParaRPr sz="2200" b="0" i="0" u="none" strike="noStrike" cap="none">
              <a:solidFill>
                <a:schemeClr val="dk1"/>
              </a:solidFill>
              <a:latin typeface="Cambria"/>
              <a:ea typeface="Cambria"/>
              <a:cs typeface="Cambria"/>
              <a:sym typeface="Cambria"/>
            </a:endParaRPr>
          </a:p>
          <a:p>
            <a:pPr marL="1444625" marR="0" lvl="2" indent="-457832" algn="l" rtl="0">
              <a:lnSpc>
                <a:spcPct val="100000"/>
              </a:lnSpc>
              <a:spcBef>
                <a:spcPts val="1725"/>
              </a:spcBef>
              <a:spcAft>
                <a:spcPts val="0"/>
              </a:spcAft>
              <a:buClr>
                <a:schemeClr val="dk1"/>
              </a:buClr>
              <a:buSzPts val="1850"/>
              <a:buFont typeface="Noto Sans Symbols"/>
              <a:buChar char="❑"/>
            </a:pPr>
            <a:r>
              <a:rPr lang="en" sz="2200" b="0" i="0" u="none" strike="noStrike" cap="none">
                <a:solidFill>
                  <a:schemeClr val="dk1"/>
                </a:solidFill>
                <a:latin typeface="Cambria"/>
                <a:ea typeface="Cambria"/>
                <a:cs typeface="Cambria"/>
                <a:sym typeface="Cambria"/>
              </a:rPr>
              <a:t>Selection</a:t>
            </a:r>
            <a:endParaRPr sz="2200" b="0" i="0" u="none" strike="noStrike" cap="none">
              <a:solidFill>
                <a:schemeClr val="dk1"/>
              </a:solidFill>
              <a:latin typeface="Cambria"/>
              <a:ea typeface="Cambria"/>
              <a:cs typeface="Cambria"/>
              <a:sym typeface="Cambria"/>
            </a:endParaRPr>
          </a:p>
          <a:p>
            <a:pPr marL="1444625" marR="0" lvl="2" indent="-457832" algn="l" rtl="0">
              <a:lnSpc>
                <a:spcPct val="100000"/>
              </a:lnSpc>
              <a:spcBef>
                <a:spcPts val="1714"/>
              </a:spcBef>
              <a:spcAft>
                <a:spcPts val="0"/>
              </a:spcAft>
              <a:buClr>
                <a:schemeClr val="dk1"/>
              </a:buClr>
              <a:buSzPts val="1850"/>
              <a:buFont typeface="Noto Sans Symbols"/>
              <a:buChar char="❑"/>
            </a:pPr>
            <a:r>
              <a:rPr lang="en" sz="2200" b="0" i="0" u="none" strike="noStrike" cap="none">
                <a:solidFill>
                  <a:schemeClr val="dk1"/>
                </a:solidFill>
                <a:latin typeface="Cambria"/>
                <a:ea typeface="Cambria"/>
                <a:cs typeface="Cambria"/>
                <a:sym typeface="Cambria"/>
              </a:rPr>
              <a:t>Looping</a:t>
            </a:r>
            <a:endParaRPr sz="2200" b="0" i="0" u="none" strike="noStrike" cap="none">
              <a:solidFill>
                <a:schemeClr val="dk1"/>
              </a:solidFill>
              <a:latin typeface="Cambria"/>
              <a:ea typeface="Cambria"/>
              <a:cs typeface="Cambria"/>
              <a:sym typeface="Cambria"/>
            </a:endParaRPr>
          </a:p>
        </p:txBody>
      </p:sp>
      <p:sp>
        <p:nvSpPr>
          <p:cNvPr id="95" name="Google Shape;95;p18"/>
          <p:cNvSpPr txBox="1">
            <a:spLocks noGrp="1"/>
          </p:cNvSpPr>
          <p:nvPr>
            <p:ph type="title"/>
          </p:nvPr>
        </p:nvSpPr>
        <p:spPr>
          <a:xfrm>
            <a:off x="926041" y="85780"/>
            <a:ext cx="7707300" cy="628500"/>
          </a:xfrm>
          <a:prstGeom prst="rect">
            <a:avLst/>
          </a:prstGeom>
          <a:noFill/>
          <a:ln>
            <a:noFill/>
          </a:ln>
        </p:spPr>
        <p:txBody>
          <a:bodyPr spcFirstLastPara="1" wrap="square" lIns="0" tIns="12700" rIns="0" bIns="0" anchor="t" anchorCtr="0">
            <a:spAutoFit/>
          </a:bodyPr>
          <a:lstStyle/>
          <a:p>
            <a:pPr marL="163195" lvl="0" indent="0" algn="ctr" rtl="0">
              <a:lnSpc>
                <a:spcPct val="100000"/>
              </a:lnSpc>
              <a:spcBef>
                <a:spcPts val="0"/>
              </a:spcBef>
              <a:spcAft>
                <a:spcPts val="0"/>
              </a:spcAft>
              <a:buSzPts val="1400"/>
              <a:buNone/>
            </a:pPr>
            <a:r>
              <a:rPr lang="en" sz="2000"/>
              <a:t>SRM INSTITUTE OF SCIENCE AND TECHNOLOGY,</a:t>
            </a:r>
            <a:r>
              <a:rPr lang="en" sz="2000">
                <a:solidFill>
                  <a:schemeClr val="dk1"/>
                </a:solidFill>
              </a:rPr>
              <a:t/>
            </a:r>
            <a:br>
              <a:rPr lang="en" sz="2000">
                <a:solidFill>
                  <a:schemeClr val="dk1"/>
                </a:solidFill>
              </a:rPr>
            </a:br>
            <a:r>
              <a:rPr lang="en" sz="2000"/>
              <a:t>CHENNAI.</a:t>
            </a:r>
            <a:endParaRPr sz="220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99"/>
        <p:cNvGrpSpPr/>
        <p:nvPr/>
      </p:nvGrpSpPr>
      <p:grpSpPr>
        <a:xfrm>
          <a:off x="0" y="0"/>
          <a:ext cx="0" cy="0"/>
          <a:chOff x="0" y="0"/>
          <a:chExt cx="0" cy="0"/>
        </a:xfrm>
      </p:grpSpPr>
      <p:pic>
        <p:nvPicPr>
          <p:cNvPr id="100" name="Google Shape;100;p19"/>
          <p:cNvPicPr preferRelativeResize="0"/>
          <p:nvPr/>
        </p:nvPicPr>
        <p:blipFill rotWithShape="1">
          <a:blip r:embed="rId3" cstate="print">
            <a:alphaModFix/>
          </a:blip>
          <a:srcRect/>
          <a:stretch/>
        </p:blipFill>
        <p:spPr>
          <a:xfrm>
            <a:off x="195326" y="141455"/>
            <a:ext cx="780611" cy="800745"/>
          </a:xfrm>
          <a:prstGeom prst="rect">
            <a:avLst/>
          </a:prstGeom>
          <a:noFill/>
          <a:ln>
            <a:noFill/>
          </a:ln>
        </p:spPr>
      </p:pic>
      <p:sp>
        <p:nvSpPr>
          <p:cNvPr id="101" name="Google Shape;101;p19"/>
          <p:cNvSpPr txBox="1"/>
          <p:nvPr/>
        </p:nvSpPr>
        <p:spPr>
          <a:xfrm>
            <a:off x="383539" y="1323472"/>
            <a:ext cx="8229000" cy="3574500"/>
          </a:xfrm>
          <a:prstGeom prst="rect">
            <a:avLst/>
          </a:prstGeom>
          <a:noFill/>
          <a:ln>
            <a:noFill/>
          </a:ln>
        </p:spPr>
        <p:txBody>
          <a:bodyPr spcFirstLastPara="1" wrap="square" lIns="0" tIns="13325" rIns="0" bIns="0" anchor="t" anchorCtr="0">
            <a:spAutoFit/>
          </a:bodyPr>
          <a:lstStyle/>
          <a:p>
            <a:pPr marL="457200" marR="0" lvl="0" indent="0" algn="l" rtl="0">
              <a:lnSpc>
                <a:spcPct val="100000"/>
              </a:lnSpc>
              <a:spcBef>
                <a:spcPts val="1420"/>
              </a:spcBef>
              <a:spcAft>
                <a:spcPts val="0"/>
              </a:spcAft>
              <a:buNone/>
            </a:pPr>
            <a:r>
              <a:rPr lang="en" sz="2700" b="1">
                <a:solidFill>
                  <a:srgbClr val="336600"/>
                </a:solidFill>
                <a:latin typeface="Cambria"/>
                <a:ea typeface="Cambria"/>
                <a:cs typeface="Cambria"/>
                <a:sym typeface="Cambria"/>
              </a:rPr>
              <a:t>1.</a:t>
            </a:r>
            <a:r>
              <a:rPr lang="en" sz="2700" b="1" i="0" u="none" strike="noStrike" cap="none">
                <a:solidFill>
                  <a:srgbClr val="336600"/>
                </a:solidFill>
                <a:latin typeface="Cambria"/>
                <a:ea typeface="Cambria"/>
                <a:cs typeface="Cambria"/>
                <a:sym typeface="Cambria"/>
              </a:rPr>
              <a:t>4 Writing Pseudocode Contd…</a:t>
            </a:r>
            <a:endParaRPr sz="2700" b="0" i="0" u="none" strike="noStrike" cap="none">
              <a:solidFill>
                <a:schemeClr val="dk1"/>
              </a:solidFill>
              <a:latin typeface="Cambria"/>
              <a:ea typeface="Cambria"/>
              <a:cs typeface="Cambria"/>
              <a:sym typeface="Cambria"/>
            </a:endParaRPr>
          </a:p>
          <a:p>
            <a:pPr marL="987425" marR="0" lvl="1" indent="-451483" algn="l" rtl="0">
              <a:lnSpc>
                <a:spcPct val="100000"/>
              </a:lnSpc>
              <a:spcBef>
                <a:spcPts val="2585"/>
              </a:spcBef>
              <a:spcAft>
                <a:spcPts val="0"/>
              </a:spcAft>
              <a:buClr>
                <a:srgbClr val="9B2C1F"/>
              </a:buClr>
              <a:buSzPts val="1750"/>
              <a:buFont typeface="Cambria"/>
              <a:buAutoNum type="alphaLcParenR" startAt="4"/>
            </a:pPr>
            <a:r>
              <a:rPr lang="en" sz="2100" b="1" i="0" u="none" strike="noStrike" cap="none">
                <a:solidFill>
                  <a:srgbClr val="336600"/>
                </a:solidFill>
                <a:latin typeface="Cambria"/>
                <a:ea typeface="Cambria"/>
                <a:cs typeface="Cambria"/>
                <a:sym typeface="Cambria"/>
              </a:rPr>
              <a:t>End Multiline structures</a:t>
            </a:r>
            <a:endParaRPr sz="2100" b="0" i="0" u="none" strike="noStrike" cap="none">
              <a:solidFill>
                <a:schemeClr val="dk1"/>
              </a:solidFill>
              <a:latin typeface="Cambria"/>
              <a:ea typeface="Cambria"/>
              <a:cs typeface="Cambria"/>
              <a:sym typeface="Cambria"/>
            </a:endParaRPr>
          </a:p>
          <a:p>
            <a:pPr marL="1444625" marR="0" lvl="2" indent="-451482" algn="l" rtl="0">
              <a:lnSpc>
                <a:spcPct val="100000"/>
              </a:lnSpc>
              <a:spcBef>
                <a:spcPts val="1714"/>
              </a:spcBef>
              <a:spcAft>
                <a:spcPts val="0"/>
              </a:spcAft>
              <a:buClr>
                <a:schemeClr val="dk1"/>
              </a:buClr>
              <a:buSzPts val="1750"/>
              <a:buFont typeface="Noto Sans Symbols"/>
              <a:buChar char="❑"/>
            </a:pPr>
            <a:r>
              <a:rPr lang="en" sz="2100" b="0" i="0" u="none" strike="noStrike" cap="none">
                <a:solidFill>
                  <a:schemeClr val="dk1"/>
                </a:solidFill>
                <a:latin typeface="Cambria"/>
                <a:ea typeface="Cambria"/>
                <a:cs typeface="Cambria"/>
                <a:sym typeface="Cambria"/>
              </a:rPr>
              <a:t>Each structure must end properly</a:t>
            </a:r>
            <a:endParaRPr sz="2100" b="0" i="0" u="none" strike="noStrike" cap="none">
              <a:solidFill>
                <a:schemeClr val="dk1"/>
              </a:solidFill>
              <a:latin typeface="Cambria"/>
              <a:ea typeface="Cambria"/>
              <a:cs typeface="Cambria"/>
              <a:sym typeface="Cambria"/>
            </a:endParaRPr>
          </a:p>
          <a:p>
            <a:pPr marL="1444625" marR="0" lvl="2" indent="-451482" algn="l" rtl="0">
              <a:lnSpc>
                <a:spcPct val="100000"/>
              </a:lnSpc>
              <a:spcBef>
                <a:spcPts val="1720"/>
              </a:spcBef>
              <a:spcAft>
                <a:spcPts val="0"/>
              </a:spcAft>
              <a:buClr>
                <a:schemeClr val="dk1"/>
              </a:buClr>
              <a:buSzPts val="1750"/>
              <a:buFont typeface="Noto Sans Symbols"/>
              <a:buChar char="❑"/>
            </a:pPr>
            <a:r>
              <a:rPr lang="en" sz="2100" b="0" i="0" u="none" strike="noStrike" cap="none">
                <a:solidFill>
                  <a:schemeClr val="dk1"/>
                </a:solidFill>
                <a:latin typeface="Cambria"/>
                <a:ea typeface="Cambria"/>
                <a:cs typeface="Cambria"/>
                <a:sym typeface="Cambria"/>
              </a:rPr>
              <a:t>Example: IF statement must end with ENDIF</a:t>
            </a:r>
            <a:endParaRPr sz="2100" b="0" i="0" u="none" strike="noStrike" cap="none">
              <a:solidFill>
                <a:schemeClr val="dk1"/>
              </a:solidFill>
              <a:latin typeface="Cambria"/>
              <a:ea typeface="Cambria"/>
              <a:cs typeface="Cambria"/>
              <a:sym typeface="Cambria"/>
            </a:endParaRPr>
          </a:p>
          <a:p>
            <a:pPr marL="987425" marR="0" lvl="1" indent="-451483" algn="l" rtl="0">
              <a:lnSpc>
                <a:spcPct val="100000"/>
              </a:lnSpc>
              <a:spcBef>
                <a:spcPts val="1730"/>
              </a:spcBef>
              <a:spcAft>
                <a:spcPts val="0"/>
              </a:spcAft>
              <a:buClr>
                <a:srgbClr val="9B2C1F"/>
              </a:buClr>
              <a:buSzPts val="1750"/>
              <a:buFont typeface="Cambria"/>
              <a:buAutoNum type="alphaLcParenR" startAt="4"/>
            </a:pPr>
            <a:r>
              <a:rPr lang="en" sz="2100" b="1" i="0" u="none" strike="noStrike" cap="none">
                <a:solidFill>
                  <a:srgbClr val="336600"/>
                </a:solidFill>
                <a:latin typeface="Cambria"/>
                <a:ea typeface="Cambria"/>
                <a:cs typeface="Cambria"/>
                <a:sym typeface="Cambria"/>
              </a:rPr>
              <a:t>Keep Statements Language independent</a:t>
            </a:r>
            <a:endParaRPr sz="2100" b="0" i="0" u="none" strike="noStrike" cap="none">
              <a:solidFill>
                <a:schemeClr val="dk1"/>
              </a:solidFill>
              <a:latin typeface="Cambria"/>
              <a:ea typeface="Cambria"/>
              <a:cs typeface="Cambria"/>
              <a:sym typeface="Cambria"/>
            </a:endParaRPr>
          </a:p>
          <a:p>
            <a:pPr marL="1444625" marR="5080" lvl="2" indent="-450850" algn="l" rtl="0">
              <a:lnSpc>
                <a:spcPct val="150100"/>
              </a:lnSpc>
              <a:spcBef>
                <a:spcPts val="390"/>
              </a:spcBef>
              <a:spcAft>
                <a:spcPts val="0"/>
              </a:spcAft>
              <a:buClr>
                <a:schemeClr val="dk1"/>
              </a:buClr>
              <a:buSzPts val="1750"/>
              <a:buFont typeface="Noto Sans Symbols"/>
              <a:buChar char="❑"/>
            </a:pPr>
            <a:r>
              <a:rPr lang="en" sz="2100" b="0" i="0" u="none" strike="noStrike" cap="none">
                <a:solidFill>
                  <a:schemeClr val="dk1"/>
                </a:solidFill>
                <a:latin typeface="Cambria"/>
                <a:ea typeface="Cambria"/>
                <a:cs typeface="Cambria"/>
                <a:sym typeface="Cambria"/>
              </a:rPr>
              <a:t>Resist	the	urge	to	write	Pseudo	Code	in	any  programming language</a:t>
            </a:r>
            <a:endParaRPr sz="2100" b="0" i="0" u="none" strike="noStrike" cap="none">
              <a:solidFill>
                <a:schemeClr val="dk1"/>
              </a:solidFill>
              <a:latin typeface="Cambria"/>
              <a:ea typeface="Cambria"/>
              <a:cs typeface="Cambria"/>
              <a:sym typeface="Cambria"/>
            </a:endParaRPr>
          </a:p>
        </p:txBody>
      </p:sp>
      <p:sp>
        <p:nvSpPr>
          <p:cNvPr id="102" name="Google Shape;102;p19"/>
          <p:cNvSpPr txBox="1">
            <a:spLocks noGrp="1"/>
          </p:cNvSpPr>
          <p:nvPr>
            <p:ph type="title"/>
          </p:nvPr>
        </p:nvSpPr>
        <p:spPr>
          <a:xfrm>
            <a:off x="1236141" y="141455"/>
            <a:ext cx="7707300" cy="628500"/>
          </a:xfrm>
          <a:prstGeom prst="rect">
            <a:avLst/>
          </a:prstGeom>
          <a:noFill/>
          <a:ln>
            <a:noFill/>
          </a:ln>
        </p:spPr>
        <p:txBody>
          <a:bodyPr spcFirstLastPara="1" wrap="square" lIns="0" tIns="12700" rIns="0" bIns="0" anchor="t" anchorCtr="0">
            <a:spAutoFit/>
          </a:bodyPr>
          <a:lstStyle/>
          <a:p>
            <a:pPr marL="163195" lvl="0" indent="0" algn="ctr" rtl="0">
              <a:lnSpc>
                <a:spcPct val="100000"/>
              </a:lnSpc>
              <a:spcBef>
                <a:spcPts val="0"/>
              </a:spcBef>
              <a:spcAft>
                <a:spcPts val="0"/>
              </a:spcAft>
              <a:buSzPts val="1400"/>
              <a:buNone/>
            </a:pPr>
            <a:r>
              <a:rPr lang="en" sz="2000"/>
              <a:t>SRM INSTITUTE OF SCIENCE AND TECHNOLOGY,</a:t>
            </a:r>
            <a:r>
              <a:rPr lang="en" sz="2000">
                <a:solidFill>
                  <a:schemeClr val="dk1"/>
                </a:solidFill>
              </a:rPr>
              <a:t/>
            </a:r>
            <a:br>
              <a:rPr lang="en" sz="2000">
                <a:solidFill>
                  <a:schemeClr val="dk1"/>
                </a:solidFill>
              </a:rPr>
            </a:br>
            <a:r>
              <a:rPr lang="en" sz="2000"/>
              <a:t>CHENNAI.</a:t>
            </a:r>
            <a:endParaRPr sz="220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106"/>
        <p:cNvGrpSpPr/>
        <p:nvPr/>
      </p:nvGrpSpPr>
      <p:grpSpPr>
        <a:xfrm>
          <a:off x="0" y="0"/>
          <a:ext cx="0" cy="0"/>
          <a:chOff x="0" y="0"/>
          <a:chExt cx="0" cy="0"/>
        </a:xfrm>
      </p:grpSpPr>
      <p:pic>
        <p:nvPicPr>
          <p:cNvPr id="107" name="Google Shape;107;p20"/>
          <p:cNvPicPr preferRelativeResize="0"/>
          <p:nvPr/>
        </p:nvPicPr>
        <p:blipFill rotWithShape="1">
          <a:blip r:embed="rId3" cstate="print">
            <a:alphaModFix/>
          </a:blip>
          <a:srcRect/>
          <a:stretch/>
        </p:blipFill>
        <p:spPr>
          <a:xfrm>
            <a:off x="195326" y="141455"/>
            <a:ext cx="780611" cy="800745"/>
          </a:xfrm>
          <a:prstGeom prst="rect">
            <a:avLst/>
          </a:prstGeom>
          <a:noFill/>
          <a:ln>
            <a:noFill/>
          </a:ln>
        </p:spPr>
      </p:pic>
      <p:sp>
        <p:nvSpPr>
          <p:cNvPr id="108" name="Google Shape;108;p20"/>
          <p:cNvSpPr txBox="1"/>
          <p:nvPr/>
        </p:nvSpPr>
        <p:spPr>
          <a:xfrm>
            <a:off x="359665" y="1053193"/>
            <a:ext cx="7350900" cy="4629000"/>
          </a:xfrm>
          <a:prstGeom prst="rect">
            <a:avLst/>
          </a:prstGeom>
          <a:noFill/>
          <a:ln>
            <a:noFill/>
          </a:ln>
        </p:spPr>
        <p:txBody>
          <a:bodyPr spcFirstLastPara="1" wrap="square" lIns="0" tIns="13325" rIns="0" bIns="0" anchor="t" anchorCtr="0">
            <a:spAutoFit/>
          </a:bodyPr>
          <a:lstStyle/>
          <a:p>
            <a:pPr marL="457200" marR="0" lvl="0" indent="0" algn="l" rtl="0">
              <a:lnSpc>
                <a:spcPct val="100000"/>
              </a:lnSpc>
              <a:spcBef>
                <a:spcPts val="1420"/>
              </a:spcBef>
              <a:spcAft>
                <a:spcPts val="0"/>
              </a:spcAft>
              <a:buNone/>
            </a:pPr>
            <a:r>
              <a:rPr lang="en" sz="2500" b="1">
                <a:solidFill>
                  <a:srgbClr val="336600"/>
                </a:solidFill>
                <a:latin typeface="Cambria"/>
                <a:ea typeface="Cambria"/>
                <a:cs typeface="Cambria"/>
                <a:sym typeface="Cambria"/>
              </a:rPr>
              <a:t>1.</a:t>
            </a:r>
            <a:r>
              <a:rPr lang="en" sz="2500" b="1" i="0" u="none" strike="noStrike" cap="none">
                <a:solidFill>
                  <a:srgbClr val="336600"/>
                </a:solidFill>
                <a:latin typeface="Cambria"/>
                <a:ea typeface="Cambria"/>
                <a:cs typeface="Cambria"/>
                <a:sym typeface="Cambria"/>
              </a:rPr>
              <a:t>4 Writing Pseudocode Contd…</a:t>
            </a:r>
            <a:endParaRPr sz="2500" b="0" i="0" u="none" strike="noStrike" cap="none">
              <a:solidFill>
                <a:schemeClr val="dk1"/>
              </a:solidFill>
              <a:latin typeface="Cambria"/>
              <a:ea typeface="Cambria"/>
              <a:cs typeface="Cambria"/>
              <a:sym typeface="Cambria"/>
            </a:endParaRPr>
          </a:p>
          <a:p>
            <a:pPr marL="987425" marR="0" lvl="1" indent="-438783" algn="l" rtl="0">
              <a:lnSpc>
                <a:spcPct val="100000"/>
              </a:lnSpc>
              <a:spcBef>
                <a:spcPts val="2585"/>
              </a:spcBef>
              <a:spcAft>
                <a:spcPts val="0"/>
              </a:spcAft>
              <a:buClr>
                <a:srgbClr val="9B2C1F"/>
              </a:buClr>
              <a:buSzPts val="1550"/>
              <a:buFont typeface="Noto Sans Symbols"/>
              <a:buChar char="❑"/>
            </a:pPr>
            <a:r>
              <a:rPr lang="en" sz="1900" b="1" i="0" u="none" strike="noStrike" cap="none">
                <a:solidFill>
                  <a:srgbClr val="C00000"/>
                </a:solidFill>
                <a:latin typeface="Cambria"/>
                <a:ea typeface="Cambria"/>
                <a:cs typeface="Cambria"/>
                <a:sym typeface="Cambria"/>
              </a:rPr>
              <a:t>Advantages</a:t>
            </a:r>
            <a:endParaRPr sz="1900" b="0" i="0" u="none" strike="noStrike" cap="none">
              <a:solidFill>
                <a:schemeClr val="dk1"/>
              </a:solidFill>
              <a:latin typeface="Cambria"/>
              <a:ea typeface="Cambria"/>
              <a:cs typeface="Cambria"/>
              <a:sym typeface="Cambria"/>
            </a:endParaRPr>
          </a:p>
          <a:p>
            <a:pPr marL="1444625" marR="0" lvl="2" indent="-438782" algn="l" rtl="0">
              <a:lnSpc>
                <a:spcPct val="100000"/>
              </a:lnSpc>
              <a:spcBef>
                <a:spcPts val="1714"/>
              </a:spcBef>
              <a:spcAft>
                <a:spcPts val="0"/>
              </a:spcAft>
              <a:buClr>
                <a:schemeClr val="dk1"/>
              </a:buClr>
              <a:buSzPts val="1550"/>
              <a:buFont typeface="Noto Sans Symbols"/>
              <a:buChar char="❑"/>
            </a:pPr>
            <a:r>
              <a:rPr lang="en" sz="1900" b="0" i="0" u="none" strike="noStrike" cap="none">
                <a:solidFill>
                  <a:schemeClr val="dk1"/>
                </a:solidFill>
                <a:latin typeface="Cambria"/>
                <a:ea typeface="Cambria"/>
                <a:cs typeface="Cambria"/>
                <a:sym typeface="Cambria"/>
              </a:rPr>
              <a:t>Easily typed in a Word document</a:t>
            </a:r>
            <a:endParaRPr sz="1900" b="0" i="0" u="none" strike="noStrike" cap="none">
              <a:solidFill>
                <a:schemeClr val="dk1"/>
              </a:solidFill>
              <a:latin typeface="Cambria"/>
              <a:ea typeface="Cambria"/>
              <a:cs typeface="Cambria"/>
              <a:sym typeface="Cambria"/>
            </a:endParaRPr>
          </a:p>
          <a:p>
            <a:pPr marL="1444625" marR="0" lvl="2" indent="-438782" algn="l" rtl="0">
              <a:lnSpc>
                <a:spcPct val="100000"/>
              </a:lnSpc>
              <a:spcBef>
                <a:spcPts val="1720"/>
              </a:spcBef>
              <a:spcAft>
                <a:spcPts val="0"/>
              </a:spcAft>
              <a:buClr>
                <a:schemeClr val="dk1"/>
              </a:buClr>
              <a:buSzPts val="1550"/>
              <a:buFont typeface="Noto Sans Symbols"/>
              <a:buChar char="❑"/>
            </a:pPr>
            <a:r>
              <a:rPr lang="en" sz="1900" b="0" i="0" u="none" strike="noStrike" cap="none">
                <a:solidFill>
                  <a:schemeClr val="dk1"/>
                </a:solidFill>
                <a:latin typeface="Cambria"/>
                <a:ea typeface="Cambria"/>
                <a:cs typeface="Cambria"/>
                <a:sym typeface="Cambria"/>
              </a:rPr>
              <a:t>Easily modified</a:t>
            </a:r>
            <a:endParaRPr sz="1900" b="0" i="0" u="none" strike="noStrike" cap="none">
              <a:solidFill>
                <a:schemeClr val="dk1"/>
              </a:solidFill>
              <a:latin typeface="Cambria"/>
              <a:ea typeface="Cambria"/>
              <a:cs typeface="Cambria"/>
              <a:sym typeface="Cambria"/>
            </a:endParaRPr>
          </a:p>
          <a:p>
            <a:pPr marL="1444625" marR="0" lvl="2" indent="-438782" algn="l" rtl="0">
              <a:lnSpc>
                <a:spcPct val="100000"/>
              </a:lnSpc>
              <a:spcBef>
                <a:spcPts val="1730"/>
              </a:spcBef>
              <a:spcAft>
                <a:spcPts val="0"/>
              </a:spcAft>
              <a:buClr>
                <a:schemeClr val="dk1"/>
              </a:buClr>
              <a:buSzPts val="1550"/>
              <a:buFont typeface="Noto Sans Symbols"/>
              <a:buChar char="❑"/>
            </a:pPr>
            <a:r>
              <a:rPr lang="en" sz="1900" b="0" i="0" u="none" strike="noStrike" cap="none">
                <a:solidFill>
                  <a:schemeClr val="dk1"/>
                </a:solidFill>
                <a:latin typeface="Cambria"/>
                <a:ea typeface="Cambria"/>
                <a:cs typeface="Cambria"/>
                <a:sym typeface="Cambria"/>
              </a:rPr>
              <a:t>Simple to Use and understand</a:t>
            </a:r>
            <a:endParaRPr sz="1900" b="0" i="0" u="none" strike="noStrike" cap="none">
              <a:solidFill>
                <a:schemeClr val="dk1"/>
              </a:solidFill>
              <a:latin typeface="Cambria"/>
              <a:ea typeface="Cambria"/>
              <a:cs typeface="Cambria"/>
              <a:sym typeface="Cambria"/>
            </a:endParaRPr>
          </a:p>
          <a:p>
            <a:pPr marL="1444625" marR="0" lvl="2" indent="-438782" algn="l" rtl="0">
              <a:lnSpc>
                <a:spcPct val="100000"/>
              </a:lnSpc>
              <a:spcBef>
                <a:spcPts val="1714"/>
              </a:spcBef>
              <a:spcAft>
                <a:spcPts val="0"/>
              </a:spcAft>
              <a:buClr>
                <a:schemeClr val="dk1"/>
              </a:buClr>
              <a:buSzPts val="1550"/>
              <a:buFont typeface="Noto Sans Symbols"/>
              <a:buChar char="❑"/>
            </a:pPr>
            <a:r>
              <a:rPr lang="en" sz="1900" b="0" i="0" u="none" strike="noStrike" cap="none">
                <a:solidFill>
                  <a:schemeClr val="dk1"/>
                </a:solidFill>
                <a:latin typeface="Cambria"/>
                <a:ea typeface="Cambria"/>
                <a:cs typeface="Cambria"/>
                <a:sym typeface="Cambria"/>
              </a:rPr>
              <a:t>Implements Structured Concepts</a:t>
            </a:r>
            <a:endParaRPr sz="1900" b="0" i="0" u="none" strike="noStrike" cap="none">
              <a:solidFill>
                <a:schemeClr val="dk1"/>
              </a:solidFill>
              <a:latin typeface="Cambria"/>
              <a:ea typeface="Cambria"/>
              <a:cs typeface="Cambria"/>
              <a:sym typeface="Cambria"/>
            </a:endParaRPr>
          </a:p>
          <a:p>
            <a:pPr marL="1444625" marR="0" lvl="2" indent="-438782" algn="l" rtl="0">
              <a:lnSpc>
                <a:spcPct val="100000"/>
              </a:lnSpc>
              <a:spcBef>
                <a:spcPts val="1720"/>
              </a:spcBef>
              <a:spcAft>
                <a:spcPts val="0"/>
              </a:spcAft>
              <a:buClr>
                <a:schemeClr val="dk1"/>
              </a:buClr>
              <a:buSzPts val="1550"/>
              <a:buFont typeface="Noto Sans Symbols"/>
              <a:buChar char="❑"/>
            </a:pPr>
            <a:r>
              <a:rPr lang="en" sz="1900" b="0" i="0" u="none" strike="noStrike" cap="none">
                <a:solidFill>
                  <a:schemeClr val="dk1"/>
                </a:solidFill>
                <a:latin typeface="Cambria"/>
                <a:ea typeface="Cambria"/>
                <a:cs typeface="Cambria"/>
                <a:sym typeface="Cambria"/>
              </a:rPr>
              <a:t>No special symbols are used</a:t>
            </a:r>
            <a:endParaRPr sz="1900" b="0" i="0" u="none" strike="noStrike" cap="none">
              <a:solidFill>
                <a:schemeClr val="dk1"/>
              </a:solidFill>
              <a:latin typeface="Cambria"/>
              <a:ea typeface="Cambria"/>
              <a:cs typeface="Cambria"/>
              <a:sym typeface="Cambria"/>
            </a:endParaRPr>
          </a:p>
          <a:p>
            <a:pPr marL="1444625" marR="0" lvl="2" indent="-438782" algn="l" rtl="0">
              <a:lnSpc>
                <a:spcPct val="100000"/>
              </a:lnSpc>
              <a:spcBef>
                <a:spcPts val="1725"/>
              </a:spcBef>
              <a:spcAft>
                <a:spcPts val="0"/>
              </a:spcAft>
              <a:buClr>
                <a:schemeClr val="dk1"/>
              </a:buClr>
              <a:buSzPts val="1550"/>
              <a:buFont typeface="Noto Sans Symbols"/>
              <a:buChar char="❑"/>
            </a:pPr>
            <a:r>
              <a:rPr lang="en" sz="1900" b="0" i="0" u="none" strike="noStrike" cap="none">
                <a:solidFill>
                  <a:schemeClr val="dk1"/>
                </a:solidFill>
                <a:latin typeface="Cambria"/>
                <a:ea typeface="Cambria"/>
                <a:cs typeface="Cambria"/>
                <a:sym typeface="Cambria"/>
              </a:rPr>
              <a:t>No specific syntax is used</a:t>
            </a:r>
            <a:endParaRPr sz="1900" b="0" i="0" u="none" strike="noStrike" cap="none">
              <a:solidFill>
                <a:schemeClr val="dk1"/>
              </a:solidFill>
              <a:latin typeface="Cambria"/>
              <a:ea typeface="Cambria"/>
              <a:cs typeface="Cambria"/>
              <a:sym typeface="Cambria"/>
            </a:endParaRPr>
          </a:p>
          <a:p>
            <a:pPr marL="1444625" marR="0" lvl="2" indent="-445132" algn="l" rtl="0">
              <a:lnSpc>
                <a:spcPct val="100000"/>
              </a:lnSpc>
              <a:spcBef>
                <a:spcPts val="1714"/>
              </a:spcBef>
              <a:spcAft>
                <a:spcPts val="0"/>
              </a:spcAft>
              <a:buClr>
                <a:schemeClr val="dk1"/>
              </a:buClr>
              <a:buSzPts val="1650"/>
              <a:buFont typeface="Noto Sans Symbols"/>
              <a:buChar char="❑"/>
            </a:pPr>
            <a:r>
              <a:rPr lang="en" sz="2000" b="0" i="0" u="none" strike="noStrike" cap="none">
                <a:solidFill>
                  <a:schemeClr val="dk1"/>
                </a:solidFill>
                <a:latin typeface="Cambria"/>
                <a:ea typeface="Cambria"/>
                <a:cs typeface="Cambria"/>
                <a:sym typeface="Cambria"/>
              </a:rPr>
              <a:t>Easy to translate into Program</a:t>
            </a:r>
            <a:endParaRPr sz="2000" b="0" i="0" u="none" strike="noStrike" cap="none">
              <a:solidFill>
                <a:schemeClr val="dk1"/>
              </a:solidFill>
              <a:latin typeface="Cambria"/>
              <a:ea typeface="Cambria"/>
              <a:cs typeface="Cambria"/>
              <a:sym typeface="Cambria"/>
            </a:endParaRPr>
          </a:p>
        </p:txBody>
      </p:sp>
      <p:sp>
        <p:nvSpPr>
          <p:cNvPr id="109" name="Google Shape;109;p20"/>
          <p:cNvSpPr txBox="1">
            <a:spLocks noGrp="1"/>
          </p:cNvSpPr>
          <p:nvPr>
            <p:ph type="title"/>
          </p:nvPr>
        </p:nvSpPr>
        <p:spPr>
          <a:xfrm>
            <a:off x="1236141" y="141455"/>
            <a:ext cx="7707300" cy="628500"/>
          </a:xfrm>
          <a:prstGeom prst="rect">
            <a:avLst/>
          </a:prstGeom>
          <a:noFill/>
          <a:ln>
            <a:noFill/>
          </a:ln>
        </p:spPr>
        <p:txBody>
          <a:bodyPr spcFirstLastPara="1" wrap="square" lIns="0" tIns="12700" rIns="0" bIns="0" anchor="t" anchorCtr="0">
            <a:spAutoFit/>
          </a:bodyPr>
          <a:lstStyle/>
          <a:p>
            <a:pPr marL="163195" lvl="0" indent="0" algn="ctr" rtl="0">
              <a:lnSpc>
                <a:spcPct val="100000"/>
              </a:lnSpc>
              <a:spcBef>
                <a:spcPts val="0"/>
              </a:spcBef>
              <a:spcAft>
                <a:spcPts val="0"/>
              </a:spcAft>
              <a:buSzPts val="1400"/>
              <a:buNone/>
            </a:pPr>
            <a:r>
              <a:rPr lang="en" sz="2000"/>
              <a:t>SRM INSTITUTE OF SCIENCE AND TECHNOLOGY,</a:t>
            </a:r>
            <a:r>
              <a:rPr lang="en" sz="2000">
                <a:solidFill>
                  <a:schemeClr val="dk1"/>
                </a:solidFill>
              </a:rPr>
              <a:t/>
            </a:r>
            <a:br>
              <a:rPr lang="en" sz="2000">
                <a:solidFill>
                  <a:schemeClr val="dk1"/>
                </a:solidFill>
              </a:rPr>
            </a:br>
            <a:r>
              <a:rPr lang="en" sz="2000"/>
              <a:t>CHENNAI.</a:t>
            </a:r>
            <a:endParaRPr sz="220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pic>
        <p:nvPicPr>
          <p:cNvPr id="114" name="Google Shape;114;p21"/>
          <p:cNvPicPr preferRelativeResize="0"/>
          <p:nvPr/>
        </p:nvPicPr>
        <p:blipFill rotWithShape="1">
          <a:blip r:embed="rId3" cstate="print">
            <a:alphaModFix/>
          </a:blip>
          <a:srcRect/>
          <a:stretch/>
        </p:blipFill>
        <p:spPr>
          <a:xfrm>
            <a:off x="195326" y="141455"/>
            <a:ext cx="780611" cy="800745"/>
          </a:xfrm>
          <a:prstGeom prst="rect">
            <a:avLst/>
          </a:prstGeom>
          <a:noFill/>
          <a:ln>
            <a:noFill/>
          </a:ln>
        </p:spPr>
      </p:pic>
      <p:sp>
        <p:nvSpPr>
          <p:cNvPr id="115" name="Google Shape;115;p21"/>
          <p:cNvSpPr txBox="1"/>
          <p:nvPr/>
        </p:nvSpPr>
        <p:spPr>
          <a:xfrm>
            <a:off x="383540" y="1633492"/>
            <a:ext cx="7350900" cy="2232300"/>
          </a:xfrm>
          <a:prstGeom prst="rect">
            <a:avLst/>
          </a:prstGeom>
          <a:noFill/>
          <a:ln>
            <a:noFill/>
          </a:ln>
        </p:spPr>
        <p:txBody>
          <a:bodyPr spcFirstLastPara="1" wrap="square" lIns="0" tIns="13325" rIns="0" bIns="0" anchor="t" anchorCtr="0">
            <a:spAutoFit/>
          </a:bodyPr>
          <a:lstStyle/>
          <a:p>
            <a:pPr marL="383540" marR="0" lvl="0" indent="-370840" algn="l" rtl="0">
              <a:lnSpc>
                <a:spcPct val="100000"/>
              </a:lnSpc>
              <a:spcBef>
                <a:spcPts val="1420"/>
              </a:spcBef>
              <a:spcAft>
                <a:spcPts val="0"/>
              </a:spcAft>
              <a:buClr>
                <a:srgbClr val="336600"/>
              </a:buClr>
              <a:buSzPts val="2800"/>
              <a:buFont typeface="Cambria"/>
              <a:buAutoNum type="arabicPeriod"/>
            </a:pPr>
            <a:r>
              <a:rPr lang="en" sz="2800" b="1" i="0" u="none" strike="noStrike" cap="none">
                <a:solidFill>
                  <a:srgbClr val="336600"/>
                </a:solidFill>
                <a:latin typeface="Cambria"/>
                <a:ea typeface="Cambria"/>
                <a:cs typeface="Cambria"/>
                <a:sym typeface="Cambria"/>
              </a:rPr>
              <a:t>4 Writing Pseudocode Contd…</a:t>
            </a:r>
            <a:endParaRPr sz="2800" b="0" i="0" u="none" strike="noStrike" cap="none">
              <a:solidFill>
                <a:schemeClr val="dk1"/>
              </a:solidFill>
              <a:latin typeface="Cambria"/>
              <a:ea typeface="Cambria"/>
              <a:cs typeface="Cambria"/>
              <a:sym typeface="Cambria"/>
            </a:endParaRPr>
          </a:p>
          <a:p>
            <a:pPr marL="987425" marR="0" lvl="1" indent="-457833" algn="l" rtl="0">
              <a:lnSpc>
                <a:spcPct val="100000"/>
              </a:lnSpc>
              <a:spcBef>
                <a:spcPts val="2585"/>
              </a:spcBef>
              <a:spcAft>
                <a:spcPts val="0"/>
              </a:spcAft>
              <a:buClr>
                <a:srgbClr val="9B2C1F"/>
              </a:buClr>
              <a:buSzPts val="1850"/>
              <a:buFont typeface="Noto Sans Symbols"/>
              <a:buChar char="❑"/>
            </a:pPr>
            <a:r>
              <a:rPr lang="en" sz="2200" b="1" i="0" u="none" strike="noStrike" cap="none">
                <a:solidFill>
                  <a:srgbClr val="C00000"/>
                </a:solidFill>
                <a:latin typeface="Cambria"/>
                <a:ea typeface="Cambria"/>
                <a:cs typeface="Cambria"/>
                <a:sym typeface="Cambria"/>
              </a:rPr>
              <a:t>Disadvantages</a:t>
            </a:r>
            <a:endParaRPr sz="2200" b="0" i="0" u="none" strike="noStrike" cap="none">
              <a:solidFill>
                <a:schemeClr val="dk1"/>
              </a:solidFill>
              <a:latin typeface="Cambria"/>
              <a:ea typeface="Cambria"/>
              <a:cs typeface="Cambria"/>
              <a:sym typeface="Cambria"/>
            </a:endParaRPr>
          </a:p>
          <a:p>
            <a:pPr marL="1444625" marR="0" lvl="2" indent="-457832" algn="l" rtl="0">
              <a:lnSpc>
                <a:spcPct val="100000"/>
              </a:lnSpc>
              <a:spcBef>
                <a:spcPts val="1714"/>
              </a:spcBef>
              <a:spcAft>
                <a:spcPts val="0"/>
              </a:spcAft>
              <a:buClr>
                <a:schemeClr val="dk1"/>
              </a:buClr>
              <a:buSzPts val="1850"/>
              <a:buFont typeface="Noto Sans Symbols"/>
              <a:buChar char="❑"/>
            </a:pPr>
            <a:r>
              <a:rPr lang="en" sz="2200" b="0" i="0" u="none" strike="noStrike" cap="none">
                <a:solidFill>
                  <a:schemeClr val="dk1"/>
                </a:solidFill>
                <a:latin typeface="Cambria"/>
                <a:ea typeface="Cambria"/>
                <a:cs typeface="Cambria"/>
                <a:sym typeface="Cambria"/>
              </a:rPr>
              <a:t>No accepted Standard</a:t>
            </a:r>
            <a:endParaRPr sz="2200" b="0" i="0" u="none" strike="noStrike" cap="none">
              <a:solidFill>
                <a:schemeClr val="dk1"/>
              </a:solidFill>
              <a:latin typeface="Cambria"/>
              <a:ea typeface="Cambria"/>
              <a:cs typeface="Cambria"/>
              <a:sym typeface="Cambria"/>
            </a:endParaRPr>
          </a:p>
          <a:p>
            <a:pPr marL="1444625" marR="0" lvl="2" indent="-457832" algn="l" rtl="0">
              <a:lnSpc>
                <a:spcPct val="100000"/>
              </a:lnSpc>
              <a:spcBef>
                <a:spcPts val="1720"/>
              </a:spcBef>
              <a:spcAft>
                <a:spcPts val="0"/>
              </a:spcAft>
              <a:buClr>
                <a:schemeClr val="dk1"/>
              </a:buClr>
              <a:buSzPts val="1850"/>
              <a:buFont typeface="Noto Sans Symbols"/>
              <a:buChar char="❑"/>
            </a:pPr>
            <a:r>
              <a:rPr lang="en" sz="2200" b="0" i="0" u="none" strike="noStrike" cap="none">
                <a:solidFill>
                  <a:schemeClr val="dk1"/>
                </a:solidFill>
                <a:latin typeface="Cambria"/>
                <a:ea typeface="Cambria"/>
                <a:cs typeface="Cambria"/>
                <a:sym typeface="Cambria"/>
              </a:rPr>
              <a:t>Cannot be compiled and executed</a:t>
            </a:r>
            <a:endParaRPr sz="2200" b="0" i="0" u="none" strike="noStrike" cap="none">
              <a:solidFill>
                <a:schemeClr val="dk1"/>
              </a:solidFill>
              <a:latin typeface="Cambria"/>
              <a:ea typeface="Cambria"/>
              <a:cs typeface="Cambria"/>
              <a:sym typeface="Cambria"/>
            </a:endParaRPr>
          </a:p>
        </p:txBody>
      </p:sp>
      <p:sp>
        <p:nvSpPr>
          <p:cNvPr id="116" name="Google Shape;116;p21"/>
          <p:cNvSpPr txBox="1">
            <a:spLocks noGrp="1"/>
          </p:cNvSpPr>
          <p:nvPr>
            <p:ph type="title"/>
          </p:nvPr>
        </p:nvSpPr>
        <p:spPr>
          <a:xfrm>
            <a:off x="1236141" y="141455"/>
            <a:ext cx="7707300" cy="690000"/>
          </a:xfrm>
          <a:prstGeom prst="rect">
            <a:avLst/>
          </a:prstGeom>
          <a:noFill/>
          <a:ln>
            <a:noFill/>
          </a:ln>
        </p:spPr>
        <p:txBody>
          <a:bodyPr spcFirstLastPara="1" wrap="square" lIns="0" tIns="12700" rIns="0" bIns="0" anchor="t" anchorCtr="0">
            <a:spAutoFit/>
          </a:bodyPr>
          <a:lstStyle/>
          <a:p>
            <a:pPr marL="163195" lvl="0" indent="0" algn="ctr" rtl="0">
              <a:lnSpc>
                <a:spcPct val="100000"/>
              </a:lnSpc>
              <a:spcBef>
                <a:spcPts val="0"/>
              </a:spcBef>
              <a:spcAft>
                <a:spcPts val="0"/>
              </a:spcAft>
              <a:buSzPts val="1400"/>
              <a:buNone/>
            </a:pPr>
            <a:r>
              <a:rPr lang="en" sz="2200"/>
              <a:t>SRM INSTITUTE OF SCIENCE AND TECHNOLOGY,</a:t>
            </a:r>
            <a:r>
              <a:rPr lang="en" sz="2200">
                <a:solidFill>
                  <a:schemeClr val="dk1"/>
                </a:solidFill>
              </a:rPr>
              <a:t/>
            </a:r>
            <a:br>
              <a:rPr lang="en" sz="2200">
                <a:solidFill>
                  <a:schemeClr val="dk1"/>
                </a:solidFill>
              </a:rPr>
            </a:br>
            <a:r>
              <a:rPr lang="en" sz="2200"/>
              <a:t>CHENNAI.</a:t>
            </a:r>
            <a:endParaRPr sz="240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120"/>
        <p:cNvGrpSpPr/>
        <p:nvPr/>
      </p:nvGrpSpPr>
      <p:grpSpPr>
        <a:xfrm>
          <a:off x="0" y="0"/>
          <a:ext cx="0" cy="0"/>
          <a:chOff x="0" y="0"/>
          <a:chExt cx="0" cy="0"/>
        </a:xfrm>
      </p:grpSpPr>
      <p:pic>
        <p:nvPicPr>
          <p:cNvPr id="121" name="Google Shape;121;p22"/>
          <p:cNvPicPr preferRelativeResize="0"/>
          <p:nvPr/>
        </p:nvPicPr>
        <p:blipFill rotWithShape="1">
          <a:blip r:embed="rId3" cstate="print">
            <a:alphaModFix/>
          </a:blip>
          <a:srcRect/>
          <a:stretch/>
        </p:blipFill>
        <p:spPr>
          <a:xfrm>
            <a:off x="195326" y="141455"/>
            <a:ext cx="780611" cy="800745"/>
          </a:xfrm>
          <a:prstGeom prst="rect">
            <a:avLst/>
          </a:prstGeom>
          <a:noFill/>
          <a:ln>
            <a:noFill/>
          </a:ln>
        </p:spPr>
      </p:pic>
      <p:sp>
        <p:nvSpPr>
          <p:cNvPr id="122" name="Google Shape;122;p22"/>
          <p:cNvSpPr txBox="1"/>
          <p:nvPr/>
        </p:nvSpPr>
        <p:spPr>
          <a:xfrm>
            <a:off x="383539" y="1173160"/>
            <a:ext cx="8157900" cy="4945200"/>
          </a:xfrm>
          <a:prstGeom prst="rect">
            <a:avLst/>
          </a:prstGeom>
          <a:noFill/>
          <a:ln>
            <a:noFill/>
          </a:ln>
        </p:spPr>
        <p:txBody>
          <a:bodyPr spcFirstLastPara="1" wrap="square" lIns="0" tIns="13325" rIns="0" bIns="0" anchor="t" anchorCtr="0">
            <a:spAutoFit/>
          </a:bodyPr>
          <a:lstStyle/>
          <a:p>
            <a:pPr marL="232408" marR="0" lvl="0" indent="0" algn="ctr" rtl="0">
              <a:lnSpc>
                <a:spcPct val="100000"/>
              </a:lnSpc>
              <a:spcBef>
                <a:spcPts val="0"/>
              </a:spcBef>
              <a:spcAft>
                <a:spcPts val="0"/>
              </a:spcAft>
              <a:buClr>
                <a:srgbClr val="000000"/>
              </a:buClr>
              <a:buSzPts val="2800"/>
              <a:buFont typeface="Arial"/>
              <a:buNone/>
            </a:pPr>
            <a:r>
              <a:rPr lang="en" sz="2800" b="1" i="0" u="none" strike="noStrike" cap="none">
                <a:solidFill>
                  <a:srgbClr val="336600"/>
                </a:solidFill>
                <a:latin typeface="Cambria"/>
                <a:ea typeface="Cambria"/>
                <a:cs typeface="Cambria"/>
                <a:sym typeface="Cambria"/>
              </a:rPr>
              <a:t>1. 4 Writing Pseudocode Contd…</a:t>
            </a:r>
            <a:endParaRPr sz="2800" b="0" i="0" u="none" strike="noStrike" cap="none">
              <a:solidFill>
                <a:schemeClr val="dk1"/>
              </a:solidFill>
              <a:latin typeface="Cambria"/>
              <a:ea typeface="Cambria"/>
              <a:cs typeface="Cambria"/>
              <a:sym typeface="Cambria"/>
            </a:endParaRPr>
          </a:p>
          <a:p>
            <a:pPr marL="409575" marR="0" lvl="0" indent="-337185" algn="l" rtl="0">
              <a:lnSpc>
                <a:spcPct val="100000"/>
              </a:lnSpc>
              <a:spcBef>
                <a:spcPts val="2190"/>
              </a:spcBef>
              <a:spcAft>
                <a:spcPts val="0"/>
              </a:spcAft>
              <a:buClr>
                <a:srgbClr val="D24717"/>
              </a:buClr>
              <a:buSzPts val="1850"/>
              <a:buFont typeface="Noto Sans Symbols"/>
              <a:buChar char="❑"/>
            </a:pPr>
            <a:r>
              <a:rPr lang="en" sz="2200" b="1" i="0" u="none" strike="noStrike" cap="none">
                <a:solidFill>
                  <a:srgbClr val="C00000"/>
                </a:solidFill>
                <a:latin typeface="Cambria"/>
                <a:ea typeface="Cambria"/>
                <a:cs typeface="Cambria"/>
                <a:sym typeface="Cambria"/>
              </a:rPr>
              <a:t>Write an Pseudo Code to:</a:t>
            </a:r>
            <a:endParaRPr sz="2200" b="0" i="0" u="none" strike="noStrike" cap="none">
              <a:solidFill>
                <a:schemeClr val="dk1"/>
              </a:solidFill>
              <a:latin typeface="Cambria"/>
              <a:ea typeface="Cambria"/>
              <a:cs typeface="Cambria"/>
              <a:sym typeface="Cambria"/>
            </a:endParaRPr>
          </a:p>
          <a:p>
            <a:pPr marL="987425" marR="0" lvl="1" indent="-457833" algn="l" rtl="0">
              <a:lnSpc>
                <a:spcPct val="100000"/>
              </a:lnSpc>
              <a:spcBef>
                <a:spcPts val="1190"/>
              </a:spcBef>
              <a:spcAft>
                <a:spcPts val="0"/>
              </a:spcAft>
              <a:buClr>
                <a:schemeClr val="dk1"/>
              </a:buClr>
              <a:buSzPts val="1850"/>
              <a:buFont typeface="Cambria"/>
              <a:buAutoNum type="arabicParenR"/>
            </a:pPr>
            <a:r>
              <a:rPr lang="en" sz="2200" b="0" i="0" u="none" strike="noStrike" cap="none">
                <a:solidFill>
                  <a:schemeClr val="dk1"/>
                </a:solidFill>
                <a:latin typeface="Cambria"/>
                <a:ea typeface="Cambria"/>
                <a:cs typeface="Cambria"/>
                <a:sym typeface="Cambria"/>
              </a:rPr>
              <a:t>Add three numbers and Display the result</a:t>
            </a:r>
            <a:endParaRPr sz="2200" b="0" i="0" u="none" strike="noStrike" cap="none">
              <a:solidFill>
                <a:schemeClr val="dk1"/>
              </a:solidFill>
              <a:latin typeface="Cambria"/>
              <a:ea typeface="Cambria"/>
              <a:cs typeface="Cambria"/>
              <a:sym typeface="Cambria"/>
            </a:endParaRPr>
          </a:p>
          <a:p>
            <a:pPr marL="987425" marR="0" lvl="1" indent="-457833" algn="l" rtl="0">
              <a:lnSpc>
                <a:spcPct val="100000"/>
              </a:lnSpc>
              <a:spcBef>
                <a:spcPts val="1185"/>
              </a:spcBef>
              <a:spcAft>
                <a:spcPts val="0"/>
              </a:spcAft>
              <a:buClr>
                <a:schemeClr val="dk1"/>
              </a:buClr>
              <a:buSzPts val="1850"/>
              <a:buFont typeface="Cambria"/>
              <a:buAutoNum type="arabicParenR"/>
            </a:pPr>
            <a:r>
              <a:rPr lang="en" sz="2200" b="0" i="0" u="none" strike="noStrike" cap="none">
                <a:solidFill>
                  <a:schemeClr val="dk1"/>
                </a:solidFill>
                <a:latin typeface="Cambria"/>
                <a:ea typeface="Cambria"/>
                <a:cs typeface="Cambria"/>
                <a:sym typeface="Cambria"/>
              </a:rPr>
              <a:t>Calculate Sum and product of two numbers</a:t>
            </a:r>
            <a:endParaRPr sz="2200" b="0" i="0" u="none" strike="noStrike" cap="none">
              <a:solidFill>
                <a:schemeClr val="dk1"/>
              </a:solidFill>
              <a:latin typeface="Cambria"/>
              <a:ea typeface="Cambria"/>
              <a:cs typeface="Cambria"/>
              <a:sym typeface="Cambria"/>
            </a:endParaRPr>
          </a:p>
          <a:p>
            <a:pPr marL="987425" marR="5080" lvl="1" indent="-457833" algn="l" rtl="0">
              <a:lnSpc>
                <a:spcPct val="130000"/>
              </a:lnSpc>
              <a:spcBef>
                <a:spcPts val="409"/>
              </a:spcBef>
              <a:spcAft>
                <a:spcPts val="0"/>
              </a:spcAft>
              <a:buClr>
                <a:schemeClr val="dk1"/>
              </a:buClr>
              <a:buSzPts val="1850"/>
              <a:buFont typeface="Cambria"/>
              <a:buAutoNum type="arabicParenR"/>
            </a:pPr>
            <a:r>
              <a:rPr lang="en" sz="2200" b="0" i="0" u="none" strike="noStrike" cap="none">
                <a:solidFill>
                  <a:schemeClr val="dk1"/>
                </a:solidFill>
                <a:latin typeface="Cambria"/>
                <a:ea typeface="Cambria"/>
                <a:cs typeface="Cambria"/>
                <a:sym typeface="Cambria"/>
              </a:rPr>
              <a:t>Input examination marks and award grades according to the  following criteria:</a:t>
            </a:r>
            <a:endParaRPr sz="2200" b="0" i="0" u="none" strike="noStrike" cap="none">
              <a:solidFill>
                <a:schemeClr val="dk1"/>
              </a:solidFill>
              <a:latin typeface="Cambria"/>
              <a:ea typeface="Cambria"/>
              <a:cs typeface="Cambria"/>
              <a:sym typeface="Cambria"/>
            </a:endParaRPr>
          </a:p>
          <a:p>
            <a:pPr marL="1444625" marR="0" lvl="2" indent="-457832" algn="l" rtl="0">
              <a:lnSpc>
                <a:spcPct val="100000"/>
              </a:lnSpc>
              <a:spcBef>
                <a:spcPts val="1190"/>
              </a:spcBef>
              <a:spcAft>
                <a:spcPts val="0"/>
              </a:spcAft>
              <a:buClr>
                <a:schemeClr val="dk1"/>
              </a:buClr>
              <a:buSzPts val="1850"/>
              <a:buFont typeface="Cambria"/>
              <a:buAutoNum type="alphaLcParenR"/>
            </a:pPr>
            <a:r>
              <a:rPr lang="en" sz="2200" b="0" i="0" u="none" strike="noStrike" cap="none">
                <a:solidFill>
                  <a:schemeClr val="dk1"/>
                </a:solidFill>
                <a:latin typeface="Cambria"/>
                <a:ea typeface="Cambria"/>
                <a:cs typeface="Cambria"/>
                <a:sym typeface="Cambria"/>
              </a:rPr>
              <a:t>&gt; = 80 Distinction</a:t>
            </a:r>
            <a:endParaRPr sz="2200" b="0" i="0" u="none" strike="noStrike" cap="none">
              <a:solidFill>
                <a:schemeClr val="dk1"/>
              </a:solidFill>
              <a:latin typeface="Cambria"/>
              <a:ea typeface="Cambria"/>
              <a:cs typeface="Cambria"/>
              <a:sym typeface="Cambria"/>
            </a:endParaRPr>
          </a:p>
          <a:p>
            <a:pPr marL="1444625" marR="0" lvl="2" indent="-457832" algn="l" rtl="0">
              <a:lnSpc>
                <a:spcPct val="100000"/>
              </a:lnSpc>
              <a:spcBef>
                <a:spcPts val="1190"/>
              </a:spcBef>
              <a:spcAft>
                <a:spcPts val="0"/>
              </a:spcAft>
              <a:buClr>
                <a:schemeClr val="dk1"/>
              </a:buClr>
              <a:buSzPts val="1850"/>
              <a:buFont typeface="Cambria"/>
              <a:buAutoNum type="alphaLcParenR"/>
            </a:pPr>
            <a:r>
              <a:rPr lang="en" sz="2200" b="0" i="0" u="none" strike="noStrike" cap="none">
                <a:solidFill>
                  <a:schemeClr val="dk1"/>
                </a:solidFill>
                <a:latin typeface="Cambria"/>
                <a:ea typeface="Cambria"/>
                <a:cs typeface="Cambria"/>
                <a:sym typeface="Cambria"/>
              </a:rPr>
              <a:t>&gt; = 60 First Class</a:t>
            </a:r>
            <a:endParaRPr sz="2200" b="0" i="0" u="none" strike="noStrike" cap="none">
              <a:solidFill>
                <a:schemeClr val="dk1"/>
              </a:solidFill>
              <a:latin typeface="Cambria"/>
              <a:ea typeface="Cambria"/>
              <a:cs typeface="Cambria"/>
              <a:sym typeface="Cambria"/>
            </a:endParaRPr>
          </a:p>
          <a:p>
            <a:pPr marL="1444625" marR="0" lvl="2" indent="-457832" algn="l" rtl="0">
              <a:lnSpc>
                <a:spcPct val="100000"/>
              </a:lnSpc>
              <a:spcBef>
                <a:spcPts val="1200"/>
              </a:spcBef>
              <a:spcAft>
                <a:spcPts val="0"/>
              </a:spcAft>
              <a:buClr>
                <a:schemeClr val="dk1"/>
              </a:buClr>
              <a:buSzPts val="1850"/>
              <a:buFont typeface="Cambria"/>
              <a:buAutoNum type="alphaLcParenR"/>
            </a:pPr>
            <a:r>
              <a:rPr lang="en" sz="2200" b="0" i="0" u="none" strike="noStrike" cap="none">
                <a:solidFill>
                  <a:schemeClr val="dk1"/>
                </a:solidFill>
                <a:latin typeface="Cambria"/>
                <a:ea typeface="Cambria"/>
                <a:cs typeface="Cambria"/>
                <a:sym typeface="Cambria"/>
              </a:rPr>
              <a:t>&gt; = 50 Second Class</a:t>
            </a:r>
            <a:endParaRPr sz="2200" b="0" i="0" u="none" strike="noStrike" cap="none">
              <a:solidFill>
                <a:schemeClr val="dk1"/>
              </a:solidFill>
              <a:latin typeface="Cambria"/>
              <a:ea typeface="Cambria"/>
              <a:cs typeface="Cambria"/>
              <a:sym typeface="Cambria"/>
            </a:endParaRPr>
          </a:p>
          <a:p>
            <a:pPr marL="1444625" marR="0" lvl="2" indent="-457832" algn="l" rtl="0">
              <a:lnSpc>
                <a:spcPct val="100000"/>
              </a:lnSpc>
              <a:spcBef>
                <a:spcPts val="1190"/>
              </a:spcBef>
              <a:spcAft>
                <a:spcPts val="0"/>
              </a:spcAft>
              <a:buClr>
                <a:schemeClr val="dk1"/>
              </a:buClr>
              <a:buSzPts val="1850"/>
              <a:buFont typeface="Cambria"/>
              <a:buAutoNum type="alphaLcParenR"/>
            </a:pPr>
            <a:r>
              <a:rPr lang="en" sz="2200" b="0" i="0" u="none" strike="noStrike" cap="none">
                <a:solidFill>
                  <a:schemeClr val="dk1"/>
                </a:solidFill>
                <a:latin typeface="Cambria"/>
                <a:ea typeface="Cambria"/>
                <a:cs typeface="Cambria"/>
                <a:sym typeface="Cambria"/>
              </a:rPr>
              <a:t>&lt; 40 Fail</a:t>
            </a:r>
            <a:endParaRPr sz="2200" b="0" i="0" u="none" strike="noStrike" cap="none">
              <a:solidFill>
                <a:schemeClr val="dk1"/>
              </a:solidFill>
              <a:latin typeface="Cambria"/>
              <a:ea typeface="Cambria"/>
              <a:cs typeface="Cambria"/>
              <a:sym typeface="Cambria"/>
            </a:endParaRPr>
          </a:p>
        </p:txBody>
      </p:sp>
      <p:sp>
        <p:nvSpPr>
          <p:cNvPr id="123" name="Google Shape;123;p22"/>
          <p:cNvSpPr txBox="1">
            <a:spLocks noGrp="1"/>
          </p:cNvSpPr>
          <p:nvPr>
            <p:ph type="title"/>
          </p:nvPr>
        </p:nvSpPr>
        <p:spPr>
          <a:xfrm>
            <a:off x="1236141" y="141455"/>
            <a:ext cx="7707300" cy="690000"/>
          </a:xfrm>
          <a:prstGeom prst="rect">
            <a:avLst/>
          </a:prstGeom>
          <a:noFill/>
          <a:ln>
            <a:noFill/>
          </a:ln>
        </p:spPr>
        <p:txBody>
          <a:bodyPr spcFirstLastPara="1" wrap="square" lIns="0" tIns="12700" rIns="0" bIns="0" anchor="t" anchorCtr="0">
            <a:spAutoFit/>
          </a:bodyPr>
          <a:lstStyle/>
          <a:p>
            <a:pPr marL="163195" lvl="0" indent="0" algn="ctr" rtl="0">
              <a:lnSpc>
                <a:spcPct val="100000"/>
              </a:lnSpc>
              <a:spcBef>
                <a:spcPts val="0"/>
              </a:spcBef>
              <a:spcAft>
                <a:spcPts val="0"/>
              </a:spcAft>
              <a:buSzPts val="1400"/>
              <a:buNone/>
            </a:pPr>
            <a:r>
              <a:rPr lang="en" sz="2200"/>
              <a:t>SRM INSTITUTE OF SCIENCE AND TECHNOLOGY,</a:t>
            </a:r>
            <a:r>
              <a:rPr lang="en" sz="2200">
                <a:solidFill>
                  <a:schemeClr val="dk1"/>
                </a:solidFill>
              </a:rPr>
              <a:t/>
            </a:r>
            <a:br>
              <a:rPr lang="en" sz="2200">
                <a:solidFill>
                  <a:schemeClr val="dk1"/>
                </a:solidFill>
              </a:rPr>
            </a:br>
            <a:r>
              <a:rPr lang="en" sz="2200"/>
              <a:t>CHENNAI.</a:t>
            </a:r>
            <a:endParaRPr sz="240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127"/>
        <p:cNvGrpSpPr/>
        <p:nvPr/>
      </p:nvGrpSpPr>
      <p:grpSpPr>
        <a:xfrm>
          <a:off x="0" y="0"/>
          <a:ext cx="0" cy="0"/>
          <a:chOff x="0" y="0"/>
          <a:chExt cx="0" cy="0"/>
        </a:xfrm>
      </p:grpSpPr>
      <p:pic>
        <p:nvPicPr>
          <p:cNvPr id="128" name="Google Shape;128;p23"/>
          <p:cNvPicPr preferRelativeResize="0"/>
          <p:nvPr/>
        </p:nvPicPr>
        <p:blipFill rotWithShape="1">
          <a:blip r:embed="rId3" cstate="print">
            <a:alphaModFix/>
          </a:blip>
          <a:srcRect/>
          <a:stretch/>
        </p:blipFill>
        <p:spPr>
          <a:xfrm>
            <a:off x="195326" y="141455"/>
            <a:ext cx="780611" cy="800745"/>
          </a:xfrm>
          <a:prstGeom prst="rect">
            <a:avLst/>
          </a:prstGeom>
          <a:noFill/>
          <a:ln>
            <a:noFill/>
          </a:ln>
        </p:spPr>
      </p:pic>
      <p:sp>
        <p:nvSpPr>
          <p:cNvPr id="129" name="Google Shape;129;p23"/>
          <p:cNvSpPr txBox="1"/>
          <p:nvPr/>
        </p:nvSpPr>
        <p:spPr>
          <a:xfrm>
            <a:off x="383539" y="1267106"/>
            <a:ext cx="7482300" cy="3910800"/>
          </a:xfrm>
          <a:prstGeom prst="rect">
            <a:avLst/>
          </a:prstGeom>
          <a:noFill/>
          <a:ln>
            <a:noFill/>
          </a:ln>
        </p:spPr>
        <p:txBody>
          <a:bodyPr spcFirstLastPara="1" wrap="square" lIns="0" tIns="13325" rIns="0" bIns="0" anchor="t" anchorCtr="0">
            <a:spAutoFit/>
          </a:bodyPr>
          <a:lstStyle/>
          <a:p>
            <a:pPr marL="383540" marR="0" lvl="0" indent="-370840" algn="l" rtl="0">
              <a:lnSpc>
                <a:spcPct val="100000"/>
              </a:lnSpc>
              <a:spcBef>
                <a:spcPts val="1420"/>
              </a:spcBef>
              <a:spcAft>
                <a:spcPts val="0"/>
              </a:spcAft>
              <a:buClr>
                <a:srgbClr val="336600"/>
              </a:buClr>
              <a:buSzPts val="2800"/>
              <a:buFont typeface="Cambria"/>
              <a:buAutoNum type="arabicPeriod"/>
            </a:pPr>
            <a:r>
              <a:rPr lang="en" sz="2800" b="1" i="0" u="none" strike="noStrike" cap="none">
                <a:solidFill>
                  <a:srgbClr val="336600"/>
                </a:solidFill>
                <a:latin typeface="Cambria"/>
                <a:ea typeface="Cambria"/>
                <a:cs typeface="Cambria"/>
                <a:sym typeface="Cambria"/>
              </a:rPr>
              <a:t>4 Writing Pseudocode Contd…</a:t>
            </a:r>
            <a:endParaRPr sz="2800" b="0" i="0" u="none" strike="noStrike" cap="none">
              <a:solidFill>
                <a:schemeClr val="dk1"/>
              </a:solidFill>
              <a:latin typeface="Cambria"/>
              <a:ea typeface="Cambria"/>
              <a:cs typeface="Cambria"/>
              <a:sym typeface="Cambria"/>
            </a:endParaRPr>
          </a:p>
          <a:p>
            <a:pPr marL="530225" marR="0" lvl="1" indent="-457832" algn="l" rtl="0">
              <a:lnSpc>
                <a:spcPct val="100000"/>
              </a:lnSpc>
              <a:spcBef>
                <a:spcPts val="2585"/>
              </a:spcBef>
              <a:spcAft>
                <a:spcPts val="0"/>
              </a:spcAft>
              <a:buClr>
                <a:srgbClr val="D24717"/>
              </a:buClr>
              <a:buSzPts val="1850"/>
              <a:buFont typeface="Cambria"/>
              <a:buAutoNum type="arabicPeriod"/>
            </a:pPr>
            <a:r>
              <a:rPr lang="en" sz="2200" b="1" i="0" u="none" strike="noStrike" cap="none">
                <a:solidFill>
                  <a:srgbClr val="C00000"/>
                </a:solidFill>
                <a:latin typeface="Cambria"/>
                <a:ea typeface="Cambria"/>
                <a:cs typeface="Cambria"/>
                <a:sym typeface="Cambria"/>
              </a:rPr>
              <a:t>Pseudo Code to Add Three Numbers</a:t>
            </a:r>
            <a:endParaRPr sz="2200" b="0" i="0" u="none" strike="noStrike" cap="none">
              <a:solidFill>
                <a:schemeClr val="dk1"/>
              </a:solidFill>
              <a:latin typeface="Cambria"/>
              <a:ea typeface="Cambria"/>
              <a:cs typeface="Cambria"/>
              <a:sym typeface="Cambria"/>
            </a:endParaRPr>
          </a:p>
          <a:p>
            <a:pPr marL="987425" marR="0" lvl="2" indent="-457833" algn="l" rtl="0">
              <a:lnSpc>
                <a:spcPct val="100000"/>
              </a:lnSpc>
              <a:spcBef>
                <a:spcPts val="1714"/>
              </a:spcBef>
              <a:spcAft>
                <a:spcPts val="0"/>
              </a:spcAft>
              <a:buClr>
                <a:srgbClr val="9B2C1F"/>
              </a:buClr>
              <a:buSzPts val="1850"/>
              <a:buFont typeface="Noto Sans Symbols"/>
              <a:buChar char="⚫"/>
            </a:pPr>
            <a:r>
              <a:rPr lang="en" sz="2200" b="0" i="0" u="none" strike="noStrike" cap="none">
                <a:solidFill>
                  <a:schemeClr val="dk1"/>
                </a:solidFill>
                <a:latin typeface="Cambria"/>
                <a:ea typeface="Cambria"/>
                <a:cs typeface="Cambria"/>
                <a:sym typeface="Cambria"/>
              </a:rPr>
              <a:t>Use Variables: sum, num1, num2, num3 of type integer</a:t>
            </a:r>
            <a:endParaRPr sz="2200" b="0" i="0" u="none" strike="noStrike" cap="none">
              <a:solidFill>
                <a:schemeClr val="dk1"/>
              </a:solidFill>
              <a:latin typeface="Cambria"/>
              <a:ea typeface="Cambria"/>
              <a:cs typeface="Cambria"/>
              <a:sym typeface="Cambria"/>
            </a:endParaRPr>
          </a:p>
          <a:p>
            <a:pPr marL="987425" marR="0" lvl="2" indent="-457833" algn="l" rtl="0">
              <a:lnSpc>
                <a:spcPct val="100000"/>
              </a:lnSpc>
              <a:spcBef>
                <a:spcPts val="1720"/>
              </a:spcBef>
              <a:spcAft>
                <a:spcPts val="0"/>
              </a:spcAft>
              <a:buClr>
                <a:srgbClr val="9B2C1F"/>
              </a:buClr>
              <a:buSzPts val="1850"/>
              <a:buFont typeface="Noto Sans Symbols"/>
              <a:buChar char="⚫"/>
            </a:pPr>
            <a:r>
              <a:rPr lang="en" sz="2200" b="0" i="0" u="none" strike="noStrike" cap="none">
                <a:solidFill>
                  <a:schemeClr val="dk1"/>
                </a:solidFill>
                <a:latin typeface="Cambria"/>
                <a:ea typeface="Cambria"/>
                <a:cs typeface="Cambria"/>
                <a:sym typeface="Cambria"/>
              </a:rPr>
              <a:t>ACCEPT num1,num2,num3</a:t>
            </a:r>
            <a:endParaRPr sz="2200" b="0" i="0" u="none" strike="noStrike" cap="none">
              <a:solidFill>
                <a:schemeClr val="dk1"/>
              </a:solidFill>
              <a:latin typeface="Cambria"/>
              <a:ea typeface="Cambria"/>
              <a:cs typeface="Cambria"/>
              <a:sym typeface="Cambria"/>
            </a:endParaRPr>
          </a:p>
          <a:p>
            <a:pPr marL="987425" marR="0" lvl="2" indent="-457833" algn="l" rtl="0">
              <a:lnSpc>
                <a:spcPct val="100000"/>
              </a:lnSpc>
              <a:spcBef>
                <a:spcPts val="1730"/>
              </a:spcBef>
              <a:spcAft>
                <a:spcPts val="0"/>
              </a:spcAft>
              <a:buClr>
                <a:srgbClr val="9B2C1F"/>
              </a:buClr>
              <a:buSzPts val="1850"/>
              <a:buFont typeface="Noto Sans Symbols"/>
              <a:buChar char="⚫"/>
            </a:pPr>
            <a:r>
              <a:rPr lang="en" sz="2200" b="0" i="0" u="none" strike="noStrike" cap="none">
                <a:solidFill>
                  <a:schemeClr val="dk1"/>
                </a:solidFill>
                <a:latin typeface="Cambria"/>
                <a:ea typeface="Cambria"/>
                <a:cs typeface="Cambria"/>
                <a:sym typeface="Cambria"/>
              </a:rPr>
              <a:t>Sum = num1+num2+num3</a:t>
            </a:r>
            <a:endParaRPr sz="2200" b="0" i="0" u="none" strike="noStrike" cap="none">
              <a:solidFill>
                <a:schemeClr val="dk1"/>
              </a:solidFill>
              <a:latin typeface="Cambria"/>
              <a:ea typeface="Cambria"/>
              <a:cs typeface="Cambria"/>
              <a:sym typeface="Cambria"/>
            </a:endParaRPr>
          </a:p>
          <a:p>
            <a:pPr marL="987425" marR="0" lvl="2" indent="-457833" algn="l" rtl="0">
              <a:lnSpc>
                <a:spcPct val="100000"/>
              </a:lnSpc>
              <a:spcBef>
                <a:spcPts val="1714"/>
              </a:spcBef>
              <a:spcAft>
                <a:spcPts val="0"/>
              </a:spcAft>
              <a:buClr>
                <a:srgbClr val="9B2C1F"/>
              </a:buClr>
              <a:buSzPts val="1850"/>
              <a:buFont typeface="Noto Sans Symbols"/>
              <a:buChar char="⚫"/>
            </a:pPr>
            <a:r>
              <a:rPr lang="en" sz="2200" b="0" i="0" u="none" strike="noStrike" cap="none">
                <a:solidFill>
                  <a:schemeClr val="dk1"/>
                </a:solidFill>
                <a:latin typeface="Cambria"/>
                <a:ea typeface="Cambria"/>
                <a:cs typeface="Cambria"/>
                <a:sym typeface="Cambria"/>
              </a:rPr>
              <a:t>Print sum</a:t>
            </a:r>
            <a:endParaRPr sz="2200" b="0" i="0" u="none" strike="noStrike" cap="none">
              <a:solidFill>
                <a:schemeClr val="dk1"/>
              </a:solidFill>
              <a:latin typeface="Cambria"/>
              <a:ea typeface="Cambria"/>
              <a:cs typeface="Cambria"/>
              <a:sym typeface="Cambria"/>
            </a:endParaRPr>
          </a:p>
          <a:p>
            <a:pPr marL="987425" marR="0" lvl="2" indent="-457833" algn="l" rtl="0">
              <a:lnSpc>
                <a:spcPct val="100000"/>
              </a:lnSpc>
              <a:spcBef>
                <a:spcPts val="1720"/>
              </a:spcBef>
              <a:spcAft>
                <a:spcPts val="0"/>
              </a:spcAft>
              <a:buClr>
                <a:srgbClr val="9B2C1F"/>
              </a:buClr>
              <a:buSzPts val="1850"/>
              <a:buFont typeface="Noto Sans Symbols"/>
              <a:buChar char="⚫"/>
            </a:pPr>
            <a:r>
              <a:rPr lang="en" sz="2200" b="0" i="0" u="none" strike="noStrike" cap="none">
                <a:solidFill>
                  <a:schemeClr val="dk1"/>
                </a:solidFill>
                <a:latin typeface="Cambria"/>
                <a:ea typeface="Cambria"/>
                <a:cs typeface="Cambria"/>
                <a:sym typeface="Cambria"/>
              </a:rPr>
              <a:t>End Program</a:t>
            </a:r>
            <a:endParaRPr sz="2200" b="0" i="0" u="none" strike="noStrike" cap="none">
              <a:solidFill>
                <a:schemeClr val="dk1"/>
              </a:solidFill>
              <a:latin typeface="Cambria"/>
              <a:ea typeface="Cambria"/>
              <a:cs typeface="Cambria"/>
              <a:sym typeface="Cambria"/>
            </a:endParaRPr>
          </a:p>
        </p:txBody>
      </p:sp>
      <p:sp>
        <p:nvSpPr>
          <p:cNvPr id="130" name="Google Shape;130;p23"/>
          <p:cNvSpPr txBox="1">
            <a:spLocks noGrp="1"/>
          </p:cNvSpPr>
          <p:nvPr>
            <p:ph type="title"/>
          </p:nvPr>
        </p:nvSpPr>
        <p:spPr>
          <a:xfrm>
            <a:off x="1236141" y="141455"/>
            <a:ext cx="7707300" cy="690000"/>
          </a:xfrm>
          <a:prstGeom prst="rect">
            <a:avLst/>
          </a:prstGeom>
          <a:noFill/>
          <a:ln>
            <a:noFill/>
          </a:ln>
        </p:spPr>
        <p:txBody>
          <a:bodyPr spcFirstLastPara="1" wrap="square" lIns="0" tIns="12700" rIns="0" bIns="0" anchor="t" anchorCtr="0">
            <a:spAutoFit/>
          </a:bodyPr>
          <a:lstStyle/>
          <a:p>
            <a:pPr marL="163195" lvl="0" indent="0" algn="ctr" rtl="0">
              <a:lnSpc>
                <a:spcPct val="100000"/>
              </a:lnSpc>
              <a:spcBef>
                <a:spcPts val="0"/>
              </a:spcBef>
              <a:spcAft>
                <a:spcPts val="0"/>
              </a:spcAft>
              <a:buSzPts val="1400"/>
              <a:buNone/>
            </a:pPr>
            <a:r>
              <a:rPr lang="en" sz="2200"/>
              <a:t>SRM INSTITUTE OF SCIENCE AND TECHNOLOGY,</a:t>
            </a:r>
            <a:r>
              <a:rPr lang="en" sz="2200">
                <a:solidFill>
                  <a:schemeClr val="dk1"/>
                </a:solidFill>
              </a:rPr>
              <a:t/>
            </a:r>
            <a:br>
              <a:rPr lang="en" sz="2200">
                <a:solidFill>
                  <a:schemeClr val="dk1"/>
                </a:solidFill>
              </a:rPr>
            </a:br>
            <a:r>
              <a:rPr lang="en" sz="2200"/>
              <a:t>CHENNAI.</a:t>
            </a:r>
            <a:endParaRPr sz="240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134"/>
        <p:cNvGrpSpPr/>
        <p:nvPr/>
      </p:nvGrpSpPr>
      <p:grpSpPr>
        <a:xfrm>
          <a:off x="0" y="0"/>
          <a:ext cx="0" cy="0"/>
          <a:chOff x="0" y="0"/>
          <a:chExt cx="0" cy="0"/>
        </a:xfrm>
      </p:grpSpPr>
      <p:pic>
        <p:nvPicPr>
          <p:cNvPr id="135" name="Google Shape;135;p24"/>
          <p:cNvPicPr preferRelativeResize="0"/>
          <p:nvPr/>
        </p:nvPicPr>
        <p:blipFill rotWithShape="1">
          <a:blip r:embed="rId3" cstate="print">
            <a:alphaModFix/>
          </a:blip>
          <a:srcRect/>
          <a:stretch/>
        </p:blipFill>
        <p:spPr>
          <a:xfrm>
            <a:off x="195326" y="141455"/>
            <a:ext cx="780611" cy="800745"/>
          </a:xfrm>
          <a:prstGeom prst="rect">
            <a:avLst/>
          </a:prstGeom>
          <a:noFill/>
          <a:ln>
            <a:noFill/>
          </a:ln>
        </p:spPr>
      </p:pic>
      <p:sp>
        <p:nvSpPr>
          <p:cNvPr id="136" name="Google Shape;136;p24"/>
          <p:cNvSpPr txBox="1"/>
          <p:nvPr/>
        </p:nvSpPr>
        <p:spPr>
          <a:xfrm>
            <a:off x="483747" y="1001508"/>
            <a:ext cx="7350900" cy="4688400"/>
          </a:xfrm>
          <a:prstGeom prst="rect">
            <a:avLst/>
          </a:prstGeom>
          <a:noFill/>
          <a:ln>
            <a:noFill/>
          </a:ln>
        </p:spPr>
        <p:txBody>
          <a:bodyPr spcFirstLastPara="1" wrap="square" lIns="0" tIns="13325" rIns="0" bIns="0" anchor="t" anchorCtr="0">
            <a:spAutoFit/>
          </a:bodyPr>
          <a:lstStyle/>
          <a:p>
            <a:pPr marL="383540" marR="0" lvl="0" indent="-358140" algn="l" rtl="0">
              <a:lnSpc>
                <a:spcPct val="100000"/>
              </a:lnSpc>
              <a:spcBef>
                <a:spcPts val="1420"/>
              </a:spcBef>
              <a:spcAft>
                <a:spcPts val="0"/>
              </a:spcAft>
              <a:buClr>
                <a:srgbClr val="336600"/>
              </a:buClr>
              <a:buSzPts val="2600"/>
              <a:buFont typeface="Cambria"/>
              <a:buAutoNum type="arabicPeriod"/>
            </a:pPr>
            <a:r>
              <a:rPr lang="en" sz="2600" b="1" i="0" u="none" strike="noStrike" cap="none">
                <a:solidFill>
                  <a:srgbClr val="336600"/>
                </a:solidFill>
                <a:latin typeface="Cambria"/>
                <a:ea typeface="Cambria"/>
                <a:cs typeface="Cambria"/>
                <a:sym typeface="Cambria"/>
              </a:rPr>
              <a:t>4 Writing Pseudocode Contd…</a:t>
            </a:r>
            <a:endParaRPr sz="2600" b="0" i="0" u="none" strike="noStrike" cap="none">
              <a:solidFill>
                <a:schemeClr val="dk1"/>
              </a:solidFill>
              <a:latin typeface="Cambria"/>
              <a:ea typeface="Cambria"/>
              <a:cs typeface="Cambria"/>
              <a:sym typeface="Cambria"/>
            </a:endParaRPr>
          </a:p>
          <a:p>
            <a:pPr marL="530225" marR="0" lvl="0" indent="-445132" algn="l" rtl="0">
              <a:lnSpc>
                <a:spcPct val="100000"/>
              </a:lnSpc>
              <a:spcBef>
                <a:spcPts val="2190"/>
              </a:spcBef>
              <a:spcAft>
                <a:spcPts val="0"/>
              </a:spcAft>
              <a:buClr>
                <a:srgbClr val="D24717"/>
              </a:buClr>
              <a:buSzPts val="1650"/>
              <a:buFont typeface="Cambria"/>
              <a:buAutoNum type="arabicPeriod"/>
            </a:pPr>
            <a:r>
              <a:rPr lang="en" sz="2000" b="1" i="0" u="none" strike="noStrike" cap="none">
                <a:solidFill>
                  <a:srgbClr val="C00000"/>
                </a:solidFill>
                <a:latin typeface="Cambria"/>
                <a:ea typeface="Cambria"/>
                <a:cs typeface="Cambria"/>
                <a:sym typeface="Cambria"/>
              </a:rPr>
              <a:t>Calculate Sum and product of two numbers</a:t>
            </a:r>
            <a:endParaRPr sz="2000" b="0" i="0" u="none" strike="noStrike" cap="none">
              <a:solidFill>
                <a:schemeClr val="dk1"/>
              </a:solidFill>
              <a:latin typeface="Cambria"/>
              <a:ea typeface="Cambria"/>
              <a:cs typeface="Cambria"/>
              <a:sym typeface="Cambria"/>
            </a:endParaRPr>
          </a:p>
          <a:p>
            <a:pPr marL="987425" marR="0" lvl="1" indent="-445133" algn="l" rtl="0">
              <a:lnSpc>
                <a:spcPct val="100000"/>
              </a:lnSpc>
              <a:spcBef>
                <a:spcPts val="1190"/>
              </a:spcBef>
              <a:spcAft>
                <a:spcPts val="0"/>
              </a:spcAft>
              <a:buClr>
                <a:srgbClr val="9B2C1F"/>
              </a:buClr>
              <a:buSzPts val="1650"/>
              <a:buFont typeface="Noto Sans Symbols"/>
              <a:buChar char="⚫"/>
            </a:pPr>
            <a:r>
              <a:rPr lang="en" sz="2000" b="0" i="0" u="none" strike="noStrike" cap="none">
                <a:solidFill>
                  <a:schemeClr val="dk1"/>
                </a:solidFill>
                <a:latin typeface="Cambria"/>
                <a:ea typeface="Cambria"/>
                <a:cs typeface="Cambria"/>
                <a:sym typeface="Cambria"/>
              </a:rPr>
              <a:t>Use Variables: sum, product, num1, num2 of type real</a:t>
            </a:r>
            <a:endParaRPr sz="2000" b="0" i="0" u="none" strike="noStrike" cap="none">
              <a:solidFill>
                <a:schemeClr val="dk1"/>
              </a:solidFill>
              <a:latin typeface="Cambria"/>
              <a:ea typeface="Cambria"/>
              <a:cs typeface="Cambria"/>
              <a:sym typeface="Cambria"/>
            </a:endParaRPr>
          </a:p>
          <a:p>
            <a:pPr marL="987425" marR="0" lvl="1" indent="-445133" algn="l" rtl="0">
              <a:lnSpc>
                <a:spcPct val="100000"/>
              </a:lnSpc>
              <a:spcBef>
                <a:spcPts val="1185"/>
              </a:spcBef>
              <a:spcAft>
                <a:spcPts val="0"/>
              </a:spcAft>
              <a:buClr>
                <a:srgbClr val="9B2C1F"/>
              </a:buClr>
              <a:buSzPts val="1650"/>
              <a:buFont typeface="Noto Sans Symbols"/>
              <a:buChar char="⚫"/>
            </a:pPr>
            <a:r>
              <a:rPr lang="en" sz="2000" b="0" i="0" u="none" strike="noStrike" cap="none">
                <a:solidFill>
                  <a:schemeClr val="dk1"/>
                </a:solidFill>
                <a:latin typeface="Cambria"/>
                <a:ea typeface="Cambria"/>
                <a:cs typeface="Cambria"/>
                <a:sym typeface="Cambria"/>
              </a:rPr>
              <a:t>DISPLAY “Input two Numbers”</a:t>
            </a:r>
            <a:endParaRPr sz="2000" b="0" i="0" u="none" strike="noStrike" cap="none">
              <a:solidFill>
                <a:schemeClr val="dk1"/>
              </a:solidFill>
              <a:latin typeface="Cambria"/>
              <a:ea typeface="Cambria"/>
              <a:cs typeface="Cambria"/>
              <a:sym typeface="Cambria"/>
            </a:endParaRPr>
          </a:p>
          <a:p>
            <a:pPr marL="987425" marR="0" lvl="1" indent="-445133" algn="l" rtl="0">
              <a:lnSpc>
                <a:spcPct val="100000"/>
              </a:lnSpc>
              <a:spcBef>
                <a:spcPts val="1205"/>
              </a:spcBef>
              <a:spcAft>
                <a:spcPts val="0"/>
              </a:spcAft>
              <a:buClr>
                <a:srgbClr val="9B2C1F"/>
              </a:buClr>
              <a:buSzPts val="1650"/>
              <a:buFont typeface="Noto Sans Symbols"/>
              <a:buChar char="⚫"/>
            </a:pPr>
            <a:r>
              <a:rPr lang="en" sz="2000" b="0" i="0" u="none" strike="noStrike" cap="none">
                <a:solidFill>
                  <a:schemeClr val="dk1"/>
                </a:solidFill>
                <a:latin typeface="Cambria"/>
                <a:ea typeface="Cambria"/>
                <a:cs typeface="Cambria"/>
                <a:sym typeface="Cambria"/>
              </a:rPr>
              <a:t>ACCEPT num1,num2</a:t>
            </a:r>
            <a:endParaRPr sz="2000" b="0" i="0" u="none" strike="noStrike" cap="none">
              <a:solidFill>
                <a:schemeClr val="dk1"/>
              </a:solidFill>
              <a:latin typeface="Cambria"/>
              <a:ea typeface="Cambria"/>
              <a:cs typeface="Cambria"/>
              <a:sym typeface="Cambria"/>
            </a:endParaRPr>
          </a:p>
          <a:p>
            <a:pPr marL="987425" marR="0" lvl="1" indent="-445133" algn="l" rtl="0">
              <a:lnSpc>
                <a:spcPct val="100000"/>
              </a:lnSpc>
              <a:spcBef>
                <a:spcPts val="1185"/>
              </a:spcBef>
              <a:spcAft>
                <a:spcPts val="0"/>
              </a:spcAft>
              <a:buClr>
                <a:srgbClr val="9B2C1F"/>
              </a:buClr>
              <a:buSzPts val="1650"/>
              <a:buFont typeface="Noto Sans Symbols"/>
              <a:buChar char="⚫"/>
            </a:pPr>
            <a:r>
              <a:rPr lang="en" sz="2000" b="0" i="0" u="none" strike="noStrike" cap="none">
                <a:solidFill>
                  <a:schemeClr val="dk1"/>
                </a:solidFill>
                <a:latin typeface="Cambria"/>
                <a:ea typeface="Cambria"/>
                <a:cs typeface="Cambria"/>
                <a:sym typeface="Cambria"/>
              </a:rPr>
              <a:t>Sum = num1+num2</a:t>
            </a:r>
            <a:endParaRPr sz="2000" b="0" i="0" u="none" strike="noStrike" cap="none">
              <a:solidFill>
                <a:schemeClr val="dk1"/>
              </a:solidFill>
              <a:latin typeface="Cambria"/>
              <a:ea typeface="Cambria"/>
              <a:cs typeface="Cambria"/>
              <a:sym typeface="Cambria"/>
            </a:endParaRPr>
          </a:p>
          <a:p>
            <a:pPr marL="987425" marR="0" lvl="1" indent="-445133" algn="l" rtl="0">
              <a:lnSpc>
                <a:spcPct val="100000"/>
              </a:lnSpc>
              <a:spcBef>
                <a:spcPts val="1190"/>
              </a:spcBef>
              <a:spcAft>
                <a:spcPts val="0"/>
              </a:spcAft>
              <a:buClr>
                <a:srgbClr val="9B2C1F"/>
              </a:buClr>
              <a:buSzPts val="1650"/>
              <a:buFont typeface="Noto Sans Symbols"/>
              <a:buChar char="⚫"/>
            </a:pPr>
            <a:r>
              <a:rPr lang="en" sz="2000" b="0" i="0" u="none" strike="noStrike" cap="none">
                <a:solidFill>
                  <a:schemeClr val="dk1"/>
                </a:solidFill>
                <a:latin typeface="Cambria"/>
                <a:ea typeface="Cambria"/>
                <a:cs typeface="Cambria"/>
                <a:sym typeface="Cambria"/>
              </a:rPr>
              <a:t>Print “The sum is”, sum</a:t>
            </a:r>
            <a:endParaRPr sz="2000" b="0" i="0" u="none" strike="noStrike" cap="none">
              <a:solidFill>
                <a:schemeClr val="dk1"/>
              </a:solidFill>
              <a:latin typeface="Cambria"/>
              <a:ea typeface="Cambria"/>
              <a:cs typeface="Cambria"/>
              <a:sym typeface="Cambria"/>
            </a:endParaRPr>
          </a:p>
          <a:p>
            <a:pPr marL="987425" marR="0" lvl="1" indent="-445133" algn="l" rtl="0">
              <a:lnSpc>
                <a:spcPct val="100000"/>
              </a:lnSpc>
              <a:spcBef>
                <a:spcPts val="1200"/>
              </a:spcBef>
              <a:spcAft>
                <a:spcPts val="0"/>
              </a:spcAft>
              <a:buClr>
                <a:srgbClr val="9B2C1F"/>
              </a:buClr>
              <a:buSzPts val="1650"/>
              <a:buFont typeface="Noto Sans Symbols"/>
              <a:buChar char="⚫"/>
            </a:pPr>
            <a:r>
              <a:rPr lang="en" sz="2000" b="0" i="0" u="none" strike="noStrike" cap="none">
                <a:solidFill>
                  <a:schemeClr val="dk1"/>
                </a:solidFill>
                <a:latin typeface="Cambria"/>
                <a:ea typeface="Cambria"/>
                <a:cs typeface="Cambria"/>
                <a:sym typeface="Cambria"/>
              </a:rPr>
              <a:t>product = num1*num2</a:t>
            </a:r>
            <a:endParaRPr sz="2000" b="0" i="0" u="none" strike="noStrike" cap="none">
              <a:solidFill>
                <a:schemeClr val="dk1"/>
              </a:solidFill>
              <a:latin typeface="Cambria"/>
              <a:ea typeface="Cambria"/>
              <a:cs typeface="Cambria"/>
              <a:sym typeface="Cambria"/>
            </a:endParaRPr>
          </a:p>
          <a:p>
            <a:pPr marL="987425" marR="0" lvl="1" indent="-445133" algn="l" rtl="0">
              <a:lnSpc>
                <a:spcPct val="100000"/>
              </a:lnSpc>
              <a:spcBef>
                <a:spcPts val="1190"/>
              </a:spcBef>
              <a:spcAft>
                <a:spcPts val="0"/>
              </a:spcAft>
              <a:buClr>
                <a:srgbClr val="9B2C1F"/>
              </a:buClr>
              <a:buSzPts val="1650"/>
              <a:buFont typeface="Noto Sans Symbols"/>
              <a:buChar char="⚫"/>
            </a:pPr>
            <a:r>
              <a:rPr lang="en" sz="2000" b="0" i="0" u="none" strike="noStrike" cap="none">
                <a:solidFill>
                  <a:schemeClr val="dk1"/>
                </a:solidFill>
                <a:latin typeface="Cambria"/>
                <a:ea typeface="Cambria"/>
                <a:cs typeface="Cambria"/>
                <a:sym typeface="Cambria"/>
              </a:rPr>
              <a:t>Print “The product is”, product</a:t>
            </a:r>
            <a:endParaRPr sz="2000" b="0" i="0" u="none" strike="noStrike" cap="none">
              <a:solidFill>
                <a:schemeClr val="dk1"/>
              </a:solidFill>
              <a:latin typeface="Cambria"/>
              <a:ea typeface="Cambria"/>
              <a:cs typeface="Cambria"/>
              <a:sym typeface="Cambria"/>
            </a:endParaRPr>
          </a:p>
          <a:p>
            <a:pPr marL="987425" marR="0" lvl="1" indent="-445133" algn="l" rtl="0">
              <a:lnSpc>
                <a:spcPct val="100000"/>
              </a:lnSpc>
              <a:spcBef>
                <a:spcPts val="1190"/>
              </a:spcBef>
              <a:spcAft>
                <a:spcPts val="0"/>
              </a:spcAft>
              <a:buClr>
                <a:srgbClr val="9B2C1F"/>
              </a:buClr>
              <a:buSzPts val="1650"/>
              <a:buFont typeface="Noto Sans Symbols"/>
              <a:buChar char="⚫"/>
            </a:pPr>
            <a:r>
              <a:rPr lang="en" sz="2000" b="0" i="0" u="none" strike="noStrike" cap="none">
                <a:solidFill>
                  <a:schemeClr val="dk1"/>
                </a:solidFill>
                <a:latin typeface="Cambria"/>
                <a:ea typeface="Cambria"/>
                <a:cs typeface="Cambria"/>
                <a:sym typeface="Cambria"/>
              </a:rPr>
              <a:t>End Program</a:t>
            </a:r>
            <a:endParaRPr sz="2000" b="0" i="0" u="none" strike="noStrike" cap="none">
              <a:solidFill>
                <a:schemeClr val="dk1"/>
              </a:solidFill>
              <a:latin typeface="Cambria"/>
              <a:ea typeface="Cambria"/>
              <a:cs typeface="Cambria"/>
              <a:sym typeface="Cambria"/>
            </a:endParaRPr>
          </a:p>
        </p:txBody>
      </p:sp>
      <p:sp>
        <p:nvSpPr>
          <p:cNvPr id="137" name="Google Shape;137;p24"/>
          <p:cNvSpPr txBox="1">
            <a:spLocks noGrp="1"/>
          </p:cNvSpPr>
          <p:nvPr>
            <p:ph type="title"/>
          </p:nvPr>
        </p:nvSpPr>
        <p:spPr>
          <a:xfrm>
            <a:off x="1236141" y="141455"/>
            <a:ext cx="7707300" cy="628500"/>
          </a:xfrm>
          <a:prstGeom prst="rect">
            <a:avLst/>
          </a:prstGeom>
          <a:noFill/>
          <a:ln>
            <a:noFill/>
          </a:ln>
        </p:spPr>
        <p:txBody>
          <a:bodyPr spcFirstLastPara="1" wrap="square" lIns="0" tIns="12700" rIns="0" bIns="0" anchor="t" anchorCtr="0">
            <a:spAutoFit/>
          </a:bodyPr>
          <a:lstStyle/>
          <a:p>
            <a:pPr marL="163195" lvl="0" indent="0" algn="ctr" rtl="0">
              <a:lnSpc>
                <a:spcPct val="100000"/>
              </a:lnSpc>
              <a:spcBef>
                <a:spcPts val="0"/>
              </a:spcBef>
              <a:spcAft>
                <a:spcPts val="0"/>
              </a:spcAft>
              <a:buSzPts val="1400"/>
              <a:buNone/>
            </a:pPr>
            <a:r>
              <a:rPr lang="en" sz="2000"/>
              <a:t>SRM INSTITUTE OF SCIENCE AND TECHNOLOGY,</a:t>
            </a:r>
            <a:r>
              <a:rPr lang="en" sz="2000">
                <a:solidFill>
                  <a:schemeClr val="dk1"/>
                </a:solidFill>
              </a:rPr>
              <a:t/>
            </a:r>
            <a:br>
              <a:rPr lang="en" sz="2000">
                <a:solidFill>
                  <a:schemeClr val="dk1"/>
                </a:solidFill>
              </a:rPr>
            </a:br>
            <a:r>
              <a:rPr lang="en" sz="2000"/>
              <a:t>CHENNAI.</a:t>
            </a:r>
            <a:endParaRPr sz="220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141"/>
        <p:cNvGrpSpPr/>
        <p:nvPr/>
      </p:nvGrpSpPr>
      <p:grpSpPr>
        <a:xfrm>
          <a:off x="0" y="0"/>
          <a:ext cx="0" cy="0"/>
          <a:chOff x="0" y="0"/>
          <a:chExt cx="0" cy="0"/>
        </a:xfrm>
      </p:grpSpPr>
      <p:pic>
        <p:nvPicPr>
          <p:cNvPr id="142" name="Google Shape;142;p25"/>
          <p:cNvPicPr preferRelativeResize="0"/>
          <p:nvPr/>
        </p:nvPicPr>
        <p:blipFill rotWithShape="1">
          <a:blip r:embed="rId3" cstate="print">
            <a:alphaModFix/>
          </a:blip>
          <a:srcRect/>
          <a:stretch/>
        </p:blipFill>
        <p:spPr>
          <a:xfrm>
            <a:off x="195326" y="141455"/>
            <a:ext cx="780611" cy="800745"/>
          </a:xfrm>
          <a:prstGeom prst="rect">
            <a:avLst/>
          </a:prstGeom>
          <a:noFill/>
          <a:ln>
            <a:noFill/>
          </a:ln>
        </p:spPr>
      </p:pic>
      <p:sp>
        <p:nvSpPr>
          <p:cNvPr id="143" name="Google Shape;143;p25"/>
          <p:cNvSpPr txBox="1"/>
          <p:nvPr/>
        </p:nvSpPr>
        <p:spPr>
          <a:xfrm>
            <a:off x="486914" y="1110934"/>
            <a:ext cx="7350900" cy="4224300"/>
          </a:xfrm>
          <a:prstGeom prst="rect">
            <a:avLst/>
          </a:prstGeom>
          <a:noFill/>
          <a:ln>
            <a:noFill/>
          </a:ln>
        </p:spPr>
        <p:txBody>
          <a:bodyPr spcFirstLastPara="1" wrap="square" lIns="0" tIns="13325" rIns="0" bIns="0" anchor="t" anchorCtr="0">
            <a:spAutoFit/>
          </a:bodyPr>
          <a:lstStyle/>
          <a:p>
            <a:pPr marL="383540" marR="0" lvl="0" indent="-358140" algn="l" rtl="0">
              <a:lnSpc>
                <a:spcPct val="100000"/>
              </a:lnSpc>
              <a:spcBef>
                <a:spcPts val="1420"/>
              </a:spcBef>
              <a:spcAft>
                <a:spcPts val="0"/>
              </a:spcAft>
              <a:buClr>
                <a:srgbClr val="336600"/>
              </a:buClr>
              <a:buSzPts val="2600"/>
              <a:buFont typeface="Cambria"/>
              <a:buAutoNum type="arabicPeriod"/>
            </a:pPr>
            <a:r>
              <a:rPr lang="en" sz="2600" b="1" i="0" u="none" strike="noStrike" cap="none">
                <a:solidFill>
                  <a:srgbClr val="336600"/>
                </a:solidFill>
                <a:latin typeface="Cambria"/>
                <a:ea typeface="Cambria"/>
                <a:cs typeface="Cambria"/>
                <a:sym typeface="Cambria"/>
              </a:rPr>
              <a:t>4 Writing Pseudocode Contd…</a:t>
            </a:r>
            <a:endParaRPr sz="2600" b="0" i="0" u="none" strike="noStrike" cap="none">
              <a:solidFill>
                <a:schemeClr val="dk1"/>
              </a:solidFill>
              <a:latin typeface="Cambria"/>
              <a:ea typeface="Cambria"/>
              <a:cs typeface="Cambria"/>
              <a:sym typeface="Cambria"/>
            </a:endParaRPr>
          </a:p>
          <a:p>
            <a:pPr marL="530225" marR="0" lvl="1" indent="-445132" algn="l" rtl="0">
              <a:lnSpc>
                <a:spcPct val="100000"/>
              </a:lnSpc>
              <a:spcBef>
                <a:spcPts val="2585"/>
              </a:spcBef>
              <a:spcAft>
                <a:spcPts val="0"/>
              </a:spcAft>
              <a:buClr>
                <a:srgbClr val="D24717"/>
              </a:buClr>
              <a:buSzPts val="1650"/>
              <a:buFont typeface="Cambria"/>
              <a:buAutoNum type="arabicPeriod" startAt="3"/>
            </a:pPr>
            <a:r>
              <a:rPr lang="en" sz="2000" b="1" i="0" u="none" strike="noStrike" cap="none">
                <a:solidFill>
                  <a:srgbClr val="C00000"/>
                </a:solidFill>
                <a:latin typeface="Cambria"/>
                <a:ea typeface="Cambria"/>
                <a:cs typeface="Cambria"/>
                <a:sym typeface="Cambria"/>
              </a:rPr>
              <a:t>Input examination marks and award grades</a:t>
            </a:r>
            <a:endParaRPr sz="2000" b="0" i="0" u="none" strike="noStrike" cap="none">
              <a:solidFill>
                <a:schemeClr val="dk1"/>
              </a:solidFill>
              <a:latin typeface="Cambria"/>
              <a:ea typeface="Cambria"/>
              <a:cs typeface="Cambria"/>
              <a:sym typeface="Cambria"/>
            </a:endParaRPr>
          </a:p>
          <a:p>
            <a:pPr marL="987425" marR="0" lvl="2" indent="-445133" algn="l" rtl="0">
              <a:lnSpc>
                <a:spcPct val="100000"/>
              </a:lnSpc>
              <a:spcBef>
                <a:spcPts val="1714"/>
              </a:spcBef>
              <a:spcAft>
                <a:spcPts val="0"/>
              </a:spcAft>
              <a:buClr>
                <a:srgbClr val="9B2C1F"/>
              </a:buClr>
              <a:buSzPts val="1650"/>
              <a:buFont typeface="Noto Sans Symbols"/>
              <a:buChar char="⚫"/>
            </a:pPr>
            <a:r>
              <a:rPr lang="en" sz="2000" b="0" i="0" u="none" strike="noStrike" cap="none">
                <a:solidFill>
                  <a:schemeClr val="dk1"/>
                </a:solidFill>
                <a:latin typeface="Cambria"/>
                <a:ea typeface="Cambria"/>
                <a:cs typeface="Cambria"/>
                <a:sym typeface="Cambria"/>
              </a:rPr>
              <a:t>Use Variables: mark of type integer</a:t>
            </a:r>
            <a:endParaRPr sz="2000" b="0" i="0" u="none" strike="noStrike" cap="none">
              <a:solidFill>
                <a:schemeClr val="dk1"/>
              </a:solidFill>
              <a:latin typeface="Cambria"/>
              <a:ea typeface="Cambria"/>
              <a:cs typeface="Cambria"/>
              <a:sym typeface="Cambria"/>
            </a:endParaRPr>
          </a:p>
          <a:p>
            <a:pPr marL="987425" marR="0" lvl="2" indent="-445133" algn="l" rtl="0">
              <a:lnSpc>
                <a:spcPct val="100000"/>
              </a:lnSpc>
              <a:spcBef>
                <a:spcPts val="1720"/>
              </a:spcBef>
              <a:spcAft>
                <a:spcPts val="0"/>
              </a:spcAft>
              <a:buClr>
                <a:srgbClr val="9B2C1F"/>
              </a:buClr>
              <a:buSzPts val="1650"/>
              <a:buFont typeface="Noto Sans Symbols"/>
              <a:buChar char="⚫"/>
            </a:pPr>
            <a:r>
              <a:rPr lang="en" sz="2000" b="0" i="0" u="none" strike="noStrike" cap="none">
                <a:solidFill>
                  <a:schemeClr val="dk1"/>
                </a:solidFill>
                <a:latin typeface="Cambria"/>
                <a:ea typeface="Cambria"/>
                <a:cs typeface="Cambria"/>
                <a:sym typeface="Cambria"/>
              </a:rPr>
              <a:t>If mark &gt;=80 DISPLAY “Distinction”</a:t>
            </a:r>
            <a:endParaRPr sz="2000" b="0" i="0" u="none" strike="noStrike" cap="none">
              <a:solidFill>
                <a:schemeClr val="dk1"/>
              </a:solidFill>
              <a:latin typeface="Cambria"/>
              <a:ea typeface="Cambria"/>
              <a:cs typeface="Cambria"/>
              <a:sym typeface="Cambria"/>
            </a:endParaRPr>
          </a:p>
          <a:p>
            <a:pPr marL="987425" marR="0" lvl="2" indent="-445133" algn="l" rtl="0">
              <a:lnSpc>
                <a:spcPct val="100000"/>
              </a:lnSpc>
              <a:spcBef>
                <a:spcPts val="1730"/>
              </a:spcBef>
              <a:spcAft>
                <a:spcPts val="0"/>
              </a:spcAft>
              <a:buClr>
                <a:srgbClr val="9B2C1F"/>
              </a:buClr>
              <a:buSzPts val="1650"/>
              <a:buFont typeface="Noto Sans Symbols"/>
              <a:buChar char="⚫"/>
            </a:pPr>
            <a:r>
              <a:rPr lang="en" sz="2000" b="0" i="0" u="none" strike="noStrike" cap="none">
                <a:solidFill>
                  <a:schemeClr val="dk1"/>
                </a:solidFill>
                <a:latin typeface="Cambria"/>
                <a:ea typeface="Cambria"/>
                <a:cs typeface="Cambria"/>
                <a:sym typeface="Cambria"/>
              </a:rPr>
              <a:t>If mark &gt;=60 and mark &lt;80 DISPLAY “First Class”</a:t>
            </a:r>
            <a:endParaRPr sz="2000" b="0" i="0" u="none" strike="noStrike" cap="none">
              <a:solidFill>
                <a:schemeClr val="dk1"/>
              </a:solidFill>
              <a:latin typeface="Cambria"/>
              <a:ea typeface="Cambria"/>
              <a:cs typeface="Cambria"/>
              <a:sym typeface="Cambria"/>
            </a:endParaRPr>
          </a:p>
          <a:p>
            <a:pPr marL="987425" marR="0" lvl="2" indent="-445133" algn="l" rtl="0">
              <a:lnSpc>
                <a:spcPct val="100000"/>
              </a:lnSpc>
              <a:spcBef>
                <a:spcPts val="1714"/>
              </a:spcBef>
              <a:spcAft>
                <a:spcPts val="0"/>
              </a:spcAft>
              <a:buClr>
                <a:srgbClr val="9B2C1F"/>
              </a:buClr>
              <a:buSzPts val="1650"/>
              <a:buFont typeface="Noto Sans Symbols"/>
              <a:buChar char="⚫"/>
            </a:pPr>
            <a:r>
              <a:rPr lang="en" sz="2000" b="0" i="0" u="none" strike="noStrike" cap="none">
                <a:solidFill>
                  <a:schemeClr val="dk1"/>
                </a:solidFill>
                <a:latin typeface="Cambria"/>
                <a:ea typeface="Cambria"/>
                <a:cs typeface="Cambria"/>
                <a:sym typeface="Cambria"/>
              </a:rPr>
              <a:t>If mark &gt;=50 and mark &lt;60 DISPLAY “Second Class”</a:t>
            </a:r>
            <a:endParaRPr sz="2000" b="0" i="0" u="none" strike="noStrike" cap="none">
              <a:solidFill>
                <a:schemeClr val="dk1"/>
              </a:solidFill>
              <a:latin typeface="Cambria"/>
              <a:ea typeface="Cambria"/>
              <a:cs typeface="Cambria"/>
              <a:sym typeface="Cambria"/>
            </a:endParaRPr>
          </a:p>
          <a:p>
            <a:pPr marL="987425" marR="0" lvl="2" indent="-445133" algn="l" rtl="0">
              <a:lnSpc>
                <a:spcPct val="100000"/>
              </a:lnSpc>
              <a:spcBef>
                <a:spcPts val="1720"/>
              </a:spcBef>
              <a:spcAft>
                <a:spcPts val="0"/>
              </a:spcAft>
              <a:buClr>
                <a:srgbClr val="9B2C1F"/>
              </a:buClr>
              <a:buSzPts val="1650"/>
              <a:buFont typeface="Noto Sans Symbols"/>
              <a:buChar char="⚫"/>
            </a:pPr>
            <a:r>
              <a:rPr lang="en" sz="2000" b="0" i="0" u="none" strike="noStrike" cap="none">
                <a:solidFill>
                  <a:schemeClr val="dk1"/>
                </a:solidFill>
                <a:latin typeface="Cambria"/>
                <a:ea typeface="Cambria"/>
                <a:cs typeface="Cambria"/>
                <a:sym typeface="Cambria"/>
              </a:rPr>
              <a:t>If mark &lt;50 DISPLAY “Fail”</a:t>
            </a:r>
            <a:endParaRPr sz="2000" b="0" i="0" u="none" strike="noStrike" cap="none">
              <a:solidFill>
                <a:schemeClr val="dk1"/>
              </a:solidFill>
              <a:latin typeface="Cambria"/>
              <a:ea typeface="Cambria"/>
              <a:cs typeface="Cambria"/>
              <a:sym typeface="Cambria"/>
            </a:endParaRPr>
          </a:p>
          <a:p>
            <a:pPr marL="987425" marR="0" lvl="2" indent="-445133" algn="l" rtl="0">
              <a:lnSpc>
                <a:spcPct val="100000"/>
              </a:lnSpc>
              <a:spcBef>
                <a:spcPts val="1725"/>
              </a:spcBef>
              <a:spcAft>
                <a:spcPts val="0"/>
              </a:spcAft>
              <a:buClr>
                <a:srgbClr val="9B2C1F"/>
              </a:buClr>
              <a:buSzPts val="1650"/>
              <a:buFont typeface="Noto Sans Symbols"/>
              <a:buChar char="⚫"/>
            </a:pPr>
            <a:r>
              <a:rPr lang="en" sz="2000" b="0" i="0" u="none" strike="noStrike" cap="none">
                <a:solidFill>
                  <a:schemeClr val="dk1"/>
                </a:solidFill>
                <a:latin typeface="Cambria"/>
                <a:ea typeface="Cambria"/>
                <a:cs typeface="Cambria"/>
                <a:sym typeface="Cambria"/>
              </a:rPr>
              <a:t>End Program</a:t>
            </a:r>
            <a:endParaRPr sz="2000" b="0" i="0" u="none" strike="noStrike" cap="none">
              <a:solidFill>
                <a:schemeClr val="dk1"/>
              </a:solidFill>
              <a:latin typeface="Cambria"/>
              <a:ea typeface="Cambria"/>
              <a:cs typeface="Cambria"/>
              <a:sym typeface="Cambria"/>
            </a:endParaRPr>
          </a:p>
        </p:txBody>
      </p:sp>
      <p:sp>
        <p:nvSpPr>
          <p:cNvPr id="144" name="Google Shape;144;p25"/>
          <p:cNvSpPr txBox="1">
            <a:spLocks noGrp="1"/>
          </p:cNvSpPr>
          <p:nvPr>
            <p:ph type="title"/>
          </p:nvPr>
        </p:nvSpPr>
        <p:spPr>
          <a:xfrm>
            <a:off x="1236141" y="141455"/>
            <a:ext cx="7707300" cy="628500"/>
          </a:xfrm>
          <a:prstGeom prst="rect">
            <a:avLst/>
          </a:prstGeom>
          <a:noFill/>
          <a:ln>
            <a:noFill/>
          </a:ln>
        </p:spPr>
        <p:txBody>
          <a:bodyPr spcFirstLastPara="1" wrap="square" lIns="0" tIns="12700" rIns="0" bIns="0" anchor="t" anchorCtr="0">
            <a:spAutoFit/>
          </a:bodyPr>
          <a:lstStyle/>
          <a:p>
            <a:pPr marL="163195" lvl="0" indent="0" algn="ctr" rtl="0">
              <a:lnSpc>
                <a:spcPct val="100000"/>
              </a:lnSpc>
              <a:spcBef>
                <a:spcPts val="0"/>
              </a:spcBef>
              <a:spcAft>
                <a:spcPts val="0"/>
              </a:spcAft>
              <a:buSzPts val="1400"/>
              <a:buNone/>
            </a:pPr>
            <a:r>
              <a:rPr lang="en" sz="2000"/>
              <a:t>SRM INSTITUTE OF SCIENCE AND TECHNOLOGY,</a:t>
            </a:r>
            <a:r>
              <a:rPr lang="en" sz="2000">
                <a:solidFill>
                  <a:schemeClr val="dk1"/>
                </a:solidFill>
              </a:rPr>
              <a:t/>
            </a:r>
            <a:br>
              <a:rPr lang="en" sz="2000">
                <a:solidFill>
                  <a:schemeClr val="dk1"/>
                </a:solidFill>
              </a:rPr>
            </a:br>
            <a:r>
              <a:rPr lang="en" sz="2000"/>
              <a:t>CHENNAI.</a:t>
            </a:r>
            <a:endParaRPr sz="220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148"/>
        <p:cNvGrpSpPr/>
        <p:nvPr/>
      </p:nvGrpSpPr>
      <p:grpSpPr>
        <a:xfrm>
          <a:off x="0" y="0"/>
          <a:ext cx="0" cy="0"/>
          <a:chOff x="0" y="0"/>
          <a:chExt cx="0" cy="0"/>
        </a:xfrm>
      </p:grpSpPr>
      <p:sp>
        <p:nvSpPr>
          <p:cNvPr id="149" name="Google Shape;149;p26"/>
          <p:cNvSpPr txBox="1">
            <a:spLocks noGrp="1"/>
          </p:cNvSpPr>
          <p:nvPr>
            <p:ph type="title"/>
          </p:nvPr>
        </p:nvSpPr>
        <p:spPr>
          <a:xfrm>
            <a:off x="365823" y="0"/>
            <a:ext cx="8619300" cy="844800"/>
          </a:xfrm>
          <a:prstGeom prst="rect">
            <a:avLst/>
          </a:prstGeom>
        </p:spPr>
        <p:txBody>
          <a:bodyPr spcFirstLastPara="1" wrap="square" lIns="0" tIns="0" rIns="0" bIns="0" anchor="t" anchorCtr="0">
            <a:spAutoFit/>
          </a:bodyPr>
          <a:lstStyle/>
          <a:p>
            <a:pPr marL="0" lvl="0" indent="0" algn="l" rtl="0">
              <a:lnSpc>
                <a:spcPct val="115000"/>
              </a:lnSpc>
              <a:spcBef>
                <a:spcPts val="1800"/>
              </a:spcBef>
              <a:spcAft>
                <a:spcPts val="0"/>
              </a:spcAft>
              <a:buClr>
                <a:schemeClr val="dk1"/>
              </a:buClr>
              <a:buSzPts val="1100"/>
              <a:buFont typeface="Arial"/>
              <a:buNone/>
            </a:pPr>
            <a:r>
              <a:rPr lang="en" sz="1700">
                <a:solidFill>
                  <a:srgbClr val="336600"/>
                </a:solidFill>
                <a:latin typeface="Arial"/>
                <a:ea typeface="Arial"/>
                <a:cs typeface="Arial"/>
                <a:sym typeface="Arial"/>
              </a:rPr>
              <a:t>1. Single-line Comment in C</a:t>
            </a:r>
            <a:endParaRPr sz="1700">
              <a:solidFill>
                <a:srgbClr val="336600"/>
              </a:solidFill>
              <a:latin typeface="Arial"/>
              <a:ea typeface="Arial"/>
              <a:cs typeface="Arial"/>
              <a:sym typeface="Arial"/>
            </a:endParaRPr>
          </a:p>
          <a:p>
            <a:pPr marL="0" lvl="0" indent="0" algn="l" rtl="0">
              <a:spcBef>
                <a:spcPts val="400"/>
              </a:spcBef>
              <a:spcAft>
                <a:spcPts val="0"/>
              </a:spcAft>
              <a:buNone/>
            </a:pPr>
            <a:endParaRPr/>
          </a:p>
        </p:txBody>
      </p:sp>
      <p:sp>
        <p:nvSpPr>
          <p:cNvPr id="150" name="Google Shape;150;p26"/>
          <p:cNvSpPr txBox="1">
            <a:spLocks noGrp="1"/>
          </p:cNvSpPr>
          <p:nvPr>
            <p:ph type="body" idx="1"/>
          </p:nvPr>
        </p:nvSpPr>
        <p:spPr>
          <a:xfrm>
            <a:off x="334000" y="596381"/>
            <a:ext cx="7451700" cy="6390300"/>
          </a:xfrm>
          <a:prstGeom prst="rect">
            <a:avLst/>
          </a:prstGeom>
        </p:spPr>
        <p:txBody>
          <a:bodyPr spcFirstLastPara="1" wrap="square" lIns="0" tIns="0" rIns="0" bIns="0" anchor="t" anchorCtr="0">
            <a:spAutoFit/>
          </a:bodyPr>
          <a:lstStyle/>
          <a:p>
            <a:pPr marL="0" lvl="0" indent="0" algn="l" rtl="0">
              <a:lnSpc>
                <a:spcPct val="115000"/>
              </a:lnSpc>
              <a:spcBef>
                <a:spcPts val="1200"/>
              </a:spcBef>
              <a:spcAft>
                <a:spcPts val="0"/>
              </a:spcAft>
              <a:buNone/>
            </a:pPr>
            <a:r>
              <a:rPr lang="en" sz="1500">
                <a:solidFill>
                  <a:srgbClr val="336600"/>
                </a:solidFill>
              </a:rPr>
              <a:t>A single-line comment in C starts with ( </a:t>
            </a:r>
            <a:r>
              <a:rPr lang="en" sz="1500" b="1">
                <a:solidFill>
                  <a:srgbClr val="336600"/>
                </a:solidFill>
              </a:rPr>
              <a:t>// </a:t>
            </a:r>
            <a:r>
              <a:rPr lang="en" sz="1500">
                <a:solidFill>
                  <a:srgbClr val="336600"/>
                </a:solidFill>
              </a:rPr>
              <a:t>) double forward slash. It extends till the end of the line and we don’t need to specify its end.</a:t>
            </a:r>
            <a:endParaRPr sz="1500">
              <a:solidFill>
                <a:srgbClr val="336600"/>
              </a:solidFill>
            </a:endParaRPr>
          </a:p>
          <a:p>
            <a:pPr marL="0" lvl="0" indent="0" algn="l" rtl="0">
              <a:lnSpc>
                <a:spcPct val="115000"/>
              </a:lnSpc>
              <a:spcBef>
                <a:spcPts val="1400"/>
              </a:spcBef>
              <a:spcAft>
                <a:spcPts val="0"/>
              </a:spcAft>
              <a:buNone/>
            </a:pPr>
            <a:r>
              <a:rPr lang="en" sz="1500" b="1">
                <a:solidFill>
                  <a:srgbClr val="C00000"/>
                </a:solidFill>
              </a:rPr>
              <a:t>S</a:t>
            </a:r>
            <a:r>
              <a:rPr lang="en" sz="1600" b="1">
                <a:solidFill>
                  <a:srgbClr val="C00000"/>
                </a:solidFill>
              </a:rPr>
              <a:t>yntax of Single Line C Comment</a:t>
            </a:r>
            <a:endParaRPr sz="1600" b="1">
              <a:solidFill>
                <a:srgbClr val="C00000"/>
              </a:solidFill>
            </a:endParaRPr>
          </a:p>
          <a:p>
            <a:pPr marL="0" lvl="0" indent="0" algn="l" rtl="0">
              <a:lnSpc>
                <a:spcPct val="100000"/>
              </a:lnSpc>
              <a:spcBef>
                <a:spcPts val="1200"/>
              </a:spcBef>
              <a:spcAft>
                <a:spcPts val="0"/>
              </a:spcAft>
              <a:buNone/>
            </a:pPr>
            <a:r>
              <a:rPr lang="en" sz="1300"/>
              <a:t>// This is a single line comment</a:t>
            </a:r>
            <a:endParaRPr sz="1300"/>
          </a:p>
          <a:p>
            <a:pPr marL="0" lvl="0" indent="0" algn="l" rtl="0">
              <a:lnSpc>
                <a:spcPct val="100000"/>
              </a:lnSpc>
              <a:spcBef>
                <a:spcPts val="1200"/>
              </a:spcBef>
              <a:spcAft>
                <a:spcPts val="0"/>
              </a:spcAft>
              <a:buNone/>
            </a:pPr>
            <a:r>
              <a:rPr lang="en" sz="1300">
                <a:latin typeface="Roboto Mono"/>
                <a:ea typeface="Roboto Mono"/>
                <a:cs typeface="Roboto Mono"/>
                <a:sym typeface="Roboto Mono"/>
              </a:rPr>
              <a:t>// C program to illustrate</a:t>
            </a:r>
            <a:endParaRPr sz="1300">
              <a:latin typeface="Roboto Mono"/>
              <a:ea typeface="Roboto Mono"/>
              <a:cs typeface="Roboto Mono"/>
              <a:sym typeface="Roboto Mono"/>
            </a:endParaRPr>
          </a:p>
          <a:p>
            <a:pPr marL="0" lvl="0" indent="0" algn="l" rtl="0">
              <a:lnSpc>
                <a:spcPct val="100000"/>
              </a:lnSpc>
              <a:spcBef>
                <a:spcPts val="1200"/>
              </a:spcBef>
              <a:spcAft>
                <a:spcPts val="0"/>
              </a:spcAft>
              <a:buNone/>
            </a:pPr>
            <a:r>
              <a:rPr lang="en" sz="1300">
                <a:latin typeface="Roboto Mono"/>
                <a:ea typeface="Roboto Mono"/>
                <a:cs typeface="Roboto Mono"/>
                <a:sym typeface="Roboto Mono"/>
              </a:rPr>
              <a:t>// use of single-line comment</a:t>
            </a:r>
            <a:endParaRPr sz="1300">
              <a:latin typeface="Roboto Mono"/>
              <a:ea typeface="Roboto Mono"/>
              <a:cs typeface="Roboto Mono"/>
              <a:sym typeface="Roboto Mono"/>
            </a:endParaRPr>
          </a:p>
          <a:p>
            <a:pPr marL="0" lvl="0" indent="0" algn="l" rtl="0">
              <a:lnSpc>
                <a:spcPct val="100000"/>
              </a:lnSpc>
              <a:spcBef>
                <a:spcPts val="1200"/>
              </a:spcBef>
              <a:spcAft>
                <a:spcPts val="0"/>
              </a:spcAft>
              <a:buNone/>
            </a:pPr>
            <a:r>
              <a:rPr lang="en" sz="1300">
                <a:latin typeface="Roboto Mono"/>
                <a:ea typeface="Roboto Mono"/>
                <a:cs typeface="Roboto Mono"/>
                <a:sym typeface="Roboto Mono"/>
              </a:rPr>
              <a:t>#include &lt;stdio.h&gt;</a:t>
            </a:r>
            <a:endParaRPr sz="1300">
              <a:latin typeface="Roboto Mono"/>
              <a:ea typeface="Roboto Mono"/>
              <a:cs typeface="Roboto Mono"/>
              <a:sym typeface="Roboto Mono"/>
            </a:endParaRPr>
          </a:p>
          <a:p>
            <a:pPr marL="0" lvl="0" indent="0" algn="l" rtl="0">
              <a:lnSpc>
                <a:spcPct val="100000"/>
              </a:lnSpc>
              <a:spcBef>
                <a:spcPts val="1200"/>
              </a:spcBef>
              <a:spcAft>
                <a:spcPts val="0"/>
              </a:spcAft>
              <a:buNone/>
            </a:pPr>
            <a:r>
              <a:rPr lang="en" sz="1300"/>
              <a:t> </a:t>
            </a:r>
            <a:r>
              <a:rPr lang="en" sz="1300">
                <a:latin typeface="Roboto Mono"/>
                <a:ea typeface="Roboto Mono"/>
                <a:cs typeface="Roboto Mono"/>
                <a:sym typeface="Roboto Mono"/>
              </a:rPr>
              <a:t>int</a:t>
            </a:r>
            <a:r>
              <a:rPr lang="en" sz="1300"/>
              <a:t> </a:t>
            </a:r>
            <a:r>
              <a:rPr lang="en" sz="1300">
                <a:latin typeface="Roboto Mono"/>
                <a:ea typeface="Roboto Mono"/>
                <a:cs typeface="Roboto Mono"/>
                <a:sym typeface="Roboto Mono"/>
              </a:rPr>
              <a:t>main(void)</a:t>
            </a:r>
            <a:endParaRPr sz="1300">
              <a:latin typeface="Roboto Mono"/>
              <a:ea typeface="Roboto Mono"/>
              <a:cs typeface="Roboto Mono"/>
              <a:sym typeface="Roboto Mono"/>
            </a:endParaRPr>
          </a:p>
          <a:p>
            <a:pPr marL="0" lvl="0" indent="0" algn="l" rtl="0">
              <a:lnSpc>
                <a:spcPct val="100000"/>
              </a:lnSpc>
              <a:spcBef>
                <a:spcPts val="1200"/>
              </a:spcBef>
              <a:spcAft>
                <a:spcPts val="0"/>
              </a:spcAft>
              <a:buNone/>
            </a:pPr>
            <a:r>
              <a:rPr lang="en" sz="1300">
                <a:latin typeface="Roboto Mono"/>
                <a:ea typeface="Roboto Mono"/>
                <a:cs typeface="Roboto Mono"/>
                <a:sym typeface="Roboto Mono"/>
              </a:rPr>
              <a:t>{</a:t>
            </a:r>
            <a:endParaRPr sz="1300">
              <a:latin typeface="Roboto Mono"/>
              <a:ea typeface="Roboto Mono"/>
              <a:cs typeface="Roboto Mono"/>
              <a:sym typeface="Roboto Mono"/>
            </a:endParaRPr>
          </a:p>
          <a:p>
            <a:pPr marL="0" lvl="0" indent="0" algn="l" rtl="0">
              <a:lnSpc>
                <a:spcPct val="100000"/>
              </a:lnSpc>
              <a:spcBef>
                <a:spcPts val="1200"/>
              </a:spcBef>
              <a:spcAft>
                <a:spcPts val="0"/>
              </a:spcAft>
              <a:buNone/>
            </a:pPr>
            <a:r>
              <a:rPr lang="en" sz="1300">
                <a:latin typeface="Roboto Mono"/>
                <a:ea typeface="Roboto Mono"/>
                <a:cs typeface="Roboto Mono"/>
                <a:sym typeface="Roboto Mono"/>
              </a:rPr>
              <a:t>    // This is a single-line comment</a:t>
            </a:r>
            <a:endParaRPr sz="1300">
              <a:latin typeface="Roboto Mono"/>
              <a:ea typeface="Roboto Mono"/>
              <a:cs typeface="Roboto Mono"/>
              <a:sym typeface="Roboto Mono"/>
            </a:endParaRPr>
          </a:p>
          <a:p>
            <a:pPr marL="0" lvl="0" indent="0" algn="l" rtl="0">
              <a:lnSpc>
                <a:spcPct val="100000"/>
              </a:lnSpc>
              <a:spcBef>
                <a:spcPts val="1200"/>
              </a:spcBef>
              <a:spcAft>
                <a:spcPts val="0"/>
              </a:spcAft>
              <a:buNone/>
            </a:pPr>
            <a:r>
              <a:rPr lang="en" sz="1300">
                <a:latin typeface="Roboto Mono"/>
                <a:ea typeface="Roboto Mono"/>
                <a:cs typeface="Roboto Mono"/>
                <a:sym typeface="Roboto Mono"/>
              </a:rPr>
              <a:t>    printf("Welcome to GeeksforGeeks");</a:t>
            </a:r>
            <a:endParaRPr sz="1300">
              <a:latin typeface="Roboto Mono"/>
              <a:ea typeface="Roboto Mono"/>
              <a:cs typeface="Roboto Mono"/>
              <a:sym typeface="Roboto Mono"/>
            </a:endParaRPr>
          </a:p>
          <a:p>
            <a:pPr marL="0" lvl="0" indent="0" algn="l" rtl="0">
              <a:lnSpc>
                <a:spcPct val="100000"/>
              </a:lnSpc>
              <a:spcBef>
                <a:spcPts val="1200"/>
              </a:spcBef>
              <a:spcAft>
                <a:spcPts val="0"/>
              </a:spcAft>
              <a:buNone/>
            </a:pPr>
            <a:r>
              <a:rPr lang="en" sz="1300">
                <a:latin typeface="Roboto Mono"/>
                <a:ea typeface="Roboto Mono"/>
                <a:cs typeface="Roboto Mono"/>
                <a:sym typeface="Roboto Mono"/>
              </a:rPr>
              <a:t>    </a:t>
            </a:r>
            <a:r>
              <a:rPr lang="en" sz="1400">
                <a:latin typeface="Roboto Mono"/>
                <a:ea typeface="Roboto Mono"/>
                <a:cs typeface="Roboto Mono"/>
                <a:sym typeface="Roboto Mono"/>
              </a:rPr>
              <a:t>return</a:t>
            </a:r>
            <a:r>
              <a:rPr lang="en" sz="1400"/>
              <a:t> </a:t>
            </a:r>
            <a:r>
              <a:rPr lang="en" sz="1400">
                <a:latin typeface="Roboto Mono"/>
                <a:ea typeface="Roboto Mono"/>
                <a:cs typeface="Roboto Mono"/>
                <a:sym typeface="Roboto Mono"/>
              </a:rPr>
              <a:t>0;</a:t>
            </a:r>
            <a:endParaRPr sz="1400">
              <a:latin typeface="Roboto Mono"/>
              <a:ea typeface="Roboto Mono"/>
              <a:cs typeface="Roboto Mono"/>
              <a:sym typeface="Roboto Mono"/>
            </a:endParaRPr>
          </a:p>
          <a:p>
            <a:pPr marL="0" lvl="0" indent="0" algn="l" rtl="0">
              <a:lnSpc>
                <a:spcPct val="100000"/>
              </a:lnSpc>
              <a:spcBef>
                <a:spcPts val="1200"/>
              </a:spcBef>
              <a:spcAft>
                <a:spcPts val="0"/>
              </a:spcAft>
              <a:buNone/>
            </a:pPr>
            <a:r>
              <a:rPr lang="en" sz="1400">
                <a:solidFill>
                  <a:srgbClr val="C00000"/>
                </a:solidFill>
                <a:latin typeface="Roboto Mono"/>
                <a:ea typeface="Roboto Mono"/>
                <a:cs typeface="Roboto Mono"/>
                <a:sym typeface="Roboto Mono"/>
              </a:rPr>
              <a:t>}</a:t>
            </a:r>
            <a:endParaRPr sz="1400">
              <a:solidFill>
                <a:srgbClr val="C00000"/>
              </a:solidFill>
              <a:latin typeface="Roboto Mono"/>
              <a:ea typeface="Roboto Mono"/>
              <a:cs typeface="Roboto Mono"/>
              <a:sym typeface="Roboto Mono"/>
            </a:endParaRPr>
          </a:p>
          <a:p>
            <a:pPr marL="0" lvl="0" indent="0" algn="l" rtl="0">
              <a:lnSpc>
                <a:spcPct val="115000"/>
              </a:lnSpc>
              <a:spcBef>
                <a:spcPts val="1200"/>
              </a:spcBef>
              <a:spcAft>
                <a:spcPts val="0"/>
              </a:spcAft>
              <a:buNone/>
            </a:pPr>
            <a:endParaRPr sz="1100"/>
          </a:p>
          <a:p>
            <a:pPr marL="0" lvl="0" indent="0" algn="l" rtl="0">
              <a:lnSpc>
                <a:spcPct val="115000"/>
              </a:lnSpc>
              <a:spcBef>
                <a:spcPts val="1200"/>
              </a:spcBef>
              <a:spcAft>
                <a:spcPts val="0"/>
              </a:spcAft>
              <a:buNone/>
            </a:pPr>
            <a:endParaRPr sz="1100"/>
          </a:p>
          <a:p>
            <a:pPr marL="0" lvl="0" indent="0" algn="l" rtl="0">
              <a:lnSpc>
                <a:spcPct val="115000"/>
              </a:lnSpc>
              <a:spcBef>
                <a:spcPts val="1200"/>
              </a:spcBef>
              <a:spcAft>
                <a:spcPts val="0"/>
              </a:spcAft>
              <a:buNone/>
            </a:pPr>
            <a:endParaRPr sz="1100"/>
          </a:p>
          <a:p>
            <a:pPr marL="0" lvl="0" indent="0" algn="l" rtl="0">
              <a:lnSpc>
                <a:spcPct val="115000"/>
              </a:lnSpc>
              <a:spcBef>
                <a:spcPts val="1200"/>
              </a:spcBef>
              <a:spcAft>
                <a:spcPts val="0"/>
              </a:spcAft>
              <a:buClr>
                <a:schemeClr val="dk1"/>
              </a:buClr>
              <a:buSzPts val="1100"/>
              <a:buFont typeface="Arial"/>
              <a:buNone/>
            </a:pPr>
            <a:endParaRPr sz="1100"/>
          </a:p>
          <a:p>
            <a:pPr marL="0" lvl="0" indent="0" algn="l" rtl="0">
              <a:spcBef>
                <a:spcPts val="1200"/>
              </a:spcBef>
              <a:spcAft>
                <a:spcPts val="0"/>
              </a:spcAft>
              <a:buNone/>
            </a:pPr>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154"/>
        <p:cNvGrpSpPr/>
        <p:nvPr/>
      </p:nvGrpSpPr>
      <p:grpSpPr>
        <a:xfrm>
          <a:off x="0" y="0"/>
          <a:ext cx="0" cy="0"/>
          <a:chOff x="0" y="0"/>
          <a:chExt cx="0" cy="0"/>
        </a:xfrm>
      </p:grpSpPr>
      <p:sp>
        <p:nvSpPr>
          <p:cNvPr id="155" name="Google Shape;155;p27"/>
          <p:cNvSpPr txBox="1">
            <a:spLocks noGrp="1"/>
          </p:cNvSpPr>
          <p:nvPr>
            <p:ph type="title"/>
          </p:nvPr>
        </p:nvSpPr>
        <p:spPr>
          <a:xfrm>
            <a:off x="524775" y="38475"/>
            <a:ext cx="8110200" cy="1892400"/>
          </a:xfrm>
          <a:prstGeom prst="rect">
            <a:avLst/>
          </a:prstGeom>
        </p:spPr>
        <p:txBody>
          <a:bodyPr spcFirstLastPara="1" wrap="square" lIns="0" tIns="0" rIns="0" bIns="0" anchor="t" anchorCtr="0">
            <a:spAutoFit/>
          </a:bodyPr>
          <a:lstStyle/>
          <a:p>
            <a:pPr marL="0" lvl="0" indent="0" algn="l" rtl="0">
              <a:lnSpc>
                <a:spcPct val="115000"/>
              </a:lnSpc>
              <a:spcBef>
                <a:spcPts val="1800"/>
              </a:spcBef>
              <a:spcAft>
                <a:spcPts val="0"/>
              </a:spcAft>
              <a:buClr>
                <a:schemeClr val="dk1"/>
              </a:buClr>
              <a:buSzPts val="1100"/>
              <a:buFont typeface="Arial"/>
              <a:buNone/>
            </a:pPr>
            <a:r>
              <a:rPr lang="en" sz="1700">
                <a:solidFill>
                  <a:srgbClr val="336600"/>
                </a:solidFill>
                <a:latin typeface="Arial"/>
                <a:ea typeface="Arial"/>
                <a:cs typeface="Arial"/>
                <a:sym typeface="Arial"/>
              </a:rPr>
              <a:t>2. Multi-line Comment in C</a:t>
            </a:r>
            <a:endParaRPr sz="1700">
              <a:solidFill>
                <a:srgbClr val="336600"/>
              </a:solidFill>
              <a:latin typeface="Arial"/>
              <a:ea typeface="Arial"/>
              <a:cs typeface="Arial"/>
              <a:sym typeface="Arial"/>
            </a:endParaRPr>
          </a:p>
          <a:p>
            <a:pPr marL="0" lvl="0" indent="0" algn="l" rtl="0">
              <a:lnSpc>
                <a:spcPct val="115000"/>
              </a:lnSpc>
              <a:spcBef>
                <a:spcPts val="1200"/>
              </a:spcBef>
              <a:spcAft>
                <a:spcPts val="0"/>
              </a:spcAft>
              <a:buNone/>
            </a:pPr>
            <a:r>
              <a:rPr lang="en" sz="1200" b="0">
                <a:solidFill>
                  <a:srgbClr val="336600"/>
                </a:solidFill>
                <a:latin typeface="Arial"/>
                <a:ea typeface="Arial"/>
                <a:cs typeface="Arial"/>
                <a:sym typeface="Arial"/>
              </a:rPr>
              <a:t>The Multi-line comment in C starts with a forward slash and asterisk ( </a:t>
            </a:r>
            <a:r>
              <a:rPr lang="en" sz="1200">
                <a:solidFill>
                  <a:srgbClr val="336600"/>
                </a:solidFill>
                <a:latin typeface="Arial"/>
                <a:ea typeface="Arial"/>
                <a:cs typeface="Arial"/>
                <a:sym typeface="Arial"/>
              </a:rPr>
              <a:t>/*</a:t>
            </a:r>
            <a:r>
              <a:rPr lang="en" sz="1200" b="0">
                <a:solidFill>
                  <a:srgbClr val="336600"/>
                </a:solidFill>
                <a:latin typeface="Arial"/>
                <a:ea typeface="Arial"/>
                <a:cs typeface="Arial"/>
                <a:sym typeface="Arial"/>
              </a:rPr>
              <a:t> ) and ends with an asterisk and forward slash ( </a:t>
            </a:r>
            <a:r>
              <a:rPr lang="en" sz="1200">
                <a:solidFill>
                  <a:srgbClr val="336600"/>
                </a:solidFill>
                <a:latin typeface="Arial"/>
                <a:ea typeface="Arial"/>
                <a:cs typeface="Arial"/>
                <a:sym typeface="Arial"/>
              </a:rPr>
              <a:t>*/</a:t>
            </a:r>
            <a:r>
              <a:rPr lang="en" sz="1200" b="0">
                <a:solidFill>
                  <a:srgbClr val="336600"/>
                </a:solidFill>
                <a:latin typeface="Arial"/>
                <a:ea typeface="Arial"/>
                <a:cs typeface="Arial"/>
                <a:sym typeface="Arial"/>
              </a:rPr>
              <a:t> ). Any text between </a:t>
            </a:r>
            <a:r>
              <a:rPr lang="en" sz="1200">
                <a:solidFill>
                  <a:srgbClr val="336600"/>
                </a:solidFill>
                <a:latin typeface="Arial"/>
                <a:ea typeface="Arial"/>
                <a:cs typeface="Arial"/>
                <a:sym typeface="Arial"/>
              </a:rPr>
              <a:t>/*</a:t>
            </a:r>
            <a:r>
              <a:rPr lang="en" sz="1200" b="0">
                <a:solidFill>
                  <a:srgbClr val="336600"/>
                </a:solidFill>
                <a:latin typeface="Arial"/>
                <a:ea typeface="Arial"/>
                <a:cs typeface="Arial"/>
                <a:sym typeface="Arial"/>
              </a:rPr>
              <a:t> and </a:t>
            </a:r>
            <a:r>
              <a:rPr lang="en" sz="1200">
                <a:solidFill>
                  <a:srgbClr val="336600"/>
                </a:solidFill>
                <a:latin typeface="Arial"/>
                <a:ea typeface="Arial"/>
                <a:cs typeface="Arial"/>
                <a:sym typeface="Arial"/>
              </a:rPr>
              <a:t>*/</a:t>
            </a:r>
            <a:r>
              <a:rPr lang="en" sz="1200" b="0">
                <a:solidFill>
                  <a:srgbClr val="336600"/>
                </a:solidFill>
                <a:latin typeface="Arial"/>
                <a:ea typeface="Arial"/>
                <a:cs typeface="Arial"/>
                <a:sym typeface="Arial"/>
              </a:rPr>
              <a:t> is treated as a comment and is ignored by the compiler.</a:t>
            </a:r>
            <a:endParaRPr sz="1200" b="0">
              <a:solidFill>
                <a:srgbClr val="336600"/>
              </a:solidFill>
              <a:latin typeface="Arial"/>
              <a:ea typeface="Arial"/>
              <a:cs typeface="Arial"/>
              <a:sym typeface="Arial"/>
            </a:endParaRPr>
          </a:p>
          <a:p>
            <a:pPr marL="0" lvl="0" indent="0" algn="l" rtl="0">
              <a:lnSpc>
                <a:spcPct val="115000"/>
              </a:lnSpc>
              <a:spcBef>
                <a:spcPts val="1200"/>
              </a:spcBef>
              <a:spcAft>
                <a:spcPts val="0"/>
              </a:spcAft>
              <a:buClr>
                <a:schemeClr val="dk1"/>
              </a:buClr>
              <a:buSzPts val="1100"/>
              <a:buFont typeface="Arial"/>
              <a:buNone/>
            </a:pPr>
            <a:r>
              <a:rPr lang="en" sz="1200" b="0">
                <a:solidFill>
                  <a:srgbClr val="336600"/>
                </a:solidFill>
                <a:latin typeface="Arial"/>
                <a:ea typeface="Arial"/>
                <a:cs typeface="Arial"/>
                <a:sym typeface="Arial"/>
              </a:rPr>
              <a:t>It can apply comments to multiple lines in the program.</a:t>
            </a:r>
            <a:endParaRPr sz="1200" b="0">
              <a:solidFill>
                <a:srgbClr val="336600"/>
              </a:solidFill>
              <a:latin typeface="Arial"/>
              <a:ea typeface="Arial"/>
              <a:cs typeface="Arial"/>
              <a:sym typeface="Arial"/>
            </a:endParaRPr>
          </a:p>
          <a:p>
            <a:pPr marL="0" lvl="0" indent="0" algn="l" rtl="0">
              <a:spcBef>
                <a:spcPts val="1200"/>
              </a:spcBef>
              <a:spcAft>
                <a:spcPts val="0"/>
              </a:spcAft>
              <a:buNone/>
            </a:pPr>
            <a:endParaRPr/>
          </a:p>
        </p:txBody>
      </p:sp>
      <p:sp>
        <p:nvSpPr>
          <p:cNvPr id="156" name="Google Shape;156;p27"/>
          <p:cNvSpPr txBox="1">
            <a:spLocks noGrp="1"/>
          </p:cNvSpPr>
          <p:nvPr>
            <p:ph type="body" idx="1"/>
          </p:nvPr>
        </p:nvSpPr>
        <p:spPr>
          <a:xfrm>
            <a:off x="373701" y="1403100"/>
            <a:ext cx="7364400" cy="3986700"/>
          </a:xfrm>
          <a:prstGeom prst="rect">
            <a:avLst/>
          </a:prstGeom>
        </p:spPr>
        <p:txBody>
          <a:bodyPr spcFirstLastPara="1" wrap="square" lIns="0" tIns="0" rIns="0" bIns="0" anchor="t" anchorCtr="0">
            <a:spAutoFit/>
          </a:bodyPr>
          <a:lstStyle/>
          <a:p>
            <a:pPr marL="0" lvl="0" indent="0" algn="l" rtl="0">
              <a:spcBef>
                <a:spcPts val="0"/>
              </a:spcBef>
              <a:spcAft>
                <a:spcPts val="0"/>
              </a:spcAft>
              <a:buNone/>
            </a:pPr>
            <a:r>
              <a:rPr lang="en" sz="1500" b="1">
                <a:solidFill>
                  <a:srgbClr val="C00000"/>
                </a:solidFill>
              </a:rPr>
              <a:t>S</a:t>
            </a:r>
            <a:r>
              <a:rPr lang="en" sz="1600" b="1">
                <a:solidFill>
                  <a:srgbClr val="C00000"/>
                </a:solidFill>
              </a:rPr>
              <a:t>yntax of Multi Line C Comment</a:t>
            </a:r>
            <a:endParaRPr sz="1600" b="1">
              <a:solidFill>
                <a:srgbClr val="C00000"/>
              </a:solidFill>
            </a:endParaRPr>
          </a:p>
          <a:p>
            <a:pPr marL="0" lvl="0" indent="0" algn="l" rtl="0">
              <a:spcBef>
                <a:spcPts val="0"/>
              </a:spcBef>
              <a:spcAft>
                <a:spcPts val="0"/>
              </a:spcAft>
              <a:buNone/>
            </a:pPr>
            <a:endParaRPr sz="1600" b="1">
              <a:solidFill>
                <a:srgbClr val="C00000"/>
              </a:solidFill>
            </a:endParaRPr>
          </a:p>
          <a:p>
            <a:pPr marL="0" lvl="0" indent="0" algn="l" rtl="0">
              <a:spcBef>
                <a:spcPts val="0"/>
              </a:spcBef>
              <a:spcAft>
                <a:spcPts val="0"/>
              </a:spcAft>
              <a:buClr>
                <a:schemeClr val="dk1"/>
              </a:buClr>
              <a:buSzPts val="1100"/>
              <a:buFont typeface="Arial"/>
              <a:buNone/>
            </a:pPr>
            <a:r>
              <a:rPr lang="en" sz="1100">
                <a:latin typeface="Roboto Mono"/>
                <a:ea typeface="Roboto Mono"/>
                <a:cs typeface="Roboto Mono"/>
                <a:sym typeface="Roboto Mono"/>
              </a:rPr>
              <a:t>/* C program to illustrate</a:t>
            </a:r>
            <a:endParaRPr sz="1100">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1100">
                <a:latin typeface="Roboto Mono"/>
                <a:ea typeface="Roboto Mono"/>
                <a:cs typeface="Roboto Mono"/>
                <a:sym typeface="Roboto Mono"/>
              </a:rPr>
              <a:t>use of</a:t>
            </a:r>
            <a:endParaRPr sz="1100">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1100">
                <a:latin typeface="Roboto Mono"/>
                <a:ea typeface="Roboto Mono"/>
                <a:cs typeface="Roboto Mono"/>
                <a:sym typeface="Roboto Mono"/>
              </a:rPr>
              <a:t>multi-line comment */</a:t>
            </a:r>
            <a:endParaRPr sz="1100">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1100">
                <a:latin typeface="Roboto Mono"/>
                <a:ea typeface="Roboto Mono"/>
                <a:cs typeface="Roboto Mono"/>
                <a:sym typeface="Roboto Mono"/>
              </a:rPr>
              <a:t>#include &lt;stdio.h&gt;</a:t>
            </a:r>
            <a:endParaRPr sz="1100">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1100">
                <a:latin typeface="Roboto Mono"/>
                <a:ea typeface="Roboto Mono"/>
                <a:cs typeface="Roboto Mono"/>
                <a:sym typeface="Roboto Mono"/>
              </a:rPr>
              <a:t>int main(void)</a:t>
            </a:r>
            <a:endParaRPr sz="1100">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1100">
                <a:latin typeface="Roboto Mono"/>
                <a:ea typeface="Roboto Mono"/>
                <a:cs typeface="Roboto Mono"/>
                <a:sym typeface="Roboto Mono"/>
              </a:rPr>
              <a:t>{</a:t>
            </a:r>
            <a:endParaRPr sz="1100">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1100">
                <a:latin typeface="Roboto Mono"/>
                <a:ea typeface="Roboto Mono"/>
                <a:cs typeface="Roboto Mono"/>
                <a:sym typeface="Roboto Mono"/>
              </a:rPr>
              <a:t>    /*</a:t>
            </a:r>
            <a:endParaRPr sz="1100">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1100">
                <a:latin typeface="Roboto Mono"/>
                <a:ea typeface="Roboto Mono"/>
                <a:cs typeface="Roboto Mono"/>
                <a:sym typeface="Roboto Mono"/>
              </a:rPr>
              <a:t>    This is a</a:t>
            </a:r>
            <a:endParaRPr sz="1100">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1100">
                <a:latin typeface="Roboto Mono"/>
                <a:ea typeface="Roboto Mono"/>
                <a:cs typeface="Roboto Mono"/>
                <a:sym typeface="Roboto Mono"/>
              </a:rPr>
              <a:t>    multi-line comment</a:t>
            </a:r>
            <a:endParaRPr sz="1100">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1100">
                <a:latin typeface="Roboto Mono"/>
                <a:ea typeface="Roboto Mono"/>
                <a:cs typeface="Roboto Mono"/>
                <a:sym typeface="Roboto Mono"/>
              </a:rPr>
              <a:t>    */</a:t>
            </a:r>
            <a:endParaRPr sz="1100">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1100">
                <a:latin typeface="Roboto Mono"/>
                <a:ea typeface="Roboto Mono"/>
                <a:cs typeface="Roboto Mono"/>
                <a:sym typeface="Roboto Mono"/>
              </a:rPr>
              <a:t>   </a:t>
            </a:r>
            <a:endParaRPr sz="1100">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1100">
                <a:latin typeface="Roboto Mono"/>
                <a:ea typeface="Roboto Mono"/>
                <a:cs typeface="Roboto Mono"/>
                <a:sym typeface="Roboto Mono"/>
              </a:rPr>
              <a:t>      /*</a:t>
            </a:r>
            <a:endParaRPr sz="1100">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1100">
                <a:latin typeface="Roboto Mono"/>
                <a:ea typeface="Roboto Mono"/>
                <a:cs typeface="Roboto Mono"/>
                <a:sym typeface="Roboto Mono"/>
              </a:rPr>
              <a:t>    This comment contains some code which</a:t>
            </a:r>
            <a:endParaRPr sz="1100">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1100">
                <a:latin typeface="Roboto Mono"/>
                <a:ea typeface="Roboto Mono"/>
                <a:cs typeface="Roboto Mono"/>
                <a:sym typeface="Roboto Mono"/>
              </a:rPr>
              <a:t>    will not be executed.</a:t>
            </a:r>
            <a:endParaRPr sz="1100">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1100">
                <a:latin typeface="Roboto Mono"/>
                <a:ea typeface="Roboto Mono"/>
                <a:cs typeface="Roboto Mono"/>
                <a:sym typeface="Roboto Mono"/>
              </a:rPr>
              <a:t>    printf("Code enclosed in Comment");</a:t>
            </a:r>
            <a:endParaRPr sz="1100">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1100">
                <a:latin typeface="Roboto Mono"/>
                <a:ea typeface="Roboto Mono"/>
                <a:cs typeface="Roboto Mono"/>
                <a:sym typeface="Roboto Mono"/>
              </a:rPr>
              <a:t>    */</a:t>
            </a:r>
            <a:endParaRPr sz="1100">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1100">
                <a:latin typeface="Roboto Mono"/>
                <a:ea typeface="Roboto Mono"/>
                <a:cs typeface="Roboto Mono"/>
                <a:sym typeface="Roboto Mono"/>
              </a:rPr>
              <a:t>    printf("Welcome to GeeksforGeeks");</a:t>
            </a:r>
            <a:endParaRPr sz="1100">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1100">
                <a:latin typeface="Roboto Mono"/>
                <a:ea typeface="Roboto Mono"/>
                <a:cs typeface="Roboto Mono"/>
                <a:sym typeface="Roboto Mono"/>
              </a:rPr>
              <a:t>    return 0;</a:t>
            </a:r>
            <a:endParaRPr sz="1100">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1100">
                <a:latin typeface="Roboto Mono"/>
                <a:ea typeface="Roboto Mono"/>
                <a:cs typeface="Roboto Mono"/>
                <a:sym typeface="Roboto Mono"/>
              </a:rPr>
              <a:t>}</a:t>
            </a:r>
            <a:endParaRPr sz="1100">
              <a:latin typeface="Roboto Mono"/>
              <a:ea typeface="Roboto Mono"/>
              <a:cs typeface="Roboto Mono"/>
              <a:sym typeface="Roboto Mono"/>
            </a:endParaRPr>
          </a:p>
          <a:p>
            <a:pPr marL="0" lvl="0" indent="0" algn="l" rtl="0">
              <a:spcBef>
                <a:spcPts val="0"/>
              </a:spcBef>
              <a:spcAft>
                <a:spcPts val="0"/>
              </a:spcAft>
              <a:buNone/>
            </a:pPr>
            <a:endParaRPr>
              <a:latin typeface="Roboto Mono"/>
              <a:ea typeface="Roboto Mono"/>
              <a:cs typeface="Roboto Mono"/>
              <a:sym typeface="Roboto Mono"/>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160"/>
        <p:cNvGrpSpPr/>
        <p:nvPr/>
      </p:nvGrpSpPr>
      <p:grpSpPr>
        <a:xfrm>
          <a:off x="0" y="0"/>
          <a:ext cx="0" cy="0"/>
          <a:chOff x="0" y="0"/>
          <a:chExt cx="0" cy="0"/>
        </a:xfrm>
      </p:grpSpPr>
      <p:pic>
        <p:nvPicPr>
          <p:cNvPr id="161" name="Google Shape;161;p28"/>
          <p:cNvPicPr preferRelativeResize="0"/>
          <p:nvPr/>
        </p:nvPicPr>
        <p:blipFill rotWithShape="1">
          <a:blip r:embed="rId3" cstate="print">
            <a:alphaModFix/>
          </a:blip>
          <a:srcRect/>
          <a:stretch/>
        </p:blipFill>
        <p:spPr>
          <a:xfrm>
            <a:off x="195326" y="141455"/>
            <a:ext cx="780611" cy="800745"/>
          </a:xfrm>
          <a:prstGeom prst="rect">
            <a:avLst/>
          </a:prstGeom>
          <a:noFill/>
          <a:ln>
            <a:noFill/>
          </a:ln>
        </p:spPr>
      </p:pic>
      <p:graphicFrame>
        <p:nvGraphicFramePr>
          <p:cNvPr id="162" name="Google Shape;162;p28"/>
          <p:cNvGraphicFramePr/>
          <p:nvPr/>
        </p:nvGraphicFramePr>
        <p:xfrm>
          <a:off x="405775" y="1195472"/>
          <a:ext cx="8349600" cy="3280700"/>
        </p:xfrm>
        <a:graphic>
          <a:graphicData uri="http://schemas.openxmlformats.org/drawingml/2006/table">
            <a:tbl>
              <a:tblPr firstRow="1" bandRow="1">
                <a:noFill/>
              </a:tblPr>
              <a:tblGrid>
                <a:gridCol w="4378950"/>
                <a:gridCol w="3970650"/>
              </a:tblGrid>
              <a:tr h="450825">
                <a:tc>
                  <a:txBody>
                    <a:bodyPr/>
                    <a:lstStyle/>
                    <a:p>
                      <a:pPr marL="0" marR="0" lvl="0" indent="0" algn="ctr" rtl="0">
                        <a:lnSpc>
                          <a:spcPct val="100000"/>
                        </a:lnSpc>
                        <a:spcBef>
                          <a:spcPts val="0"/>
                        </a:spcBef>
                        <a:spcAft>
                          <a:spcPts val="0"/>
                        </a:spcAft>
                        <a:buClr>
                          <a:srgbClr val="000000"/>
                        </a:buClr>
                        <a:buSzPts val="1700"/>
                        <a:buFont typeface="Arial"/>
                        <a:buNone/>
                      </a:pPr>
                      <a:r>
                        <a:rPr lang="en" sz="1700" b="1" u="none" strike="noStrike" cap="none">
                          <a:solidFill>
                            <a:srgbClr val="FFFFFF"/>
                          </a:solidFill>
                          <a:latin typeface="Cambria"/>
                          <a:ea typeface="Cambria"/>
                          <a:cs typeface="Cambria"/>
                          <a:sym typeface="Cambria"/>
                        </a:rPr>
                        <a:t>MULTI-Line Comments</a:t>
                      </a:r>
                      <a:endParaRPr sz="1700" u="none" strike="noStrike" cap="none">
                        <a:latin typeface="Cambria"/>
                        <a:ea typeface="Cambria"/>
                        <a:cs typeface="Cambria"/>
                        <a:sym typeface="Cambria"/>
                      </a:endParaRPr>
                    </a:p>
                  </a:txBody>
                  <a:tcPr marL="0" marR="0" marT="93825"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D24717"/>
                    </a:solidFill>
                  </a:tcPr>
                </a:tc>
                <a:tc>
                  <a:txBody>
                    <a:bodyPr/>
                    <a:lstStyle/>
                    <a:p>
                      <a:pPr marL="0" marR="0" lvl="0" indent="0" algn="ctr" rtl="0">
                        <a:lnSpc>
                          <a:spcPct val="100000"/>
                        </a:lnSpc>
                        <a:spcBef>
                          <a:spcPts val="0"/>
                        </a:spcBef>
                        <a:spcAft>
                          <a:spcPts val="0"/>
                        </a:spcAft>
                        <a:buClr>
                          <a:srgbClr val="000000"/>
                        </a:buClr>
                        <a:buSzPts val="1700"/>
                        <a:buFont typeface="Arial"/>
                        <a:buNone/>
                      </a:pPr>
                      <a:r>
                        <a:rPr lang="en" sz="1700" b="1" u="none" strike="noStrike" cap="none">
                          <a:solidFill>
                            <a:srgbClr val="FFFFFF"/>
                          </a:solidFill>
                          <a:latin typeface="Cambria"/>
                          <a:ea typeface="Cambria"/>
                          <a:cs typeface="Cambria"/>
                          <a:sym typeface="Cambria"/>
                        </a:rPr>
                        <a:t>SINGLE-Line Comment</a:t>
                      </a:r>
                      <a:endParaRPr sz="1700" u="none" strike="noStrike" cap="none">
                        <a:latin typeface="Cambria"/>
                        <a:ea typeface="Cambria"/>
                        <a:cs typeface="Cambria"/>
                        <a:sym typeface="Cambria"/>
                      </a:endParaRPr>
                    </a:p>
                  </a:txBody>
                  <a:tcPr marL="0" marR="0" marT="93825"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D24717"/>
                    </a:solidFill>
                  </a:tcPr>
                </a:tc>
              </a:tr>
              <a:tr h="450825">
                <a:tc>
                  <a:txBody>
                    <a:bodyPr/>
                    <a:lstStyle/>
                    <a:p>
                      <a:pPr marL="63500" marR="0" lvl="0" indent="0" algn="l" rtl="0">
                        <a:lnSpc>
                          <a:spcPct val="100000"/>
                        </a:lnSpc>
                        <a:spcBef>
                          <a:spcPts val="0"/>
                        </a:spcBef>
                        <a:spcAft>
                          <a:spcPts val="0"/>
                        </a:spcAft>
                        <a:buClr>
                          <a:srgbClr val="000000"/>
                        </a:buClr>
                        <a:buSzPts val="1700"/>
                        <a:buFont typeface="Arial"/>
                        <a:buNone/>
                      </a:pPr>
                      <a:r>
                        <a:rPr lang="en" sz="1700" u="none" strike="noStrike" cap="none">
                          <a:latin typeface="Cambria"/>
                          <a:ea typeface="Cambria"/>
                          <a:cs typeface="Cambria"/>
                          <a:sym typeface="Cambria"/>
                        </a:rPr>
                        <a:t>Starts with /* and ends with */</a:t>
                      </a:r>
                      <a:endParaRPr sz="1700" u="none" strike="noStrike" cap="none">
                        <a:latin typeface="Cambria"/>
                        <a:ea typeface="Cambria"/>
                        <a:cs typeface="Cambria"/>
                        <a:sym typeface="Cambria"/>
                      </a:endParaRPr>
                    </a:p>
                  </a:txBody>
                  <a:tcPr marL="0" marR="0" marT="93825"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ECFCC"/>
                    </a:solidFill>
                  </a:tcPr>
                </a:tc>
                <a:tc>
                  <a:txBody>
                    <a:bodyPr/>
                    <a:lstStyle/>
                    <a:p>
                      <a:pPr marL="63500" marR="0" lvl="0" indent="0" algn="l" rtl="0">
                        <a:lnSpc>
                          <a:spcPct val="100000"/>
                        </a:lnSpc>
                        <a:spcBef>
                          <a:spcPts val="0"/>
                        </a:spcBef>
                        <a:spcAft>
                          <a:spcPts val="0"/>
                        </a:spcAft>
                        <a:buClr>
                          <a:srgbClr val="000000"/>
                        </a:buClr>
                        <a:buSzPts val="1700"/>
                        <a:buFont typeface="Arial"/>
                        <a:buNone/>
                      </a:pPr>
                      <a:r>
                        <a:rPr lang="en" sz="1700" u="none" strike="noStrike" cap="none">
                          <a:latin typeface="Cambria"/>
                          <a:ea typeface="Cambria"/>
                          <a:cs typeface="Cambria"/>
                          <a:sym typeface="Cambria"/>
                        </a:rPr>
                        <a:t>Starts with //</a:t>
                      </a:r>
                      <a:endParaRPr sz="1700" u="none" strike="noStrike" cap="none">
                        <a:latin typeface="Cambria"/>
                        <a:ea typeface="Cambria"/>
                        <a:cs typeface="Cambria"/>
                        <a:sym typeface="Cambria"/>
                      </a:endParaRPr>
                    </a:p>
                  </a:txBody>
                  <a:tcPr marL="0" marR="0" marT="93825"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ECFCC"/>
                    </a:solidFill>
                  </a:tcPr>
                </a:tc>
              </a:tr>
              <a:tr h="778000">
                <a:tc>
                  <a:txBody>
                    <a:bodyPr/>
                    <a:lstStyle/>
                    <a:p>
                      <a:pPr marL="63500" marR="190500" lvl="0" indent="0" algn="l" rtl="0">
                        <a:lnSpc>
                          <a:spcPct val="100000"/>
                        </a:lnSpc>
                        <a:spcBef>
                          <a:spcPts val="0"/>
                        </a:spcBef>
                        <a:spcAft>
                          <a:spcPts val="0"/>
                        </a:spcAft>
                        <a:buClr>
                          <a:srgbClr val="000000"/>
                        </a:buClr>
                        <a:buSzPts val="1700"/>
                        <a:buFont typeface="Arial"/>
                        <a:buNone/>
                      </a:pPr>
                      <a:r>
                        <a:rPr lang="en" sz="1700" u="none" strike="noStrike" cap="none">
                          <a:latin typeface="Cambria"/>
                          <a:ea typeface="Cambria"/>
                          <a:cs typeface="Cambria"/>
                          <a:sym typeface="Cambria"/>
                        </a:rPr>
                        <a:t>All Words and Statements written  between /* and */ are ignored</a:t>
                      </a:r>
                      <a:endParaRPr sz="1700" u="none" strike="noStrike" cap="none">
                        <a:latin typeface="Cambria"/>
                        <a:ea typeface="Cambria"/>
                        <a:cs typeface="Cambria"/>
                        <a:sym typeface="Cambria"/>
                      </a:endParaRPr>
                    </a:p>
                  </a:txBody>
                  <a:tcPr marL="0" marR="0" marT="131925"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F7E9E7"/>
                    </a:solidFill>
                  </a:tcPr>
                </a:tc>
                <a:tc>
                  <a:txBody>
                    <a:bodyPr/>
                    <a:lstStyle/>
                    <a:p>
                      <a:pPr marL="63500" marR="101600" lvl="0" indent="0" algn="l" rtl="0">
                        <a:lnSpc>
                          <a:spcPct val="100000"/>
                        </a:lnSpc>
                        <a:spcBef>
                          <a:spcPts val="0"/>
                        </a:spcBef>
                        <a:spcAft>
                          <a:spcPts val="0"/>
                        </a:spcAft>
                        <a:buClr>
                          <a:srgbClr val="000000"/>
                        </a:buClr>
                        <a:buSzPts val="1700"/>
                        <a:buFont typeface="Arial"/>
                        <a:buNone/>
                      </a:pPr>
                      <a:r>
                        <a:rPr lang="en" sz="1700" u="none" strike="noStrike" cap="none">
                          <a:latin typeface="Cambria"/>
                          <a:ea typeface="Cambria"/>
                          <a:cs typeface="Cambria"/>
                          <a:sym typeface="Cambria"/>
                        </a:rPr>
                        <a:t>Statements after the symbol //  upto the end of line are ignored</a:t>
                      </a:r>
                      <a:endParaRPr sz="1700" u="none" strike="noStrike" cap="none">
                        <a:latin typeface="Cambria"/>
                        <a:ea typeface="Cambria"/>
                        <a:cs typeface="Cambria"/>
                        <a:sym typeface="Cambria"/>
                      </a:endParaRPr>
                    </a:p>
                  </a:txBody>
                  <a:tcPr marL="0" marR="0" marT="131925"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F7E9E7"/>
                    </a:solidFill>
                  </a:tcPr>
                </a:tc>
              </a:tr>
              <a:tr h="822950">
                <a:tc>
                  <a:txBody>
                    <a:bodyPr/>
                    <a:lstStyle/>
                    <a:p>
                      <a:pPr marL="0" marR="0" lvl="0" indent="0" algn="l" rtl="0">
                        <a:lnSpc>
                          <a:spcPct val="100000"/>
                        </a:lnSpc>
                        <a:spcBef>
                          <a:spcPts val="0"/>
                        </a:spcBef>
                        <a:spcAft>
                          <a:spcPts val="0"/>
                        </a:spcAft>
                        <a:buClr>
                          <a:srgbClr val="000000"/>
                        </a:buClr>
                        <a:buSzPts val="1900"/>
                        <a:buFont typeface="Arial"/>
                        <a:buNone/>
                      </a:pPr>
                      <a:endParaRPr sz="1900" u="none" strike="noStrike" cap="none">
                        <a:latin typeface="Times New Roman"/>
                        <a:ea typeface="Times New Roman"/>
                        <a:cs typeface="Times New Roman"/>
                        <a:sym typeface="Times New Roman"/>
                      </a:endParaRPr>
                    </a:p>
                    <a:p>
                      <a:pPr marL="63500" marR="0" lvl="0" indent="0" algn="l" rtl="0">
                        <a:lnSpc>
                          <a:spcPct val="100000"/>
                        </a:lnSpc>
                        <a:spcBef>
                          <a:spcPts val="0"/>
                        </a:spcBef>
                        <a:spcAft>
                          <a:spcPts val="0"/>
                        </a:spcAft>
                        <a:buClr>
                          <a:srgbClr val="000000"/>
                        </a:buClr>
                        <a:buSzPts val="1700"/>
                        <a:buFont typeface="Arial"/>
                        <a:buNone/>
                      </a:pPr>
                      <a:r>
                        <a:rPr lang="en" sz="1700" u="none" strike="noStrike" cap="none">
                          <a:latin typeface="Cambria"/>
                          <a:ea typeface="Cambria"/>
                          <a:cs typeface="Cambria"/>
                          <a:sym typeface="Cambria"/>
                        </a:rPr>
                        <a:t>Comment ends when */ Occures</a:t>
                      </a:r>
                      <a:endParaRPr sz="1700" u="none" strike="noStrike" cap="none">
                        <a:latin typeface="Cambria"/>
                        <a:ea typeface="Cambria"/>
                        <a:cs typeface="Cambria"/>
                        <a:sym typeface="Cambria"/>
                      </a:endParaRPr>
                    </a:p>
                  </a:txBody>
                  <a:tcPr marL="0" marR="0" marT="95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ECFCC"/>
                    </a:solidFill>
                  </a:tcPr>
                </a:tc>
                <a:tc>
                  <a:txBody>
                    <a:bodyPr/>
                    <a:lstStyle/>
                    <a:p>
                      <a:pPr marL="63500" marR="482600" lvl="0" indent="0" algn="l" rtl="0">
                        <a:lnSpc>
                          <a:spcPct val="100000"/>
                        </a:lnSpc>
                        <a:spcBef>
                          <a:spcPts val="0"/>
                        </a:spcBef>
                        <a:spcAft>
                          <a:spcPts val="0"/>
                        </a:spcAft>
                        <a:buClr>
                          <a:srgbClr val="000000"/>
                        </a:buClr>
                        <a:buSzPts val="1700"/>
                        <a:buFont typeface="Arial"/>
                        <a:buNone/>
                      </a:pPr>
                      <a:r>
                        <a:rPr lang="en" sz="1700" u="none" strike="noStrike" cap="none">
                          <a:latin typeface="Cambria"/>
                          <a:ea typeface="Cambria"/>
                          <a:cs typeface="Cambria"/>
                          <a:sym typeface="Cambria"/>
                        </a:rPr>
                        <a:t>Comment Ends whenever  ENTER is Pressed and New  Line Starts</a:t>
                      </a:r>
                      <a:endParaRPr sz="1700" u="none" strike="noStrike" cap="none">
                        <a:latin typeface="Cambria"/>
                        <a:ea typeface="Cambria"/>
                        <a:cs typeface="Cambria"/>
                        <a:sym typeface="Cambria"/>
                      </a:endParaRPr>
                    </a:p>
                  </a:txBody>
                  <a:tcPr marL="0" marR="0" marT="28575"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ECFCC"/>
                    </a:solidFill>
                  </a:tcPr>
                </a:tc>
              </a:tr>
              <a:tr h="778100">
                <a:tc>
                  <a:txBody>
                    <a:bodyPr/>
                    <a:lstStyle/>
                    <a:p>
                      <a:pPr marL="0" marR="0" lvl="0" indent="0" algn="l" rtl="0">
                        <a:lnSpc>
                          <a:spcPct val="100000"/>
                        </a:lnSpc>
                        <a:spcBef>
                          <a:spcPts val="0"/>
                        </a:spcBef>
                        <a:spcAft>
                          <a:spcPts val="0"/>
                        </a:spcAft>
                        <a:buClr>
                          <a:srgbClr val="000000"/>
                        </a:buClr>
                        <a:buSzPts val="1800"/>
                        <a:buFont typeface="Arial"/>
                        <a:buNone/>
                      </a:pPr>
                      <a:endParaRPr sz="1800" u="none" strike="noStrike" cap="none">
                        <a:latin typeface="Times New Roman"/>
                        <a:ea typeface="Times New Roman"/>
                        <a:cs typeface="Times New Roman"/>
                        <a:sym typeface="Times New Roman"/>
                      </a:endParaRPr>
                    </a:p>
                    <a:p>
                      <a:pPr marL="63500" marR="0" lvl="0" indent="0" algn="l" rtl="0">
                        <a:lnSpc>
                          <a:spcPct val="100000"/>
                        </a:lnSpc>
                        <a:spcBef>
                          <a:spcPts val="0"/>
                        </a:spcBef>
                        <a:spcAft>
                          <a:spcPts val="0"/>
                        </a:spcAft>
                        <a:buClr>
                          <a:srgbClr val="000000"/>
                        </a:buClr>
                        <a:buSzPts val="1700"/>
                        <a:buFont typeface="Arial"/>
                        <a:buNone/>
                      </a:pPr>
                      <a:r>
                        <a:rPr lang="en" sz="1700" u="none" strike="noStrike" cap="none">
                          <a:latin typeface="Cambria"/>
                          <a:ea typeface="Cambria"/>
                          <a:cs typeface="Cambria"/>
                          <a:sym typeface="Cambria"/>
                        </a:rPr>
                        <a:t>e.g /* Program for Factorial */</a:t>
                      </a:r>
                      <a:endParaRPr sz="1700" u="none" strike="noStrike" cap="none">
                        <a:latin typeface="Cambria"/>
                        <a:ea typeface="Cambria"/>
                        <a:cs typeface="Cambria"/>
                        <a:sym typeface="Cambria"/>
                      </a:endParaRPr>
                    </a:p>
                  </a:txBody>
                  <a:tcPr marL="0" marR="0" marT="475"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F7E9E7"/>
                    </a:solidFill>
                  </a:tcPr>
                </a:tc>
                <a:tc>
                  <a:txBody>
                    <a:bodyPr/>
                    <a:lstStyle/>
                    <a:p>
                      <a:pPr marL="0" marR="0" lvl="0" indent="0" algn="l" rtl="0">
                        <a:lnSpc>
                          <a:spcPct val="100000"/>
                        </a:lnSpc>
                        <a:spcBef>
                          <a:spcPts val="0"/>
                        </a:spcBef>
                        <a:spcAft>
                          <a:spcPts val="0"/>
                        </a:spcAft>
                        <a:buClr>
                          <a:srgbClr val="000000"/>
                        </a:buClr>
                        <a:buSzPts val="1800"/>
                        <a:buFont typeface="Arial"/>
                        <a:buNone/>
                      </a:pPr>
                      <a:endParaRPr sz="1800" u="none" strike="noStrike" cap="none">
                        <a:latin typeface="Times New Roman"/>
                        <a:ea typeface="Times New Roman"/>
                        <a:cs typeface="Times New Roman"/>
                        <a:sym typeface="Times New Roman"/>
                      </a:endParaRPr>
                    </a:p>
                    <a:p>
                      <a:pPr marL="63500" marR="0" lvl="0" indent="0" algn="l" rtl="0">
                        <a:lnSpc>
                          <a:spcPct val="100000"/>
                        </a:lnSpc>
                        <a:spcBef>
                          <a:spcPts val="0"/>
                        </a:spcBef>
                        <a:spcAft>
                          <a:spcPts val="0"/>
                        </a:spcAft>
                        <a:buClr>
                          <a:srgbClr val="000000"/>
                        </a:buClr>
                        <a:buSzPts val="1700"/>
                        <a:buFont typeface="Arial"/>
                        <a:buNone/>
                      </a:pPr>
                      <a:r>
                        <a:rPr lang="en" sz="1700" u="none" strike="noStrike" cap="none">
                          <a:latin typeface="Cambria"/>
                          <a:ea typeface="Cambria"/>
                          <a:cs typeface="Cambria"/>
                          <a:sym typeface="Cambria"/>
                        </a:rPr>
                        <a:t>e.g // Program for Fibonacci</a:t>
                      </a:r>
                      <a:endParaRPr sz="1700" u="none" strike="noStrike" cap="none">
                        <a:latin typeface="Cambria"/>
                        <a:ea typeface="Cambria"/>
                        <a:cs typeface="Cambria"/>
                        <a:sym typeface="Cambria"/>
                      </a:endParaRPr>
                    </a:p>
                  </a:txBody>
                  <a:tcPr marL="0" marR="0" marT="475"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F7E9E7"/>
                    </a:solidFill>
                  </a:tcPr>
                </a:tc>
              </a:tr>
            </a:tbl>
          </a:graphicData>
        </a:graphic>
      </p:graphicFrame>
      <p:sp>
        <p:nvSpPr>
          <p:cNvPr id="163" name="Google Shape;163;p28"/>
          <p:cNvSpPr txBox="1">
            <a:spLocks noGrp="1"/>
          </p:cNvSpPr>
          <p:nvPr>
            <p:ph type="title"/>
          </p:nvPr>
        </p:nvSpPr>
        <p:spPr>
          <a:xfrm>
            <a:off x="1236141" y="141455"/>
            <a:ext cx="7707300" cy="1028700"/>
          </a:xfrm>
          <a:prstGeom prst="rect">
            <a:avLst/>
          </a:prstGeom>
          <a:noFill/>
          <a:ln>
            <a:noFill/>
          </a:ln>
        </p:spPr>
        <p:txBody>
          <a:bodyPr spcFirstLastPara="1" wrap="square" lIns="0" tIns="12700" rIns="0" bIns="0" anchor="t" anchorCtr="0">
            <a:spAutoFit/>
          </a:bodyPr>
          <a:lstStyle/>
          <a:p>
            <a:pPr marL="163195" lvl="0" indent="0" algn="ctr" rtl="0">
              <a:lnSpc>
                <a:spcPct val="100000"/>
              </a:lnSpc>
              <a:spcBef>
                <a:spcPts val="0"/>
              </a:spcBef>
              <a:spcAft>
                <a:spcPts val="0"/>
              </a:spcAft>
              <a:buSzPts val="1400"/>
              <a:buNone/>
            </a:pPr>
            <a:r>
              <a:rPr lang="en" sz="2200"/>
              <a:t>SRM INSTITUTE OF SCIENCE AND TECHNOLOGY,</a:t>
            </a:r>
            <a:r>
              <a:rPr lang="en" sz="2200">
                <a:solidFill>
                  <a:schemeClr val="dk1"/>
                </a:solidFill>
              </a:rPr>
              <a:t/>
            </a:r>
            <a:br>
              <a:rPr lang="en" sz="2200">
                <a:solidFill>
                  <a:schemeClr val="dk1"/>
                </a:solidFill>
              </a:rPr>
            </a:br>
            <a:r>
              <a:rPr lang="en" sz="2200"/>
              <a:t>CHENNAI.</a:t>
            </a:r>
            <a:endParaRPr sz="240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82625" y="483503"/>
            <a:ext cx="4242435" cy="513080"/>
          </a:xfrm>
          <a:prstGeom prst="rect">
            <a:avLst/>
          </a:prstGeom>
        </p:spPr>
        <p:txBody>
          <a:bodyPr vert="horz" wrap="square" lIns="0" tIns="12700" rIns="0" bIns="0" rtlCol="0">
            <a:spAutoFit/>
          </a:bodyPr>
          <a:lstStyle/>
          <a:p>
            <a:pPr marL="12700">
              <a:lnSpc>
                <a:spcPct val="100000"/>
              </a:lnSpc>
              <a:spcBef>
                <a:spcPts val="100"/>
              </a:spcBef>
            </a:pPr>
            <a:r>
              <a:rPr spc="-90" dirty="0"/>
              <a:t>3.1</a:t>
            </a:r>
            <a:r>
              <a:rPr spc="120" dirty="0"/>
              <a:t> </a:t>
            </a:r>
            <a:r>
              <a:rPr spc="240" dirty="0"/>
              <a:t>String</a:t>
            </a:r>
            <a:r>
              <a:rPr spc="85" dirty="0"/>
              <a:t> </a:t>
            </a:r>
            <a:r>
              <a:rPr spc="265" dirty="0"/>
              <a:t>Functions</a:t>
            </a:r>
          </a:p>
        </p:txBody>
      </p:sp>
      <p:sp>
        <p:nvSpPr>
          <p:cNvPr id="3" name="object 3"/>
          <p:cNvSpPr txBox="1"/>
          <p:nvPr/>
        </p:nvSpPr>
        <p:spPr>
          <a:xfrm>
            <a:off x="716897" y="1069503"/>
            <a:ext cx="7638415" cy="3872865"/>
          </a:xfrm>
          <a:prstGeom prst="rect">
            <a:avLst/>
          </a:prstGeom>
        </p:spPr>
        <p:txBody>
          <a:bodyPr vert="horz" wrap="square" lIns="0" tIns="0" rIns="0" bIns="0" rtlCol="0">
            <a:spAutoFit/>
          </a:bodyPr>
          <a:lstStyle/>
          <a:p>
            <a:pPr marL="150495" indent="-125730">
              <a:lnSpc>
                <a:spcPts val="2855"/>
              </a:lnSpc>
              <a:buSzPct val="150000"/>
              <a:buChar char="•"/>
              <a:tabLst>
                <a:tab pos="151130" algn="l"/>
              </a:tabLst>
            </a:pPr>
            <a:r>
              <a:rPr sz="1800" spc="-60" dirty="0">
                <a:latin typeface="Arial MT"/>
                <a:cs typeface="Arial MT"/>
              </a:rPr>
              <a:t>You</a:t>
            </a:r>
            <a:r>
              <a:rPr sz="1800" spc="-10" dirty="0">
                <a:latin typeface="Arial MT"/>
                <a:cs typeface="Arial MT"/>
              </a:rPr>
              <a:t> </a:t>
            </a:r>
            <a:r>
              <a:rPr sz="1800" spc="-5" dirty="0">
                <a:latin typeface="Arial MT"/>
                <a:cs typeface="Arial MT"/>
              </a:rPr>
              <a:t>have</a:t>
            </a:r>
            <a:r>
              <a:rPr sz="1800" spc="-10" dirty="0">
                <a:latin typeface="Arial MT"/>
                <a:cs typeface="Arial MT"/>
              </a:rPr>
              <a:t> </a:t>
            </a:r>
            <a:r>
              <a:rPr sz="1800" spc="-5" dirty="0">
                <a:latin typeface="Arial MT"/>
                <a:cs typeface="Arial MT"/>
              </a:rPr>
              <a:t>already</a:t>
            </a:r>
            <a:r>
              <a:rPr sz="1800" spc="-10" dirty="0">
                <a:latin typeface="Arial MT"/>
                <a:cs typeface="Arial MT"/>
              </a:rPr>
              <a:t> </a:t>
            </a:r>
            <a:r>
              <a:rPr sz="1800" dirty="0">
                <a:latin typeface="Arial MT"/>
                <a:cs typeface="Arial MT"/>
              </a:rPr>
              <a:t>seen</a:t>
            </a:r>
            <a:r>
              <a:rPr sz="1800" spc="-10" dirty="0">
                <a:latin typeface="Arial MT"/>
                <a:cs typeface="Arial MT"/>
              </a:rPr>
              <a:t> </a:t>
            </a:r>
            <a:r>
              <a:rPr sz="1800" spc="-5" dirty="0">
                <a:latin typeface="Arial MT"/>
                <a:cs typeface="Arial MT"/>
              </a:rPr>
              <a:t>the</a:t>
            </a:r>
            <a:r>
              <a:rPr sz="1800" spc="-10" dirty="0">
                <a:latin typeface="Arial MT"/>
                <a:cs typeface="Arial MT"/>
              </a:rPr>
              <a:t> </a:t>
            </a:r>
            <a:r>
              <a:rPr sz="1800" spc="-5" dirty="0">
                <a:latin typeface="Arial MT"/>
                <a:cs typeface="Arial MT"/>
              </a:rPr>
              <a:t>operators</a:t>
            </a:r>
            <a:r>
              <a:rPr sz="1800" spc="-10" dirty="0">
                <a:latin typeface="Arial MT"/>
                <a:cs typeface="Arial MT"/>
              </a:rPr>
              <a:t> </a:t>
            </a:r>
            <a:r>
              <a:rPr sz="1800" dirty="0">
                <a:latin typeface="Arial MT"/>
                <a:cs typeface="Arial MT"/>
              </a:rPr>
              <a:t>+</a:t>
            </a:r>
            <a:r>
              <a:rPr sz="1800" spc="-5" dirty="0">
                <a:latin typeface="Arial MT"/>
                <a:cs typeface="Arial MT"/>
              </a:rPr>
              <a:t> and</a:t>
            </a:r>
            <a:r>
              <a:rPr sz="1800" spc="-10" dirty="0">
                <a:latin typeface="Arial MT"/>
                <a:cs typeface="Arial MT"/>
              </a:rPr>
              <a:t> </a:t>
            </a:r>
            <a:r>
              <a:rPr sz="1800" dirty="0">
                <a:latin typeface="Arial MT"/>
                <a:cs typeface="Arial MT"/>
              </a:rPr>
              <a:t>*</a:t>
            </a:r>
            <a:r>
              <a:rPr sz="1800" spc="-10" dirty="0">
                <a:latin typeface="Arial MT"/>
                <a:cs typeface="Arial MT"/>
              </a:rPr>
              <a:t> </a:t>
            </a:r>
            <a:r>
              <a:rPr sz="1800" spc="-5" dirty="0">
                <a:latin typeface="Arial MT"/>
                <a:cs typeface="Arial MT"/>
              </a:rPr>
              <a:t>applied</a:t>
            </a:r>
            <a:r>
              <a:rPr sz="1800" spc="-10" dirty="0">
                <a:latin typeface="Arial MT"/>
                <a:cs typeface="Arial MT"/>
              </a:rPr>
              <a:t> </a:t>
            </a:r>
            <a:r>
              <a:rPr sz="1800" spc="-5" dirty="0">
                <a:latin typeface="Arial MT"/>
                <a:cs typeface="Arial MT"/>
              </a:rPr>
              <a:t>to</a:t>
            </a:r>
            <a:r>
              <a:rPr sz="1800" spc="-10" dirty="0">
                <a:latin typeface="Arial MT"/>
                <a:cs typeface="Arial MT"/>
              </a:rPr>
              <a:t> </a:t>
            </a:r>
            <a:r>
              <a:rPr sz="1800" spc="-5" dirty="0">
                <a:latin typeface="Arial MT"/>
                <a:cs typeface="Arial MT"/>
              </a:rPr>
              <a:t>numeric</a:t>
            </a:r>
            <a:r>
              <a:rPr sz="1800" spc="-10" dirty="0">
                <a:latin typeface="Arial MT"/>
                <a:cs typeface="Arial MT"/>
              </a:rPr>
              <a:t> </a:t>
            </a:r>
            <a:r>
              <a:rPr sz="1800" spc="-5" dirty="0">
                <a:latin typeface="Arial MT"/>
                <a:cs typeface="Arial MT"/>
              </a:rPr>
              <a:t>operands</a:t>
            </a:r>
            <a:endParaRPr sz="1800">
              <a:latin typeface="Arial MT"/>
              <a:cs typeface="Arial MT"/>
            </a:endParaRPr>
          </a:p>
          <a:p>
            <a:pPr marL="150495" indent="-125730">
              <a:lnSpc>
                <a:spcPct val="100000"/>
              </a:lnSpc>
              <a:spcBef>
                <a:spcPts val="409"/>
              </a:spcBef>
              <a:buSzPct val="150000"/>
              <a:buChar char="•"/>
              <a:tabLst>
                <a:tab pos="151130" algn="l"/>
              </a:tabLst>
            </a:pPr>
            <a:r>
              <a:rPr sz="1800" spc="-5" dirty="0">
                <a:latin typeface="Arial MT"/>
                <a:cs typeface="Arial MT"/>
              </a:rPr>
              <a:t>These</a:t>
            </a:r>
            <a:r>
              <a:rPr sz="1800" spc="-15" dirty="0">
                <a:latin typeface="Arial MT"/>
                <a:cs typeface="Arial MT"/>
              </a:rPr>
              <a:t> </a:t>
            </a:r>
            <a:r>
              <a:rPr sz="1800" spc="-5" dirty="0">
                <a:latin typeface="Arial MT"/>
                <a:cs typeface="Arial MT"/>
              </a:rPr>
              <a:t>two</a:t>
            </a:r>
            <a:r>
              <a:rPr sz="1800" spc="-10" dirty="0">
                <a:latin typeface="Arial MT"/>
                <a:cs typeface="Arial MT"/>
              </a:rPr>
              <a:t> </a:t>
            </a:r>
            <a:r>
              <a:rPr sz="1800" spc="-5" dirty="0">
                <a:latin typeface="Arial MT"/>
                <a:cs typeface="Arial MT"/>
              </a:rPr>
              <a:t>operators</a:t>
            </a:r>
            <a:r>
              <a:rPr sz="1800" spc="-10" dirty="0">
                <a:latin typeface="Arial MT"/>
                <a:cs typeface="Arial MT"/>
              </a:rPr>
              <a:t> </a:t>
            </a:r>
            <a:r>
              <a:rPr sz="1800" dirty="0">
                <a:latin typeface="Arial MT"/>
                <a:cs typeface="Arial MT"/>
              </a:rPr>
              <a:t>can</a:t>
            </a:r>
            <a:r>
              <a:rPr sz="1800" spc="-15" dirty="0">
                <a:latin typeface="Arial MT"/>
                <a:cs typeface="Arial MT"/>
              </a:rPr>
              <a:t> </a:t>
            </a:r>
            <a:r>
              <a:rPr sz="1800" spc="-5" dirty="0">
                <a:latin typeface="Arial MT"/>
                <a:cs typeface="Arial MT"/>
              </a:rPr>
              <a:t>be</a:t>
            </a:r>
            <a:r>
              <a:rPr sz="1800" spc="-10" dirty="0">
                <a:latin typeface="Arial MT"/>
                <a:cs typeface="Arial MT"/>
              </a:rPr>
              <a:t> </a:t>
            </a:r>
            <a:r>
              <a:rPr sz="1800" spc="-5" dirty="0">
                <a:latin typeface="Arial MT"/>
                <a:cs typeface="Arial MT"/>
              </a:rPr>
              <a:t>applied</a:t>
            </a:r>
            <a:r>
              <a:rPr sz="1800" spc="-10" dirty="0">
                <a:latin typeface="Arial MT"/>
                <a:cs typeface="Arial MT"/>
              </a:rPr>
              <a:t> </a:t>
            </a:r>
            <a:r>
              <a:rPr sz="1800" spc="-5" dirty="0">
                <a:latin typeface="Arial MT"/>
                <a:cs typeface="Arial MT"/>
              </a:rPr>
              <a:t>to</a:t>
            </a:r>
            <a:r>
              <a:rPr sz="1800" spc="-10" dirty="0">
                <a:latin typeface="Arial MT"/>
                <a:cs typeface="Arial MT"/>
              </a:rPr>
              <a:t> </a:t>
            </a:r>
            <a:r>
              <a:rPr sz="1800" dirty="0">
                <a:latin typeface="Arial MT"/>
                <a:cs typeface="Arial MT"/>
              </a:rPr>
              <a:t>strings</a:t>
            </a:r>
            <a:r>
              <a:rPr sz="1800" spc="-15" dirty="0">
                <a:latin typeface="Arial MT"/>
                <a:cs typeface="Arial MT"/>
              </a:rPr>
              <a:t> </a:t>
            </a:r>
            <a:r>
              <a:rPr sz="1800" spc="-5" dirty="0">
                <a:latin typeface="Arial MT"/>
                <a:cs typeface="Arial MT"/>
              </a:rPr>
              <a:t>as</a:t>
            </a:r>
            <a:r>
              <a:rPr sz="1800" spc="-10" dirty="0">
                <a:latin typeface="Arial MT"/>
                <a:cs typeface="Arial MT"/>
              </a:rPr>
              <a:t> </a:t>
            </a:r>
            <a:r>
              <a:rPr sz="1800" spc="-5" dirty="0">
                <a:latin typeface="Arial MT"/>
                <a:cs typeface="Arial MT"/>
              </a:rPr>
              <a:t>well.</a:t>
            </a:r>
            <a:endParaRPr sz="1800">
              <a:latin typeface="Arial MT"/>
              <a:cs typeface="Arial MT"/>
            </a:endParaRPr>
          </a:p>
          <a:p>
            <a:pPr marL="150495" indent="-125730">
              <a:lnSpc>
                <a:spcPct val="100000"/>
              </a:lnSpc>
              <a:spcBef>
                <a:spcPts val="415"/>
              </a:spcBef>
              <a:buSzPct val="150000"/>
              <a:buChar char="•"/>
              <a:tabLst>
                <a:tab pos="151130" algn="l"/>
              </a:tabLst>
            </a:pPr>
            <a:r>
              <a:rPr sz="1800" b="1" spc="-5" dirty="0">
                <a:latin typeface="Arial"/>
                <a:cs typeface="Arial"/>
              </a:rPr>
              <a:t>The</a:t>
            </a:r>
            <a:r>
              <a:rPr sz="1800" b="1" spc="-25" dirty="0">
                <a:latin typeface="Arial"/>
                <a:cs typeface="Arial"/>
              </a:rPr>
              <a:t> </a:t>
            </a:r>
            <a:r>
              <a:rPr sz="1800" b="1" dirty="0">
                <a:latin typeface="Arial"/>
                <a:cs typeface="Arial"/>
              </a:rPr>
              <a:t>+</a:t>
            </a:r>
            <a:r>
              <a:rPr sz="1800" b="1" spc="-20" dirty="0">
                <a:latin typeface="Arial"/>
                <a:cs typeface="Arial"/>
              </a:rPr>
              <a:t> </a:t>
            </a:r>
            <a:r>
              <a:rPr sz="1800" b="1" spc="-5" dirty="0">
                <a:latin typeface="Arial"/>
                <a:cs typeface="Arial"/>
              </a:rPr>
              <a:t>operator</a:t>
            </a:r>
            <a:r>
              <a:rPr sz="1800" b="1" spc="-20" dirty="0">
                <a:latin typeface="Arial"/>
                <a:cs typeface="Arial"/>
              </a:rPr>
              <a:t> </a:t>
            </a:r>
            <a:r>
              <a:rPr sz="1800" b="1" spc="-5" dirty="0">
                <a:latin typeface="Arial"/>
                <a:cs typeface="Arial"/>
              </a:rPr>
              <a:t>concatenates</a:t>
            </a:r>
            <a:r>
              <a:rPr sz="1800" b="1" spc="-25" dirty="0">
                <a:latin typeface="Arial"/>
                <a:cs typeface="Arial"/>
              </a:rPr>
              <a:t> </a:t>
            </a:r>
            <a:r>
              <a:rPr sz="1800" b="1" spc="-5" dirty="0">
                <a:latin typeface="Arial"/>
                <a:cs typeface="Arial"/>
              </a:rPr>
              <a:t>strings.</a:t>
            </a:r>
            <a:endParaRPr sz="1800">
              <a:latin typeface="Arial"/>
              <a:cs typeface="Arial"/>
            </a:endParaRPr>
          </a:p>
          <a:p>
            <a:pPr marL="25400">
              <a:lnSpc>
                <a:spcPts val="2830"/>
              </a:lnSpc>
              <a:spcBef>
                <a:spcPts val="415"/>
              </a:spcBef>
            </a:pPr>
            <a:r>
              <a:rPr sz="2800" spc="-355" dirty="0">
                <a:latin typeface="Arial MT"/>
                <a:cs typeface="Arial MT"/>
              </a:rPr>
              <a:t>•</a:t>
            </a:r>
            <a:r>
              <a:rPr sz="2700" spc="-532" baseline="26234" dirty="0">
                <a:solidFill>
                  <a:srgbClr val="FF0000"/>
                </a:solidFill>
                <a:latin typeface="Calibri"/>
                <a:cs typeface="Calibri"/>
              </a:rPr>
              <a:t>&gt;&gt;</a:t>
            </a:r>
            <a:r>
              <a:rPr sz="1800" spc="-355" dirty="0">
                <a:latin typeface="Arial MT"/>
                <a:cs typeface="Arial MT"/>
              </a:rPr>
              <a:t>It</a:t>
            </a:r>
            <a:r>
              <a:rPr sz="2700" spc="-532" baseline="26234" dirty="0">
                <a:solidFill>
                  <a:srgbClr val="FF0000"/>
                </a:solidFill>
                <a:latin typeface="Calibri"/>
                <a:cs typeface="Calibri"/>
              </a:rPr>
              <a:t>&gt;</a:t>
            </a:r>
            <a:r>
              <a:rPr sz="1800" spc="-355" dirty="0">
                <a:latin typeface="Arial MT"/>
                <a:cs typeface="Arial MT"/>
              </a:rPr>
              <a:t>re</a:t>
            </a:r>
            <a:r>
              <a:rPr sz="2700" spc="-532" baseline="26234" dirty="0">
                <a:solidFill>
                  <a:srgbClr val="FF0000"/>
                </a:solidFill>
                <a:latin typeface="Calibri"/>
                <a:cs typeface="Calibri"/>
              </a:rPr>
              <a:t>s</a:t>
            </a:r>
            <a:r>
              <a:rPr sz="2700" spc="-480" baseline="26234" dirty="0">
                <a:solidFill>
                  <a:srgbClr val="FF0000"/>
                </a:solidFill>
                <a:latin typeface="Calibri"/>
                <a:cs typeface="Calibri"/>
              </a:rPr>
              <a:t> </a:t>
            </a:r>
            <a:r>
              <a:rPr sz="1800" spc="-310" dirty="0">
                <a:latin typeface="Arial MT"/>
                <a:cs typeface="Arial MT"/>
              </a:rPr>
              <a:t>t</a:t>
            </a:r>
            <a:r>
              <a:rPr sz="2700" spc="-465" baseline="26234" dirty="0">
                <a:solidFill>
                  <a:srgbClr val="FF0000"/>
                </a:solidFill>
                <a:latin typeface="Calibri"/>
                <a:cs typeface="Calibri"/>
              </a:rPr>
              <a:t>=</a:t>
            </a:r>
            <a:r>
              <a:rPr sz="1800" spc="-310" dirty="0">
                <a:latin typeface="Arial MT"/>
                <a:cs typeface="Arial MT"/>
              </a:rPr>
              <a:t>u</a:t>
            </a:r>
            <a:r>
              <a:rPr sz="2700" spc="-465" baseline="26234" dirty="0">
                <a:solidFill>
                  <a:srgbClr val="FF0000"/>
                </a:solidFill>
                <a:latin typeface="Calibri"/>
                <a:cs typeface="Calibri"/>
              </a:rPr>
              <a:t>'</a:t>
            </a:r>
            <a:r>
              <a:rPr sz="1800" spc="-310" dirty="0">
                <a:latin typeface="Arial MT"/>
                <a:cs typeface="Arial MT"/>
              </a:rPr>
              <a:t>r</a:t>
            </a:r>
            <a:r>
              <a:rPr sz="2700" spc="-465" baseline="26234" dirty="0">
                <a:solidFill>
                  <a:srgbClr val="FF0000"/>
                </a:solidFill>
                <a:latin typeface="Calibri"/>
                <a:cs typeface="Calibri"/>
              </a:rPr>
              <a:t>f</a:t>
            </a:r>
            <a:r>
              <a:rPr sz="1800" spc="-310" dirty="0">
                <a:latin typeface="Arial MT"/>
                <a:cs typeface="Arial MT"/>
              </a:rPr>
              <a:t>n</a:t>
            </a:r>
            <a:r>
              <a:rPr sz="2700" spc="-465" baseline="26234" dirty="0">
                <a:solidFill>
                  <a:srgbClr val="FF0000"/>
                </a:solidFill>
                <a:latin typeface="Calibri"/>
                <a:cs typeface="Calibri"/>
              </a:rPr>
              <a:t>o</a:t>
            </a:r>
            <a:r>
              <a:rPr sz="1800" spc="-310" dirty="0">
                <a:latin typeface="Arial MT"/>
                <a:cs typeface="Arial MT"/>
              </a:rPr>
              <a:t>s</a:t>
            </a:r>
            <a:r>
              <a:rPr sz="2700" spc="-465" baseline="26234" dirty="0">
                <a:solidFill>
                  <a:srgbClr val="FF0000"/>
                </a:solidFill>
                <a:latin typeface="Calibri"/>
                <a:cs typeface="Calibri"/>
              </a:rPr>
              <a:t>o'</a:t>
            </a:r>
            <a:r>
              <a:rPr sz="1800" spc="-310" dirty="0">
                <a:latin typeface="Arial MT"/>
                <a:cs typeface="Arial MT"/>
              </a:rPr>
              <a:t>a</a:t>
            </a:r>
            <a:r>
              <a:rPr sz="1800" spc="-190" dirty="0">
                <a:latin typeface="Arial MT"/>
                <a:cs typeface="Arial MT"/>
              </a:rPr>
              <a:t> </a:t>
            </a:r>
            <a:r>
              <a:rPr sz="1800" dirty="0">
                <a:latin typeface="Arial MT"/>
                <a:cs typeface="Arial MT"/>
              </a:rPr>
              <a:t>string</a:t>
            </a:r>
            <a:r>
              <a:rPr sz="1800" spc="-5" dirty="0">
                <a:latin typeface="Arial MT"/>
                <a:cs typeface="Arial MT"/>
              </a:rPr>
              <a:t> </a:t>
            </a:r>
            <a:r>
              <a:rPr sz="1800" dirty="0">
                <a:latin typeface="Arial MT"/>
                <a:cs typeface="Arial MT"/>
              </a:rPr>
              <a:t>consisting </a:t>
            </a:r>
            <a:r>
              <a:rPr sz="1800" spc="-5" dirty="0">
                <a:latin typeface="Arial MT"/>
                <a:cs typeface="Arial MT"/>
              </a:rPr>
              <a:t>of</a:t>
            </a:r>
            <a:r>
              <a:rPr sz="1800" dirty="0">
                <a:latin typeface="Arial MT"/>
                <a:cs typeface="Arial MT"/>
              </a:rPr>
              <a:t> </a:t>
            </a:r>
            <a:r>
              <a:rPr sz="1800" spc="-5" dirty="0">
                <a:latin typeface="Arial MT"/>
                <a:cs typeface="Arial MT"/>
              </a:rPr>
              <a:t>the</a:t>
            </a:r>
            <a:r>
              <a:rPr sz="1800" dirty="0">
                <a:latin typeface="Arial MT"/>
                <a:cs typeface="Arial MT"/>
              </a:rPr>
              <a:t> </a:t>
            </a:r>
            <a:r>
              <a:rPr sz="1800" spc="-5" dirty="0">
                <a:latin typeface="Arial MT"/>
                <a:cs typeface="Arial MT"/>
              </a:rPr>
              <a:t>operands</a:t>
            </a:r>
            <a:r>
              <a:rPr sz="1800" dirty="0">
                <a:latin typeface="Arial MT"/>
                <a:cs typeface="Arial MT"/>
              </a:rPr>
              <a:t> </a:t>
            </a:r>
            <a:r>
              <a:rPr sz="1800" spc="-5" dirty="0">
                <a:latin typeface="Arial MT"/>
                <a:cs typeface="Arial MT"/>
              </a:rPr>
              <a:t>joined</a:t>
            </a:r>
            <a:r>
              <a:rPr sz="1800" dirty="0">
                <a:latin typeface="Arial MT"/>
                <a:cs typeface="Arial MT"/>
              </a:rPr>
              <a:t> </a:t>
            </a:r>
            <a:r>
              <a:rPr sz="1800" spc="-20" dirty="0">
                <a:latin typeface="Arial MT"/>
                <a:cs typeface="Arial MT"/>
              </a:rPr>
              <a:t>together,</a:t>
            </a:r>
            <a:r>
              <a:rPr sz="1800" dirty="0">
                <a:latin typeface="Arial MT"/>
                <a:cs typeface="Arial MT"/>
              </a:rPr>
              <a:t> </a:t>
            </a:r>
            <a:r>
              <a:rPr sz="1800" spc="-5" dirty="0">
                <a:latin typeface="Arial MT"/>
                <a:cs typeface="Arial MT"/>
              </a:rPr>
              <a:t>as</a:t>
            </a:r>
            <a:r>
              <a:rPr sz="1800" dirty="0">
                <a:latin typeface="Arial MT"/>
                <a:cs typeface="Arial MT"/>
              </a:rPr>
              <a:t> shown</a:t>
            </a:r>
            <a:endParaRPr sz="1800">
              <a:latin typeface="Arial MT"/>
              <a:cs typeface="Arial MT"/>
            </a:endParaRPr>
          </a:p>
          <a:p>
            <a:pPr marL="29845">
              <a:lnSpc>
                <a:spcPts val="1630"/>
              </a:lnSpc>
            </a:pPr>
            <a:r>
              <a:rPr sz="1800" spc="-5" dirty="0">
                <a:solidFill>
                  <a:srgbClr val="FF0000"/>
                </a:solidFill>
                <a:latin typeface="Calibri"/>
                <a:cs typeface="Calibri"/>
              </a:rPr>
              <a:t>&gt;</a:t>
            </a:r>
            <a:r>
              <a:rPr sz="1800" spc="-855" dirty="0">
                <a:solidFill>
                  <a:srgbClr val="FF0000"/>
                </a:solidFill>
                <a:latin typeface="Calibri"/>
                <a:cs typeface="Calibri"/>
              </a:rPr>
              <a:t>&gt;</a:t>
            </a:r>
            <a:r>
              <a:rPr sz="2700" spc="-225" baseline="-26234" dirty="0">
                <a:latin typeface="Arial MT"/>
                <a:cs typeface="Arial MT"/>
              </a:rPr>
              <a:t>h</a:t>
            </a:r>
            <a:r>
              <a:rPr sz="1800" spc="-750" dirty="0">
                <a:solidFill>
                  <a:srgbClr val="FF0000"/>
                </a:solidFill>
                <a:latin typeface="Calibri"/>
                <a:cs typeface="Calibri"/>
              </a:rPr>
              <a:t>&gt;</a:t>
            </a:r>
            <a:r>
              <a:rPr sz="2700" spc="-7" baseline="-26234" dirty="0">
                <a:latin typeface="Arial MT"/>
                <a:cs typeface="Arial MT"/>
              </a:rPr>
              <a:t>e</a:t>
            </a:r>
            <a:r>
              <a:rPr sz="2700" spc="-675" baseline="-26234" dirty="0">
                <a:latin typeface="Arial MT"/>
                <a:cs typeface="Arial MT"/>
              </a:rPr>
              <a:t>r</a:t>
            </a:r>
            <a:r>
              <a:rPr sz="1800" spc="-160" dirty="0">
                <a:solidFill>
                  <a:srgbClr val="FF0000"/>
                </a:solidFill>
                <a:latin typeface="Calibri"/>
                <a:cs typeface="Calibri"/>
              </a:rPr>
              <a:t>t</a:t>
            </a:r>
            <a:r>
              <a:rPr sz="2700" spc="-667" baseline="-26234" dirty="0">
                <a:latin typeface="Arial MT"/>
                <a:cs typeface="Arial MT"/>
              </a:rPr>
              <a:t>e</a:t>
            </a:r>
            <a:r>
              <a:rPr sz="1800" spc="-459" dirty="0">
                <a:solidFill>
                  <a:srgbClr val="FF0000"/>
                </a:solidFill>
                <a:latin typeface="Calibri"/>
                <a:cs typeface="Calibri"/>
              </a:rPr>
              <a:t>=</a:t>
            </a:r>
            <a:r>
              <a:rPr sz="2700" baseline="-26234" dirty="0">
                <a:latin typeface="Arial MT"/>
                <a:cs typeface="Arial MT"/>
              </a:rPr>
              <a:t>:</a:t>
            </a:r>
            <a:r>
              <a:rPr sz="2700" spc="-209" baseline="-26234" dirty="0">
                <a:latin typeface="Arial MT"/>
                <a:cs typeface="Arial MT"/>
              </a:rPr>
              <a:t> </a:t>
            </a:r>
            <a:r>
              <a:rPr sz="1800" spc="-5" dirty="0">
                <a:solidFill>
                  <a:srgbClr val="FF0000"/>
                </a:solidFill>
                <a:latin typeface="Calibri"/>
                <a:cs typeface="Calibri"/>
              </a:rPr>
              <a:t>'bar'</a:t>
            </a:r>
            <a:endParaRPr sz="1800">
              <a:latin typeface="Calibri"/>
              <a:cs typeface="Calibri"/>
            </a:endParaRPr>
          </a:p>
          <a:p>
            <a:pPr marL="29845">
              <a:lnSpc>
                <a:spcPct val="100000"/>
              </a:lnSpc>
            </a:pPr>
            <a:r>
              <a:rPr sz="1800" spc="-5" dirty="0">
                <a:solidFill>
                  <a:srgbClr val="FF0000"/>
                </a:solidFill>
                <a:latin typeface="Calibri"/>
                <a:cs typeface="Calibri"/>
              </a:rPr>
              <a:t>&gt;&gt;&gt;</a:t>
            </a:r>
            <a:r>
              <a:rPr sz="1800" spc="-30" dirty="0">
                <a:solidFill>
                  <a:srgbClr val="FF0000"/>
                </a:solidFill>
                <a:latin typeface="Calibri"/>
                <a:cs typeface="Calibri"/>
              </a:rPr>
              <a:t> </a:t>
            </a:r>
            <a:r>
              <a:rPr sz="1800" dirty="0">
                <a:solidFill>
                  <a:srgbClr val="FF0000"/>
                </a:solidFill>
                <a:latin typeface="Calibri"/>
                <a:cs typeface="Calibri"/>
              </a:rPr>
              <a:t>u</a:t>
            </a:r>
            <a:r>
              <a:rPr sz="1800" spc="-25" dirty="0">
                <a:solidFill>
                  <a:srgbClr val="FF0000"/>
                </a:solidFill>
                <a:latin typeface="Calibri"/>
                <a:cs typeface="Calibri"/>
              </a:rPr>
              <a:t> </a:t>
            </a:r>
            <a:r>
              <a:rPr sz="1800" dirty="0">
                <a:solidFill>
                  <a:srgbClr val="FF0000"/>
                </a:solidFill>
                <a:latin typeface="Calibri"/>
                <a:cs typeface="Calibri"/>
              </a:rPr>
              <a:t>=</a:t>
            </a:r>
            <a:r>
              <a:rPr sz="1800" spc="-25" dirty="0">
                <a:solidFill>
                  <a:srgbClr val="FF0000"/>
                </a:solidFill>
                <a:latin typeface="Calibri"/>
                <a:cs typeface="Calibri"/>
              </a:rPr>
              <a:t> </a:t>
            </a:r>
            <a:r>
              <a:rPr sz="1800" spc="-5" dirty="0">
                <a:solidFill>
                  <a:srgbClr val="FF0000"/>
                </a:solidFill>
                <a:latin typeface="Calibri"/>
                <a:cs typeface="Calibri"/>
              </a:rPr>
              <a:t>'baz'</a:t>
            </a:r>
            <a:endParaRPr sz="1800">
              <a:latin typeface="Calibri"/>
              <a:cs typeface="Calibri"/>
            </a:endParaRPr>
          </a:p>
          <a:p>
            <a:pPr marL="29845" marR="6823709">
              <a:lnSpc>
                <a:spcPct val="100000"/>
              </a:lnSpc>
            </a:pPr>
            <a:r>
              <a:rPr sz="1800" spc="-5" dirty="0">
                <a:solidFill>
                  <a:srgbClr val="FF0000"/>
                </a:solidFill>
                <a:latin typeface="Calibri"/>
                <a:cs typeface="Calibri"/>
              </a:rPr>
              <a:t>&gt;&gt;&gt;</a:t>
            </a:r>
            <a:r>
              <a:rPr sz="1800" spc="-40" dirty="0">
                <a:solidFill>
                  <a:srgbClr val="FF0000"/>
                </a:solidFill>
                <a:latin typeface="Calibri"/>
                <a:cs typeface="Calibri"/>
              </a:rPr>
              <a:t> </a:t>
            </a:r>
            <a:r>
              <a:rPr sz="1800" dirty="0">
                <a:solidFill>
                  <a:srgbClr val="FF0000"/>
                </a:solidFill>
                <a:latin typeface="Calibri"/>
                <a:cs typeface="Calibri"/>
              </a:rPr>
              <a:t>s</a:t>
            </a:r>
            <a:r>
              <a:rPr sz="1800" spc="-35" dirty="0">
                <a:solidFill>
                  <a:srgbClr val="FF0000"/>
                </a:solidFill>
                <a:latin typeface="Calibri"/>
                <a:cs typeface="Calibri"/>
              </a:rPr>
              <a:t> </a:t>
            </a:r>
            <a:r>
              <a:rPr sz="1800" dirty="0">
                <a:solidFill>
                  <a:srgbClr val="FF0000"/>
                </a:solidFill>
                <a:latin typeface="Calibri"/>
                <a:cs typeface="Calibri"/>
              </a:rPr>
              <a:t>+</a:t>
            </a:r>
            <a:r>
              <a:rPr sz="1800" spc="-35" dirty="0">
                <a:solidFill>
                  <a:srgbClr val="FF0000"/>
                </a:solidFill>
                <a:latin typeface="Calibri"/>
                <a:cs typeface="Calibri"/>
              </a:rPr>
              <a:t> </a:t>
            </a:r>
            <a:r>
              <a:rPr sz="1800" dirty="0">
                <a:solidFill>
                  <a:srgbClr val="FF0000"/>
                </a:solidFill>
                <a:latin typeface="Calibri"/>
                <a:cs typeface="Calibri"/>
              </a:rPr>
              <a:t>t </a:t>
            </a:r>
            <a:r>
              <a:rPr sz="1800" spc="-390" dirty="0">
                <a:solidFill>
                  <a:srgbClr val="FF0000"/>
                </a:solidFill>
                <a:latin typeface="Calibri"/>
                <a:cs typeface="Calibri"/>
              </a:rPr>
              <a:t> </a:t>
            </a:r>
            <a:r>
              <a:rPr sz="1800" spc="-10" dirty="0">
                <a:solidFill>
                  <a:srgbClr val="FF0000"/>
                </a:solidFill>
                <a:latin typeface="Calibri"/>
                <a:cs typeface="Calibri"/>
              </a:rPr>
              <a:t>'foobar‘</a:t>
            </a:r>
            <a:endParaRPr sz="1800">
              <a:latin typeface="Calibri"/>
              <a:cs typeface="Calibri"/>
            </a:endParaRPr>
          </a:p>
          <a:p>
            <a:pPr marL="29845" marR="6487160">
              <a:lnSpc>
                <a:spcPct val="100000"/>
              </a:lnSpc>
            </a:pPr>
            <a:r>
              <a:rPr sz="1800" spc="-5" dirty="0">
                <a:solidFill>
                  <a:srgbClr val="FF0000"/>
                </a:solidFill>
                <a:latin typeface="Calibri"/>
                <a:cs typeface="Calibri"/>
              </a:rPr>
              <a:t>&gt;&gt;&gt;</a:t>
            </a:r>
            <a:r>
              <a:rPr sz="1800" spc="-25" dirty="0">
                <a:solidFill>
                  <a:srgbClr val="FF0000"/>
                </a:solidFill>
                <a:latin typeface="Calibri"/>
                <a:cs typeface="Calibri"/>
              </a:rPr>
              <a:t> </a:t>
            </a:r>
            <a:r>
              <a:rPr sz="1800" dirty="0">
                <a:solidFill>
                  <a:srgbClr val="FF0000"/>
                </a:solidFill>
                <a:latin typeface="Calibri"/>
                <a:cs typeface="Calibri"/>
              </a:rPr>
              <a:t>s</a:t>
            </a:r>
            <a:r>
              <a:rPr sz="1800" spc="-25" dirty="0">
                <a:solidFill>
                  <a:srgbClr val="FF0000"/>
                </a:solidFill>
                <a:latin typeface="Calibri"/>
                <a:cs typeface="Calibri"/>
              </a:rPr>
              <a:t> </a:t>
            </a:r>
            <a:r>
              <a:rPr sz="1800" dirty="0">
                <a:solidFill>
                  <a:srgbClr val="FF0000"/>
                </a:solidFill>
                <a:latin typeface="Calibri"/>
                <a:cs typeface="Calibri"/>
              </a:rPr>
              <a:t>+</a:t>
            </a:r>
            <a:r>
              <a:rPr sz="1800" spc="-25" dirty="0">
                <a:solidFill>
                  <a:srgbClr val="FF0000"/>
                </a:solidFill>
                <a:latin typeface="Calibri"/>
                <a:cs typeface="Calibri"/>
              </a:rPr>
              <a:t> </a:t>
            </a:r>
            <a:r>
              <a:rPr sz="1800" dirty="0">
                <a:solidFill>
                  <a:srgbClr val="FF0000"/>
                </a:solidFill>
                <a:latin typeface="Calibri"/>
                <a:cs typeface="Calibri"/>
              </a:rPr>
              <a:t>t</a:t>
            </a:r>
            <a:r>
              <a:rPr sz="1800" spc="-20" dirty="0">
                <a:solidFill>
                  <a:srgbClr val="FF0000"/>
                </a:solidFill>
                <a:latin typeface="Calibri"/>
                <a:cs typeface="Calibri"/>
              </a:rPr>
              <a:t> </a:t>
            </a:r>
            <a:r>
              <a:rPr sz="1800" dirty="0">
                <a:solidFill>
                  <a:srgbClr val="FF0000"/>
                </a:solidFill>
                <a:latin typeface="Calibri"/>
                <a:cs typeface="Calibri"/>
              </a:rPr>
              <a:t>+</a:t>
            </a:r>
            <a:r>
              <a:rPr sz="1800" spc="-25" dirty="0">
                <a:solidFill>
                  <a:srgbClr val="FF0000"/>
                </a:solidFill>
                <a:latin typeface="Calibri"/>
                <a:cs typeface="Calibri"/>
              </a:rPr>
              <a:t> </a:t>
            </a:r>
            <a:r>
              <a:rPr sz="1800" dirty="0">
                <a:solidFill>
                  <a:srgbClr val="FF0000"/>
                </a:solidFill>
                <a:latin typeface="Calibri"/>
                <a:cs typeface="Calibri"/>
              </a:rPr>
              <a:t>u </a:t>
            </a:r>
            <a:r>
              <a:rPr sz="1800" spc="-390" dirty="0">
                <a:solidFill>
                  <a:srgbClr val="FF0000"/>
                </a:solidFill>
                <a:latin typeface="Calibri"/>
                <a:cs typeface="Calibri"/>
              </a:rPr>
              <a:t> </a:t>
            </a:r>
            <a:r>
              <a:rPr sz="1800" spc="-10" dirty="0">
                <a:solidFill>
                  <a:srgbClr val="FF0000"/>
                </a:solidFill>
                <a:latin typeface="Calibri"/>
                <a:cs typeface="Calibri"/>
              </a:rPr>
              <a:t>'foobarbaz'</a:t>
            </a:r>
            <a:endParaRPr sz="1800">
              <a:latin typeface="Calibri"/>
              <a:cs typeface="Calibri"/>
            </a:endParaRPr>
          </a:p>
          <a:p>
            <a:pPr marL="29845" marR="5187315">
              <a:lnSpc>
                <a:spcPct val="100000"/>
              </a:lnSpc>
            </a:pPr>
            <a:r>
              <a:rPr sz="1800" spc="-5" dirty="0">
                <a:solidFill>
                  <a:srgbClr val="FF0000"/>
                </a:solidFill>
                <a:latin typeface="Calibri"/>
                <a:cs typeface="Calibri"/>
              </a:rPr>
              <a:t>&gt;&gt;&gt; </a:t>
            </a:r>
            <a:r>
              <a:rPr sz="1800" spc="-10" dirty="0">
                <a:solidFill>
                  <a:srgbClr val="FF0000"/>
                </a:solidFill>
                <a:latin typeface="Calibri"/>
                <a:cs typeface="Calibri"/>
              </a:rPr>
              <a:t>print('Go team' </a:t>
            </a:r>
            <a:r>
              <a:rPr sz="1800" dirty="0">
                <a:solidFill>
                  <a:srgbClr val="FF0000"/>
                </a:solidFill>
                <a:latin typeface="Calibri"/>
                <a:cs typeface="Calibri"/>
              </a:rPr>
              <a:t>+ </a:t>
            </a:r>
            <a:r>
              <a:rPr sz="1800" spc="-5" dirty="0">
                <a:solidFill>
                  <a:srgbClr val="FF0000"/>
                </a:solidFill>
                <a:latin typeface="Calibri"/>
                <a:cs typeface="Calibri"/>
              </a:rPr>
              <a:t>'!!!') </a:t>
            </a:r>
            <a:r>
              <a:rPr sz="1800" spc="-395" dirty="0">
                <a:solidFill>
                  <a:srgbClr val="FF0000"/>
                </a:solidFill>
                <a:latin typeface="Calibri"/>
                <a:cs typeface="Calibri"/>
              </a:rPr>
              <a:t> </a:t>
            </a:r>
            <a:r>
              <a:rPr sz="1800" spc="-5" dirty="0">
                <a:solidFill>
                  <a:srgbClr val="FF0000"/>
                </a:solidFill>
                <a:latin typeface="Calibri"/>
                <a:cs typeface="Calibri"/>
              </a:rPr>
              <a:t>Go</a:t>
            </a:r>
            <a:r>
              <a:rPr sz="1800" spc="-10" dirty="0">
                <a:solidFill>
                  <a:srgbClr val="FF0000"/>
                </a:solidFill>
                <a:latin typeface="Calibri"/>
                <a:cs typeface="Calibri"/>
              </a:rPr>
              <a:t> team!!!</a:t>
            </a:r>
            <a:endParaRPr sz="1800">
              <a:latin typeface="Calibri"/>
              <a:cs typeface="Calibri"/>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82625" y="483503"/>
            <a:ext cx="3599815" cy="513080"/>
          </a:xfrm>
          <a:prstGeom prst="rect">
            <a:avLst/>
          </a:prstGeom>
        </p:spPr>
        <p:txBody>
          <a:bodyPr vert="horz" wrap="square" lIns="0" tIns="12700" rIns="0" bIns="0" rtlCol="0">
            <a:spAutoFit/>
          </a:bodyPr>
          <a:lstStyle/>
          <a:p>
            <a:pPr marL="12700">
              <a:lnSpc>
                <a:spcPct val="100000"/>
              </a:lnSpc>
              <a:spcBef>
                <a:spcPts val="100"/>
              </a:spcBef>
            </a:pPr>
            <a:r>
              <a:rPr spc="240" dirty="0"/>
              <a:t>String</a:t>
            </a:r>
            <a:r>
              <a:rPr spc="65" dirty="0"/>
              <a:t> </a:t>
            </a:r>
            <a:r>
              <a:rPr spc="220" dirty="0"/>
              <a:t>Operators</a:t>
            </a:r>
          </a:p>
        </p:txBody>
      </p:sp>
      <p:sp>
        <p:nvSpPr>
          <p:cNvPr id="3" name="object 3"/>
          <p:cNvSpPr txBox="1"/>
          <p:nvPr/>
        </p:nvSpPr>
        <p:spPr>
          <a:xfrm>
            <a:off x="682625" y="1291536"/>
            <a:ext cx="7415530" cy="3211195"/>
          </a:xfrm>
          <a:prstGeom prst="rect">
            <a:avLst/>
          </a:prstGeom>
        </p:spPr>
        <p:txBody>
          <a:bodyPr vert="horz" wrap="square" lIns="0" tIns="59055" rIns="0" bIns="0" rtlCol="0">
            <a:spAutoFit/>
          </a:bodyPr>
          <a:lstStyle/>
          <a:p>
            <a:pPr marL="184150" indent="-140335">
              <a:lnSpc>
                <a:spcPct val="100000"/>
              </a:lnSpc>
              <a:spcBef>
                <a:spcPts val="465"/>
              </a:spcBef>
              <a:buChar char="•"/>
              <a:tabLst>
                <a:tab pos="184150" algn="l"/>
              </a:tabLst>
            </a:pPr>
            <a:r>
              <a:rPr sz="1650" b="1" spc="5" dirty="0">
                <a:latin typeface="Arial"/>
                <a:cs typeface="Arial"/>
              </a:rPr>
              <a:t>The</a:t>
            </a:r>
            <a:r>
              <a:rPr sz="1650" b="1" dirty="0">
                <a:latin typeface="Arial"/>
                <a:cs typeface="Arial"/>
              </a:rPr>
              <a:t> </a:t>
            </a:r>
            <a:r>
              <a:rPr sz="1650" b="1" spc="5" dirty="0">
                <a:latin typeface="Arial"/>
                <a:cs typeface="Arial"/>
              </a:rPr>
              <a:t>*</a:t>
            </a:r>
            <a:r>
              <a:rPr sz="1650" b="1" dirty="0">
                <a:latin typeface="Arial"/>
                <a:cs typeface="Arial"/>
              </a:rPr>
              <a:t> operator</a:t>
            </a:r>
            <a:r>
              <a:rPr sz="1650" b="1" spc="5" dirty="0">
                <a:latin typeface="Arial"/>
                <a:cs typeface="Arial"/>
              </a:rPr>
              <a:t> </a:t>
            </a:r>
            <a:r>
              <a:rPr sz="1650" b="1" dirty="0">
                <a:latin typeface="Arial"/>
                <a:cs typeface="Arial"/>
              </a:rPr>
              <a:t>creates multiple</a:t>
            </a:r>
            <a:r>
              <a:rPr sz="1650" b="1" spc="5" dirty="0">
                <a:latin typeface="Arial"/>
                <a:cs typeface="Arial"/>
              </a:rPr>
              <a:t> </a:t>
            </a:r>
            <a:r>
              <a:rPr sz="1650" b="1" dirty="0">
                <a:latin typeface="Arial"/>
                <a:cs typeface="Arial"/>
              </a:rPr>
              <a:t>copies of </a:t>
            </a:r>
            <a:r>
              <a:rPr sz="1650" b="1" spc="5" dirty="0">
                <a:latin typeface="Arial"/>
                <a:cs typeface="Arial"/>
              </a:rPr>
              <a:t>a </a:t>
            </a:r>
            <a:r>
              <a:rPr sz="1650" b="1" dirty="0">
                <a:latin typeface="Arial"/>
                <a:cs typeface="Arial"/>
              </a:rPr>
              <a:t>string.</a:t>
            </a:r>
            <a:endParaRPr sz="1650">
              <a:latin typeface="Arial"/>
              <a:cs typeface="Arial"/>
            </a:endParaRPr>
          </a:p>
          <a:p>
            <a:pPr marL="184150" marR="5080" indent="-140335">
              <a:lnSpc>
                <a:spcPts val="1600"/>
              </a:lnSpc>
              <a:spcBef>
                <a:spcPts val="735"/>
              </a:spcBef>
              <a:buChar char="•"/>
              <a:tabLst>
                <a:tab pos="184150" algn="l"/>
              </a:tabLst>
            </a:pPr>
            <a:r>
              <a:rPr sz="1650" dirty="0">
                <a:latin typeface="Arial MT"/>
                <a:cs typeface="Arial MT"/>
              </a:rPr>
              <a:t>If </a:t>
            </a:r>
            <a:r>
              <a:rPr sz="1650" spc="5" dirty="0">
                <a:latin typeface="Arial MT"/>
                <a:cs typeface="Arial MT"/>
              </a:rPr>
              <a:t>s</a:t>
            </a:r>
            <a:r>
              <a:rPr sz="1650" dirty="0">
                <a:latin typeface="Arial MT"/>
                <a:cs typeface="Arial MT"/>
              </a:rPr>
              <a:t> is</a:t>
            </a:r>
            <a:r>
              <a:rPr sz="1650" spc="5" dirty="0">
                <a:latin typeface="Arial MT"/>
                <a:cs typeface="Arial MT"/>
              </a:rPr>
              <a:t> a</a:t>
            </a:r>
            <a:r>
              <a:rPr sz="1650" dirty="0">
                <a:latin typeface="Arial MT"/>
                <a:cs typeface="Arial MT"/>
              </a:rPr>
              <a:t> </a:t>
            </a:r>
            <a:r>
              <a:rPr sz="1650" spc="5" dirty="0">
                <a:latin typeface="Arial MT"/>
                <a:cs typeface="Arial MT"/>
              </a:rPr>
              <a:t>string</a:t>
            </a:r>
            <a:r>
              <a:rPr sz="1650" dirty="0">
                <a:latin typeface="Arial MT"/>
                <a:cs typeface="Arial MT"/>
              </a:rPr>
              <a:t> </a:t>
            </a:r>
            <a:r>
              <a:rPr sz="1650" spc="5" dirty="0">
                <a:latin typeface="Arial MT"/>
                <a:cs typeface="Arial MT"/>
              </a:rPr>
              <a:t>and n</a:t>
            </a:r>
            <a:r>
              <a:rPr sz="1650" dirty="0">
                <a:latin typeface="Arial MT"/>
                <a:cs typeface="Arial MT"/>
              </a:rPr>
              <a:t> is</a:t>
            </a:r>
            <a:r>
              <a:rPr sz="1650" spc="5" dirty="0">
                <a:latin typeface="Arial MT"/>
                <a:cs typeface="Arial MT"/>
              </a:rPr>
              <a:t> an</a:t>
            </a:r>
            <a:r>
              <a:rPr sz="1650" dirty="0">
                <a:latin typeface="Arial MT"/>
                <a:cs typeface="Arial MT"/>
              </a:rPr>
              <a:t> </a:t>
            </a:r>
            <a:r>
              <a:rPr sz="1650" spc="-10" dirty="0">
                <a:latin typeface="Arial MT"/>
                <a:cs typeface="Arial MT"/>
              </a:rPr>
              <a:t>integer,</a:t>
            </a:r>
            <a:r>
              <a:rPr sz="1650" dirty="0">
                <a:latin typeface="Arial MT"/>
                <a:cs typeface="Arial MT"/>
              </a:rPr>
              <a:t> either</a:t>
            </a:r>
            <a:r>
              <a:rPr sz="1650" spc="5" dirty="0">
                <a:latin typeface="Arial MT"/>
                <a:cs typeface="Arial MT"/>
              </a:rPr>
              <a:t> </a:t>
            </a:r>
            <a:r>
              <a:rPr sz="1650" dirty="0">
                <a:latin typeface="Arial MT"/>
                <a:cs typeface="Arial MT"/>
              </a:rPr>
              <a:t>of the</a:t>
            </a:r>
            <a:r>
              <a:rPr sz="1650" spc="5" dirty="0">
                <a:latin typeface="Arial MT"/>
                <a:cs typeface="Arial MT"/>
              </a:rPr>
              <a:t> </a:t>
            </a:r>
            <a:r>
              <a:rPr sz="1650" dirty="0">
                <a:latin typeface="Arial MT"/>
                <a:cs typeface="Arial MT"/>
              </a:rPr>
              <a:t>following expressions </a:t>
            </a:r>
            <a:r>
              <a:rPr sz="1650" spc="5" dirty="0">
                <a:latin typeface="Arial MT"/>
                <a:cs typeface="Arial MT"/>
              </a:rPr>
              <a:t>returns a </a:t>
            </a:r>
            <a:r>
              <a:rPr sz="1650" spc="-445" dirty="0">
                <a:latin typeface="Arial MT"/>
                <a:cs typeface="Arial MT"/>
              </a:rPr>
              <a:t> </a:t>
            </a:r>
            <a:r>
              <a:rPr sz="1650" spc="5" dirty="0">
                <a:latin typeface="Arial MT"/>
                <a:cs typeface="Arial MT"/>
              </a:rPr>
              <a:t>string</a:t>
            </a:r>
            <a:r>
              <a:rPr sz="1650" spc="-5" dirty="0">
                <a:latin typeface="Arial MT"/>
                <a:cs typeface="Arial MT"/>
              </a:rPr>
              <a:t> </a:t>
            </a:r>
            <a:r>
              <a:rPr sz="1650" spc="5" dirty="0">
                <a:latin typeface="Arial MT"/>
                <a:cs typeface="Arial MT"/>
              </a:rPr>
              <a:t>consisting</a:t>
            </a:r>
            <a:r>
              <a:rPr sz="1650" dirty="0">
                <a:latin typeface="Arial MT"/>
                <a:cs typeface="Arial MT"/>
              </a:rPr>
              <a:t> of </a:t>
            </a:r>
            <a:r>
              <a:rPr sz="1650" spc="5" dirty="0">
                <a:latin typeface="Arial MT"/>
                <a:cs typeface="Arial MT"/>
              </a:rPr>
              <a:t>n</a:t>
            </a:r>
            <a:r>
              <a:rPr sz="1650" dirty="0">
                <a:latin typeface="Arial MT"/>
                <a:cs typeface="Arial MT"/>
              </a:rPr>
              <a:t> </a:t>
            </a:r>
            <a:r>
              <a:rPr sz="1650" spc="5" dirty="0">
                <a:latin typeface="Arial MT"/>
                <a:cs typeface="Arial MT"/>
              </a:rPr>
              <a:t>concatenated</a:t>
            </a:r>
            <a:r>
              <a:rPr sz="1650" dirty="0">
                <a:latin typeface="Arial MT"/>
                <a:cs typeface="Arial MT"/>
              </a:rPr>
              <a:t> </a:t>
            </a:r>
            <a:r>
              <a:rPr sz="1650" spc="5" dirty="0">
                <a:latin typeface="Arial MT"/>
                <a:cs typeface="Arial MT"/>
              </a:rPr>
              <a:t>copies</a:t>
            </a:r>
            <a:r>
              <a:rPr sz="1650" dirty="0">
                <a:latin typeface="Arial MT"/>
                <a:cs typeface="Arial MT"/>
              </a:rPr>
              <a:t> of </a:t>
            </a:r>
            <a:r>
              <a:rPr sz="1650" spc="5" dirty="0">
                <a:latin typeface="Arial MT"/>
                <a:cs typeface="Arial MT"/>
              </a:rPr>
              <a:t>s:</a:t>
            </a:r>
            <a:endParaRPr sz="1650">
              <a:latin typeface="Arial MT"/>
              <a:cs typeface="Arial MT"/>
            </a:endParaRPr>
          </a:p>
          <a:p>
            <a:pPr marL="3677920" marR="3306445">
              <a:lnSpc>
                <a:spcPct val="118600"/>
              </a:lnSpc>
              <a:spcBef>
                <a:spcPts val="10"/>
              </a:spcBef>
            </a:pPr>
            <a:r>
              <a:rPr sz="1650" spc="5" dirty="0">
                <a:latin typeface="Arial MT"/>
                <a:cs typeface="Arial MT"/>
              </a:rPr>
              <a:t>s</a:t>
            </a:r>
            <a:r>
              <a:rPr sz="1650" spc="-50" dirty="0">
                <a:latin typeface="Arial MT"/>
                <a:cs typeface="Arial MT"/>
              </a:rPr>
              <a:t> </a:t>
            </a:r>
            <a:r>
              <a:rPr sz="1650" spc="5" dirty="0">
                <a:latin typeface="Arial MT"/>
                <a:cs typeface="Arial MT"/>
              </a:rPr>
              <a:t>*</a:t>
            </a:r>
            <a:r>
              <a:rPr sz="1650" spc="-45" dirty="0">
                <a:latin typeface="Arial MT"/>
                <a:cs typeface="Arial MT"/>
              </a:rPr>
              <a:t> </a:t>
            </a:r>
            <a:r>
              <a:rPr sz="1650" spc="5" dirty="0">
                <a:latin typeface="Arial MT"/>
                <a:cs typeface="Arial MT"/>
              </a:rPr>
              <a:t>n </a:t>
            </a:r>
            <a:r>
              <a:rPr sz="1650" spc="-440" dirty="0">
                <a:latin typeface="Arial MT"/>
                <a:cs typeface="Arial MT"/>
              </a:rPr>
              <a:t> </a:t>
            </a:r>
            <a:r>
              <a:rPr sz="1650" spc="5" dirty="0">
                <a:latin typeface="Arial MT"/>
                <a:cs typeface="Arial MT"/>
              </a:rPr>
              <a:t>n</a:t>
            </a:r>
            <a:r>
              <a:rPr sz="1650" spc="-50" dirty="0">
                <a:latin typeface="Arial MT"/>
                <a:cs typeface="Arial MT"/>
              </a:rPr>
              <a:t> </a:t>
            </a:r>
            <a:r>
              <a:rPr sz="1650" spc="5" dirty="0">
                <a:latin typeface="Arial MT"/>
                <a:cs typeface="Arial MT"/>
              </a:rPr>
              <a:t>*</a:t>
            </a:r>
            <a:r>
              <a:rPr sz="1650" spc="-45" dirty="0">
                <a:latin typeface="Arial MT"/>
                <a:cs typeface="Arial MT"/>
              </a:rPr>
              <a:t> </a:t>
            </a:r>
            <a:r>
              <a:rPr sz="1650" spc="5" dirty="0">
                <a:latin typeface="Arial MT"/>
                <a:cs typeface="Arial MT"/>
              </a:rPr>
              <a:t>s</a:t>
            </a:r>
            <a:endParaRPr sz="1650">
              <a:latin typeface="Arial MT"/>
              <a:cs typeface="Arial MT"/>
            </a:endParaRPr>
          </a:p>
          <a:p>
            <a:pPr marL="184150" indent="-140335">
              <a:lnSpc>
                <a:spcPct val="100000"/>
              </a:lnSpc>
              <a:spcBef>
                <a:spcPts val="370"/>
              </a:spcBef>
              <a:buChar char="•"/>
              <a:tabLst>
                <a:tab pos="184150" algn="l"/>
              </a:tabLst>
            </a:pPr>
            <a:r>
              <a:rPr sz="1650" dirty="0">
                <a:latin typeface="Arial MT"/>
                <a:cs typeface="Arial MT"/>
              </a:rPr>
              <a:t>Example:</a:t>
            </a:r>
            <a:endParaRPr sz="1650">
              <a:latin typeface="Arial MT"/>
              <a:cs typeface="Arial MT"/>
            </a:endParaRPr>
          </a:p>
          <a:p>
            <a:pPr marL="12700">
              <a:lnSpc>
                <a:spcPct val="100000"/>
              </a:lnSpc>
              <a:spcBef>
                <a:spcPts val="370"/>
              </a:spcBef>
            </a:pPr>
            <a:r>
              <a:rPr sz="1650" spc="5" dirty="0">
                <a:solidFill>
                  <a:srgbClr val="FF0000"/>
                </a:solidFill>
                <a:latin typeface="Arial MT"/>
                <a:cs typeface="Arial MT"/>
              </a:rPr>
              <a:t>&gt;&gt;&gt;</a:t>
            </a:r>
            <a:r>
              <a:rPr sz="1650" spc="-30" dirty="0">
                <a:solidFill>
                  <a:srgbClr val="FF0000"/>
                </a:solidFill>
                <a:latin typeface="Arial MT"/>
                <a:cs typeface="Arial MT"/>
              </a:rPr>
              <a:t> </a:t>
            </a:r>
            <a:r>
              <a:rPr sz="1650" spc="5" dirty="0">
                <a:solidFill>
                  <a:srgbClr val="FF0000"/>
                </a:solidFill>
                <a:latin typeface="Arial MT"/>
                <a:cs typeface="Arial MT"/>
              </a:rPr>
              <a:t>s</a:t>
            </a:r>
            <a:r>
              <a:rPr sz="1650" spc="-20" dirty="0">
                <a:solidFill>
                  <a:srgbClr val="FF0000"/>
                </a:solidFill>
                <a:latin typeface="Arial MT"/>
                <a:cs typeface="Arial MT"/>
              </a:rPr>
              <a:t> </a:t>
            </a:r>
            <a:r>
              <a:rPr sz="1650" spc="5" dirty="0">
                <a:solidFill>
                  <a:srgbClr val="FF0000"/>
                </a:solidFill>
                <a:latin typeface="Arial MT"/>
                <a:cs typeface="Arial MT"/>
              </a:rPr>
              <a:t>=</a:t>
            </a:r>
            <a:r>
              <a:rPr sz="1650" spc="-30" dirty="0">
                <a:solidFill>
                  <a:srgbClr val="FF0000"/>
                </a:solidFill>
                <a:latin typeface="Arial MT"/>
                <a:cs typeface="Arial MT"/>
              </a:rPr>
              <a:t> </a:t>
            </a:r>
            <a:r>
              <a:rPr sz="1650" dirty="0">
                <a:solidFill>
                  <a:srgbClr val="FF0000"/>
                </a:solidFill>
                <a:latin typeface="Arial MT"/>
                <a:cs typeface="Arial MT"/>
              </a:rPr>
              <a:t>'foo.'</a:t>
            </a:r>
            <a:endParaRPr sz="1650">
              <a:latin typeface="Arial MT"/>
              <a:cs typeface="Arial MT"/>
            </a:endParaRPr>
          </a:p>
          <a:p>
            <a:pPr marL="12700" marR="5906770">
              <a:lnSpc>
                <a:spcPct val="118600"/>
              </a:lnSpc>
            </a:pPr>
            <a:r>
              <a:rPr sz="1650" spc="5" dirty="0">
                <a:solidFill>
                  <a:srgbClr val="FF0000"/>
                </a:solidFill>
                <a:latin typeface="Arial MT"/>
                <a:cs typeface="Arial MT"/>
              </a:rPr>
              <a:t>&gt;&gt;&gt; s * 4 </a:t>
            </a:r>
            <a:r>
              <a:rPr sz="1650" spc="10" dirty="0">
                <a:solidFill>
                  <a:srgbClr val="FF0000"/>
                </a:solidFill>
                <a:latin typeface="Arial MT"/>
                <a:cs typeface="Arial MT"/>
              </a:rPr>
              <a:t> </a:t>
            </a:r>
            <a:r>
              <a:rPr sz="1650" dirty="0">
                <a:solidFill>
                  <a:srgbClr val="FF0000"/>
                </a:solidFill>
                <a:latin typeface="Arial MT"/>
                <a:cs typeface="Arial MT"/>
              </a:rPr>
              <a:t>'foo.foo.foo.foo.'</a:t>
            </a:r>
            <a:endParaRPr sz="1650">
              <a:latin typeface="Arial MT"/>
              <a:cs typeface="Arial MT"/>
            </a:endParaRPr>
          </a:p>
          <a:p>
            <a:pPr marL="12700" marR="5906770">
              <a:lnSpc>
                <a:spcPct val="118600"/>
              </a:lnSpc>
            </a:pPr>
            <a:r>
              <a:rPr sz="1650" spc="5" dirty="0">
                <a:solidFill>
                  <a:srgbClr val="FF0000"/>
                </a:solidFill>
                <a:latin typeface="Arial MT"/>
                <a:cs typeface="Arial MT"/>
              </a:rPr>
              <a:t>&gt;&gt;&gt; 4 * s </a:t>
            </a:r>
            <a:r>
              <a:rPr sz="1650" spc="10" dirty="0">
                <a:solidFill>
                  <a:srgbClr val="FF0000"/>
                </a:solidFill>
                <a:latin typeface="Arial MT"/>
                <a:cs typeface="Arial MT"/>
              </a:rPr>
              <a:t> </a:t>
            </a:r>
            <a:r>
              <a:rPr sz="1650" dirty="0">
                <a:solidFill>
                  <a:srgbClr val="FF0000"/>
                </a:solidFill>
                <a:latin typeface="Arial MT"/>
                <a:cs typeface="Arial MT"/>
              </a:rPr>
              <a:t>'foo.foo.foo.foo.'</a:t>
            </a:r>
            <a:endParaRPr sz="1650">
              <a:latin typeface="Arial MT"/>
              <a:cs typeface="Arial MT"/>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82625" y="483503"/>
            <a:ext cx="3599815" cy="513080"/>
          </a:xfrm>
          <a:prstGeom prst="rect">
            <a:avLst/>
          </a:prstGeom>
        </p:spPr>
        <p:txBody>
          <a:bodyPr vert="horz" wrap="square" lIns="0" tIns="12700" rIns="0" bIns="0" rtlCol="0">
            <a:spAutoFit/>
          </a:bodyPr>
          <a:lstStyle/>
          <a:p>
            <a:pPr marL="12700">
              <a:lnSpc>
                <a:spcPct val="100000"/>
              </a:lnSpc>
              <a:spcBef>
                <a:spcPts val="100"/>
              </a:spcBef>
            </a:pPr>
            <a:r>
              <a:rPr spc="240" dirty="0"/>
              <a:t>String</a:t>
            </a:r>
            <a:r>
              <a:rPr spc="65" dirty="0"/>
              <a:t> </a:t>
            </a:r>
            <a:r>
              <a:rPr spc="220" dirty="0"/>
              <a:t>Operators</a:t>
            </a:r>
          </a:p>
        </p:txBody>
      </p:sp>
      <p:sp>
        <p:nvSpPr>
          <p:cNvPr id="3" name="object 3"/>
          <p:cNvSpPr txBox="1"/>
          <p:nvPr/>
        </p:nvSpPr>
        <p:spPr>
          <a:xfrm>
            <a:off x="682625" y="1413603"/>
            <a:ext cx="7750175" cy="2020570"/>
          </a:xfrm>
          <a:prstGeom prst="rect">
            <a:avLst/>
          </a:prstGeom>
        </p:spPr>
        <p:txBody>
          <a:bodyPr vert="horz" wrap="square" lIns="0" tIns="0" rIns="0" bIns="0" rtlCol="0">
            <a:spAutoFit/>
          </a:bodyPr>
          <a:lstStyle/>
          <a:p>
            <a:pPr marL="184785" indent="-126364">
              <a:lnSpc>
                <a:spcPts val="2855"/>
              </a:lnSpc>
              <a:buSzPct val="150000"/>
              <a:buChar char="•"/>
              <a:tabLst>
                <a:tab pos="185420" algn="l"/>
              </a:tabLst>
            </a:pPr>
            <a:r>
              <a:rPr sz="1800" spc="-5" dirty="0">
                <a:latin typeface="Arial MT"/>
                <a:cs typeface="Arial MT"/>
              </a:rPr>
              <a:t>The</a:t>
            </a:r>
            <a:r>
              <a:rPr sz="1800" spc="-15" dirty="0">
                <a:latin typeface="Arial MT"/>
                <a:cs typeface="Arial MT"/>
              </a:rPr>
              <a:t> </a:t>
            </a:r>
            <a:r>
              <a:rPr sz="1800" dirty="0">
                <a:latin typeface="Arial MT"/>
                <a:cs typeface="Arial MT"/>
              </a:rPr>
              <a:t>multiplier</a:t>
            </a:r>
            <a:r>
              <a:rPr sz="1800" spc="-10" dirty="0">
                <a:latin typeface="Arial MT"/>
                <a:cs typeface="Arial MT"/>
              </a:rPr>
              <a:t> </a:t>
            </a:r>
            <a:r>
              <a:rPr sz="1800" spc="-5" dirty="0">
                <a:latin typeface="Arial MT"/>
                <a:cs typeface="Arial MT"/>
              </a:rPr>
              <a:t>operand</a:t>
            </a:r>
            <a:r>
              <a:rPr sz="1800" spc="-10" dirty="0">
                <a:latin typeface="Arial MT"/>
                <a:cs typeface="Arial MT"/>
              </a:rPr>
              <a:t> </a:t>
            </a:r>
            <a:r>
              <a:rPr sz="1800" dirty="0">
                <a:latin typeface="Arial MT"/>
                <a:cs typeface="Arial MT"/>
              </a:rPr>
              <a:t>n</a:t>
            </a:r>
            <a:r>
              <a:rPr sz="1800" spc="-10" dirty="0">
                <a:latin typeface="Arial MT"/>
                <a:cs typeface="Arial MT"/>
              </a:rPr>
              <a:t> </a:t>
            </a:r>
            <a:r>
              <a:rPr sz="1800" dirty="0">
                <a:latin typeface="Arial MT"/>
                <a:cs typeface="Arial MT"/>
              </a:rPr>
              <a:t>must</a:t>
            </a:r>
            <a:r>
              <a:rPr sz="1800" spc="-15" dirty="0">
                <a:latin typeface="Arial MT"/>
                <a:cs typeface="Arial MT"/>
              </a:rPr>
              <a:t> </a:t>
            </a:r>
            <a:r>
              <a:rPr sz="1800" spc="-5" dirty="0">
                <a:latin typeface="Arial MT"/>
                <a:cs typeface="Arial MT"/>
              </a:rPr>
              <a:t>be</a:t>
            </a:r>
            <a:r>
              <a:rPr sz="1800" spc="-10" dirty="0">
                <a:latin typeface="Arial MT"/>
                <a:cs typeface="Arial MT"/>
              </a:rPr>
              <a:t> </a:t>
            </a:r>
            <a:r>
              <a:rPr sz="1800" spc="-5" dirty="0">
                <a:latin typeface="Arial MT"/>
                <a:cs typeface="Arial MT"/>
              </a:rPr>
              <a:t>an</a:t>
            </a:r>
            <a:r>
              <a:rPr sz="1800" spc="-10" dirty="0">
                <a:latin typeface="Arial MT"/>
                <a:cs typeface="Arial MT"/>
              </a:rPr>
              <a:t> </a:t>
            </a:r>
            <a:r>
              <a:rPr sz="1800" spc="-20" dirty="0">
                <a:latin typeface="Arial MT"/>
                <a:cs typeface="Arial MT"/>
              </a:rPr>
              <a:t>integer.</a:t>
            </a:r>
            <a:endParaRPr sz="1800">
              <a:latin typeface="Arial MT"/>
              <a:cs typeface="Arial MT"/>
            </a:endParaRPr>
          </a:p>
          <a:p>
            <a:pPr marL="184785" indent="-126364">
              <a:lnSpc>
                <a:spcPct val="100000"/>
              </a:lnSpc>
              <a:spcBef>
                <a:spcPts val="414"/>
              </a:spcBef>
              <a:buSzPct val="150000"/>
              <a:buChar char="•"/>
              <a:tabLst>
                <a:tab pos="185420" algn="l"/>
              </a:tabLst>
            </a:pPr>
            <a:r>
              <a:rPr sz="1800" spc="-5" dirty="0">
                <a:latin typeface="Arial MT"/>
                <a:cs typeface="Arial MT"/>
              </a:rPr>
              <a:t>It</a:t>
            </a:r>
            <a:r>
              <a:rPr sz="1800" spc="-10" dirty="0">
                <a:latin typeface="Arial MT"/>
                <a:cs typeface="Arial MT"/>
              </a:rPr>
              <a:t> </a:t>
            </a:r>
            <a:r>
              <a:rPr sz="1800" dirty="0">
                <a:latin typeface="Arial MT"/>
                <a:cs typeface="Arial MT"/>
              </a:rPr>
              <a:t>can</a:t>
            </a:r>
            <a:r>
              <a:rPr sz="1800" spc="-10" dirty="0">
                <a:latin typeface="Arial MT"/>
                <a:cs typeface="Arial MT"/>
              </a:rPr>
              <a:t> </a:t>
            </a:r>
            <a:r>
              <a:rPr sz="1800" spc="-5" dirty="0">
                <a:latin typeface="Arial MT"/>
                <a:cs typeface="Arial MT"/>
              </a:rPr>
              <a:t>even be</a:t>
            </a:r>
            <a:r>
              <a:rPr sz="1800" spc="-10" dirty="0">
                <a:latin typeface="Arial MT"/>
                <a:cs typeface="Arial MT"/>
              </a:rPr>
              <a:t> </a:t>
            </a:r>
            <a:r>
              <a:rPr sz="1800" dirty="0">
                <a:latin typeface="Arial MT"/>
                <a:cs typeface="Arial MT"/>
              </a:rPr>
              <a:t>zero</a:t>
            </a:r>
            <a:r>
              <a:rPr sz="1800" spc="-5" dirty="0">
                <a:latin typeface="Arial MT"/>
                <a:cs typeface="Arial MT"/>
              </a:rPr>
              <a:t> or</a:t>
            </a:r>
            <a:r>
              <a:rPr sz="1800" spc="-10" dirty="0">
                <a:latin typeface="Arial MT"/>
                <a:cs typeface="Arial MT"/>
              </a:rPr>
              <a:t> </a:t>
            </a:r>
            <a:r>
              <a:rPr sz="1800" spc="-5" dirty="0">
                <a:latin typeface="Arial MT"/>
                <a:cs typeface="Arial MT"/>
              </a:rPr>
              <a:t>negative,</a:t>
            </a:r>
            <a:r>
              <a:rPr sz="1800" spc="-10" dirty="0">
                <a:latin typeface="Arial MT"/>
                <a:cs typeface="Arial MT"/>
              </a:rPr>
              <a:t> </a:t>
            </a:r>
            <a:r>
              <a:rPr sz="1800" spc="-5" dirty="0">
                <a:latin typeface="Arial MT"/>
                <a:cs typeface="Arial MT"/>
              </a:rPr>
              <a:t>in which</a:t>
            </a:r>
            <a:r>
              <a:rPr sz="1800" spc="-10" dirty="0">
                <a:latin typeface="Arial MT"/>
                <a:cs typeface="Arial MT"/>
              </a:rPr>
              <a:t> </a:t>
            </a:r>
            <a:r>
              <a:rPr sz="1800" dirty="0">
                <a:latin typeface="Arial MT"/>
                <a:cs typeface="Arial MT"/>
              </a:rPr>
              <a:t>case</a:t>
            </a:r>
            <a:r>
              <a:rPr sz="1800" spc="-5" dirty="0">
                <a:latin typeface="Arial MT"/>
                <a:cs typeface="Arial MT"/>
              </a:rPr>
              <a:t> the</a:t>
            </a:r>
            <a:r>
              <a:rPr sz="1800" spc="-10" dirty="0">
                <a:latin typeface="Arial MT"/>
                <a:cs typeface="Arial MT"/>
              </a:rPr>
              <a:t> </a:t>
            </a:r>
            <a:r>
              <a:rPr sz="1800" dirty="0">
                <a:latin typeface="Arial MT"/>
                <a:cs typeface="Arial MT"/>
              </a:rPr>
              <a:t>result</a:t>
            </a:r>
            <a:r>
              <a:rPr sz="1800" spc="-5" dirty="0">
                <a:latin typeface="Arial MT"/>
                <a:cs typeface="Arial MT"/>
              </a:rPr>
              <a:t> is</a:t>
            </a:r>
            <a:r>
              <a:rPr sz="1800" spc="-10" dirty="0">
                <a:latin typeface="Arial MT"/>
                <a:cs typeface="Arial MT"/>
              </a:rPr>
              <a:t> </a:t>
            </a:r>
            <a:r>
              <a:rPr sz="1800" spc="-5" dirty="0">
                <a:latin typeface="Arial MT"/>
                <a:cs typeface="Arial MT"/>
              </a:rPr>
              <a:t>an</a:t>
            </a:r>
            <a:r>
              <a:rPr sz="1800" spc="-10" dirty="0">
                <a:latin typeface="Arial MT"/>
                <a:cs typeface="Arial MT"/>
              </a:rPr>
              <a:t> </a:t>
            </a:r>
            <a:r>
              <a:rPr sz="1800" spc="-5" dirty="0">
                <a:latin typeface="Arial MT"/>
                <a:cs typeface="Arial MT"/>
              </a:rPr>
              <a:t>empty </a:t>
            </a:r>
            <a:r>
              <a:rPr sz="1800" dirty="0">
                <a:latin typeface="Arial MT"/>
                <a:cs typeface="Arial MT"/>
              </a:rPr>
              <a:t>string:</a:t>
            </a:r>
            <a:endParaRPr sz="1800">
              <a:latin typeface="Arial MT"/>
              <a:cs typeface="Arial MT"/>
            </a:endParaRPr>
          </a:p>
          <a:p>
            <a:pPr marL="184785" indent="-126364">
              <a:lnSpc>
                <a:spcPct val="100000"/>
              </a:lnSpc>
              <a:spcBef>
                <a:spcPts val="409"/>
              </a:spcBef>
              <a:buSzPct val="150000"/>
              <a:buChar char="•"/>
              <a:tabLst>
                <a:tab pos="185420" algn="l"/>
              </a:tabLst>
            </a:pPr>
            <a:r>
              <a:rPr sz="1800" spc="-5" dirty="0">
                <a:latin typeface="Arial MT"/>
                <a:cs typeface="Arial MT"/>
              </a:rPr>
              <a:t>Example:</a:t>
            </a:r>
            <a:endParaRPr sz="1800">
              <a:latin typeface="Arial MT"/>
              <a:cs typeface="Arial MT"/>
            </a:endParaRPr>
          </a:p>
          <a:p>
            <a:pPr marL="12700" marR="6445250">
              <a:lnSpc>
                <a:spcPct val="124700"/>
              </a:lnSpc>
              <a:spcBef>
                <a:spcPts val="20"/>
              </a:spcBef>
            </a:pPr>
            <a:r>
              <a:rPr sz="1800" spc="-5" dirty="0">
                <a:solidFill>
                  <a:srgbClr val="FF0000"/>
                </a:solidFill>
                <a:latin typeface="Arial MT"/>
                <a:cs typeface="Arial MT"/>
              </a:rPr>
              <a:t>&gt;&gt;&gt;</a:t>
            </a:r>
            <a:r>
              <a:rPr sz="1800" spc="-35" dirty="0">
                <a:solidFill>
                  <a:srgbClr val="FF0000"/>
                </a:solidFill>
                <a:latin typeface="Arial MT"/>
                <a:cs typeface="Arial MT"/>
              </a:rPr>
              <a:t> </a:t>
            </a:r>
            <a:r>
              <a:rPr sz="1800" spc="-5" dirty="0">
                <a:solidFill>
                  <a:srgbClr val="FF0000"/>
                </a:solidFill>
                <a:latin typeface="Arial MT"/>
                <a:cs typeface="Arial MT"/>
              </a:rPr>
              <a:t>'foo'</a:t>
            </a:r>
            <a:r>
              <a:rPr sz="1800" spc="-35" dirty="0">
                <a:solidFill>
                  <a:srgbClr val="FF0000"/>
                </a:solidFill>
                <a:latin typeface="Arial MT"/>
                <a:cs typeface="Arial MT"/>
              </a:rPr>
              <a:t> </a:t>
            </a:r>
            <a:r>
              <a:rPr sz="1800" dirty="0">
                <a:solidFill>
                  <a:srgbClr val="FF0000"/>
                </a:solidFill>
                <a:latin typeface="Arial MT"/>
                <a:cs typeface="Arial MT"/>
              </a:rPr>
              <a:t>*</a:t>
            </a:r>
            <a:r>
              <a:rPr sz="1800" spc="-35" dirty="0">
                <a:solidFill>
                  <a:srgbClr val="FF0000"/>
                </a:solidFill>
                <a:latin typeface="Arial MT"/>
                <a:cs typeface="Arial MT"/>
              </a:rPr>
              <a:t> </a:t>
            </a:r>
            <a:r>
              <a:rPr sz="1800" dirty="0">
                <a:solidFill>
                  <a:srgbClr val="FF0000"/>
                </a:solidFill>
                <a:latin typeface="Arial MT"/>
                <a:cs typeface="Arial MT"/>
              </a:rPr>
              <a:t>-8 </a:t>
            </a:r>
            <a:r>
              <a:rPr sz="1800" spc="-484" dirty="0">
                <a:solidFill>
                  <a:srgbClr val="FF0000"/>
                </a:solidFill>
                <a:latin typeface="Arial MT"/>
                <a:cs typeface="Arial MT"/>
              </a:rPr>
              <a:t> </a:t>
            </a:r>
            <a:r>
              <a:rPr sz="1800" dirty="0">
                <a:solidFill>
                  <a:srgbClr val="FF0000"/>
                </a:solidFill>
                <a:latin typeface="Arial MT"/>
                <a:cs typeface="Arial MT"/>
              </a:rPr>
              <a:t>‘</a:t>
            </a:r>
            <a:r>
              <a:rPr sz="1800" spc="-15" dirty="0">
                <a:solidFill>
                  <a:srgbClr val="FF0000"/>
                </a:solidFill>
                <a:latin typeface="Arial MT"/>
                <a:cs typeface="Arial MT"/>
              </a:rPr>
              <a:t> </a:t>
            </a:r>
            <a:r>
              <a:rPr sz="1800" dirty="0">
                <a:solidFill>
                  <a:srgbClr val="FF0000"/>
                </a:solidFill>
                <a:latin typeface="Arial MT"/>
                <a:cs typeface="Arial MT"/>
              </a:rPr>
              <a:t>’</a:t>
            </a:r>
            <a:endParaRPr sz="1800">
              <a:latin typeface="Arial MT"/>
              <a:cs typeface="Arial MT"/>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82625" y="483503"/>
            <a:ext cx="3599815" cy="513080"/>
          </a:xfrm>
          <a:prstGeom prst="rect">
            <a:avLst/>
          </a:prstGeom>
        </p:spPr>
        <p:txBody>
          <a:bodyPr vert="horz" wrap="square" lIns="0" tIns="12700" rIns="0" bIns="0" rtlCol="0">
            <a:spAutoFit/>
          </a:bodyPr>
          <a:lstStyle/>
          <a:p>
            <a:pPr marL="12700">
              <a:lnSpc>
                <a:spcPct val="100000"/>
              </a:lnSpc>
              <a:spcBef>
                <a:spcPts val="100"/>
              </a:spcBef>
            </a:pPr>
            <a:r>
              <a:rPr spc="240" dirty="0"/>
              <a:t>String</a:t>
            </a:r>
            <a:r>
              <a:rPr spc="65" dirty="0"/>
              <a:t> </a:t>
            </a:r>
            <a:r>
              <a:rPr spc="220" dirty="0"/>
              <a:t>Operators</a:t>
            </a:r>
          </a:p>
        </p:txBody>
      </p:sp>
      <p:sp>
        <p:nvSpPr>
          <p:cNvPr id="3" name="object 3"/>
          <p:cNvSpPr txBox="1"/>
          <p:nvPr/>
        </p:nvSpPr>
        <p:spPr>
          <a:xfrm>
            <a:off x="682625" y="1286186"/>
            <a:ext cx="7266305" cy="3256279"/>
          </a:xfrm>
          <a:prstGeom prst="rect">
            <a:avLst/>
          </a:prstGeom>
        </p:spPr>
        <p:txBody>
          <a:bodyPr vert="horz" wrap="square" lIns="0" tIns="80645" rIns="0" bIns="0" rtlCol="0">
            <a:spAutoFit/>
          </a:bodyPr>
          <a:lstStyle/>
          <a:p>
            <a:pPr marL="184150" indent="-137795">
              <a:lnSpc>
                <a:spcPct val="100000"/>
              </a:lnSpc>
              <a:spcBef>
                <a:spcPts val="635"/>
              </a:spcBef>
              <a:buChar char="•"/>
              <a:tabLst>
                <a:tab pos="184150" algn="l"/>
              </a:tabLst>
            </a:pPr>
            <a:r>
              <a:rPr sz="1800" spc="-5" dirty="0">
                <a:latin typeface="Arial MT"/>
                <a:cs typeface="Arial MT"/>
              </a:rPr>
              <a:t>The</a:t>
            </a:r>
            <a:r>
              <a:rPr sz="1800" spc="-25" dirty="0">
                <a:latin typeface="Arial MT"/>
                <a:cs typeface="Arial MT"/>
              </a:rPr>
              <a:t> </a:t>
            </a:r>
            <a:r>
              <a:rPr sz="1800" b="1" spc="-5" dirty="0">
                <a:latin typeface="Arial"/>
                <a:cs typeface="Arial"/>
              </a:rPr>
              <a:t>in</a:t>
            </a:r>
            <a:r>
              <a:rPr sz="1800" b="1" spc="-30" dirty="0">
                <a:latin typeface="Arial"/>
                <a:cs typeface="Arial"/>
              </a:rPr>
              <a:t> </a:t>
            </a:r>
            <a:r>
              <a:rPr sz="1800" spc="-5" dirty="0">
                <a:latin typeface="Arial MT"/>
                <a:cs typeface="Arial MT"/>
              </a:rPr>
              <a:t>Operator</a:t>
            </a:r>
            <a:endParaRPr sz="1800">
              <a:latin typeface="Arial MT"/>
              <a:cs typeface="Arial MT"/>
            </a:endParaRPr>
          </a:p>
          <a:p>
            <a:pPr marL="184150" marR="127000" indent="-137795">
              <a:lnSpc>
                <a:spcPts val="1939"/>
              </a:lnSpc>
              <a:spcBef>
                <a:spcPts val="780"/>
              </a:spcBef>
              <a:buChar char="•"/>
              <a:tabLst>
                <a:tab pos="184150" algn="l"/>
              </a:tabLst>
            </a:pPr>
            <a:r>
              <a:rPr sz="1800" spc="-5" dirty="0">
                <a:latin typeface="Arial MT"/>
                <a:cs typeface="Arial MT"/>
              </a:rPr>
              <a:t>Python also provides </a:t>
            </a:r>
            <a:r>
              <a:rPr sz="1800" dirty="0">
                <a:latin typeface="Arial MT"/>
                <a:cs typeface="Arial MT"/>
              </a:rPr>
              <a:t>a </a:t>
            </a:r>
            <a:r>
              <a:rPr sz="1800" b="1" spc="-5" dirty="0">
                <a:latin typeface="Arial"/>
                <a:cs typeface="Arial"/>
              </a:rPr>
              <a:t>membership operator </a:t>
            </a:r>
            <a:r>
              <a:rPr sz="1800" spc="-5" dirty="0">
                <a:latin typeface="Arial MT"/>
                <a:cs typeface="Arial MT"/>
              </a:rPr>
              <a:t>that </a:t>
            </a:r>
            <a:r>
              <a:rPr sz="1800" dirty="0">
                <a:latin typeface="Arial MT"/>
                <a:cs typeface="Arial MT"/>
              </a:rPr>
              <a:t>can </a:t>
            </a:r>
            <a:r>
              <a:rPr sz="1800" spc="-5" dirty="0">
                <a:latin typeface="Arial MT"/>
                <a:cs typeface="Arial MT"/>
              </a:rPr>
              <a:t>be used with </a:t>
            </a:r>
            <a:r>
              <a:rPr sz="1800" spc="-490" dirty="0">
                <a:latin typeface="Arial MT"/>
                <a:cs typeface="Arial MT"/>
              </a:rPr>
              <a:t> </a:t>
            </a:r>
            <a:r>
              <a:rPr sz="1800" dirty="0">
                <a:latin typeface="Arial MT"/>
                <a:cs typeface="Arial MT"/>
              </a:rPr>
              <a:t>strings.</a:t>
            </a:r>
            <a:endParaRPr sz="1800">
              <a:latin typeface="Arial MT"/>
              <a:cs typeface="Arial MT"/>
            </a:endParaRPr>
          </a:p>
          <a:p>
            <a:pPr marL="184150" marR="5080" indent="-137795">
              <a:lnSpc>
                <a:spcPts val="1939"/>
              </a:lnSpc>
              <a:spcBef>
                <a:spcPts val="755"/>
              </a:spcBef>
              <a:buChar char="•"/>
              <a:tabLst>
                <a:tab pos="184150" algn="l"/>
              </a:tabLst>
            </a:pPr>
            <a:r>
              <a:rPr sz="1800" spc="-5" dirty="0">
                <a:latin typeface="Arial MT"/>
                <a:cs typeface="Arial MT"/>
              </a:rPr>
              <a:t>The </a:t>
            </a:r>
            <a:r>
              <a:rPr sz="1800" b="1" spc="-5" dirty="0">
                <a:latin typeface="Arial"/>
                <a:cs typeface="Arial"/>
              </a:rPr>
              <a:t>in </a:t>
            </a:r>
            <a:r>
              <a:rPr sz="1800" spc="-5" dirty="0">
                <a:latin typeface="Arial MT"/>
                <a:cs typeface="Arial MT"/>
              </a:rPr>
              <a:t>operator </a:t>
            </a:r>
            <a:r>
              <a:rPr sz="1800" dirty="0">
                <a:latin typeface="Arial MT"/>
                <a:cs typeface="Arial MT"/>
              </a:rPr>
              <a:t>returns </a:t>
            </a:r>
            <a:r>
              <a:rPr sz="1800" spc="-20" dirty="0">
                <a:latin typeface="Arial MT"/>
                <a:cs typeface="Arial MT"/>
              </a:rPr>
              <a:t>True </a:t>
            </a:r>
            <a:r>
              <a:rPr sz="1800" spc="-5" dirty="0">
                <a:latin typeface="Arial MT"/>
                <a:cs typeface="Arial MT"/>
              </a:rPr>
              <a:t>if the first operand is </a:t>
            </a:r>
            <a:r>
              <a:rPr sz="1800" dirty="0">
                <a:latin typeface="Arial MT"/>
                <a:cs typeface="Arial MT"/>
              </a:rPr>
              <a:t>contained </a:t>
            </a:r>
            <a:r>
              <a:rPr sz="1800" spc="-5" dirty="0">
                <a:latin typeface="Arial MT"/>
                <a:cs typeface="Arial MT"/>
              </a:rPr>
              <a:t>within the </a:t>
            </a:r>
            <a:r>
              <a:rPr sz="1800" spc="-490" dirty="0">
                <a:latin typeface="Arial MT"/>
                <a:cs typeface="Arial MT"/>
              </a:rPr>
              <a:t> </a:t>
            </a:r>
            <a:r>
              <a:rPr sz="1800" dirty="0">
                <a:latin typeface="Arial MT"/>
                <a:cs typeface="Arial MT"/>
              </a:rPr>
              <a:t>second,</a:t>
            </a:r>
            <a:r>
              <a:rPr sz="1800" spc="-10" dirty="0">
                <a:latin typeface="Arial MT"/>
                <a:cs typeface="Arial MT"/>
              </a:rPr>
              <a:t> </a:t>
            </a:r>
            <a:r>
              <a:rPr sz="1800" spc="-5" dirty="0">
                <a:latin typeface="Arial MT"/>
                <a:cs typeface="Arial MT"/>
              </a:rPr>
              <a:t>and False otherwise</a:t>
            </a:r>
            <a:endParaRPr sz="1800">
              <a:latin typeface="Arial MT"/>
              <a:cs typeface="Arial MT"/>
            </a:endParaRPr>
          </a:p>
          <a:p>
            <a:pPr marL="12700">
              <a:lnSpc>
                <a:spcPct val="100000"/>
              </a:lnSpc>
              <a:spcBef>
                <a:spcPts val="509"/>
              </a:spcBef>
            </a:pPr>
            <a:r>
              <a:rPr sz="1800" spc="-5" dirty="0">
                <a:solidFill>
                  <a:srgbClr val="FF0000"/>
                </a:solidFill>
                <a:latin typeface="Arial MT"/>
                <a:cs typeface="Arial MT"/>
              </a:rPr>
              <a:t>&gt;&gt;&gt;</a:t>
            </a:r>
            <a:r>
              <a:rPr sz="1800" spc="-30" dirty="0">
                <a:solidFill>
                  <a:srgbClr val="FF0000"/>
                </a:solidFill>
                <a:latin typeface="Arial MT"/>
                <a:cs typeface="Arial MT"/>
              </a:rPr>
              <a:t> </a:t>
            </a:r>
            <a:r>
              <a:rPr sz="1800" dirty="0">
                <a:solidFill>
                  <a:srgbClr val="FF0000"/>
                </a:solidFill>
                <a:latin typeface="Arial MT"/>
                <a:cs typeface="Arial MT"/>
              </a:rPr>
              <a:t>s</a:t>
            </a:r>
            <a:r>
              <a:rPr sz="1800" spc="-30" dirty="0">
                <a:solidFill>
                  <a:srgbClr val="FF0000"/>
                </a:solidFill>
                <a:latin typeface="Arial MT"/>
                <a:cs typeface="Arial MT"/>
              </a:rPr>
              <a:t> </a:t>
            </a:r>
            <a:r>
              <a:rPr sz="1800" dirty="0">
                <a:solidFill>
                  <a:srgbClr val="FF0000"/>
                </a:solidFill>
                <a:latin typeface="Arial MT"/>
                <a:cs typeface="Arial MT"/>
              </a:rPr>
              <a:t>=</a:t>
            </a:r>
            <a:r>
              <a:rPr sz="1800" spc="-25" dirty="0">
                <a:solidFill>
                  <a:srgbClr val="FF0000"/>
                </a:solidFill>
                <a:latin typeface="Arial MT"/>
                <a:cs typeface="Arial MT"/>
              </a:rPr>
              <a:t> </a:t>
            </a:r>
            <a:r>
              <a:rPr sz="1800" spc="-5" dirty="0">
                <a:solidFill>
                  <a:srgbClr val="FF0000"/>
                </a:solidFill>
                <a:latin typeface="Arial MT"/>
                <a:cs typeface="Arial MT"/>
              </a:rPr>
              <a:t>'foo'</a:t>
            </a:r>
            <a:endParaRPr sz="1800">
              <a:latin typeface="Arial MT"/>
              <a:cs typeface="Arial MT"/>
            </a:endParaRPr>
          </a:p>
          <a:p>
            <a:pPr marL="12700" marR="3877945">
              <a:lnSpc>
                <a:spcPct val="124700"/>
              </a:lnSpc>
              <a:spcBef>
                <a:spcPts val="5"/>
              </a:spcBef>
            </a:pPr>
            <a:r>
              <a:rPr sz="1800" spc="-5" dirty="0">
                <a:solidFill>
                  <a:srgbClr val="FF0000"/>
                </a:solidFill>
                <a:latin typeface="Arial MT"/>
                <a:cs typeface="Arial MT"/>
              </a:rPr>
              <a:t>&gt;&gt;&gt;</a:t>
            </a:r>
            <a:r>
              <a:rPr sz="1800" spc="-20" dirty="0">
                <a:solidFill>
                  <a:srgbClr val="FF0000"/>
                </a:solidFill>
                <a:latin typeface="Arial MT"/>
                <a:cs typeface="Arial MT"/>
              </a:rPr>
              <a:t> </a:t>
            </a:r>
            <a:r>
              <a:rPr sz="1800" dirty="0">
                <a:solidFill>
                  <a:srgbClr val="FF0000"/>
                </a:solidFill>
                <a:latin typeface="Arial MT"/>
                <a:cs typeface="Arial MT"/>
              </a:rPr>
              <a:t>s</a:t>
            </a:r>
            <a:r>
              <a:rPr sz="1800" spc="-15" dirty="0">
                <a:solidFill>
                  <a:srgbClr val="FF0000"/>
                </a:solidFill>
                <a:latin typeface="Arial MT"/>
                <a:cs typeface="Arial MT"/>
              </a:rPr>
              <a:t> </a:t>
            </a:r>
            <a:r>
              <a:rPr sz="1800" spc="-5" dirty="0">
                <a:solidFill>
                  <a:srgbClr val="FF0000"/>
                </a:solidFill>
                <a:latin typeface="Arial MT"/>
                <a:cs typeface="Arial MT"/>
              </a:rPr>
              <a:t>in</a:t>
            </a:r>
            <a:r>
              <a:rPr sz="1800" spc="-20" dirty="0">
                <a:solidFill>
                  <a:srgbClr val="FF0000"/>
                </a:solidFill>
                <a:latin typeface="Arial MT"/>
                <a:cs typeface="Arial MT"/>
              </a:rPr>
              <a:t> </a:t>
            </a:r>
            <a:r>
              <a:rPr sz="1800" spc="-5" dirty="0">
                <a:solidFill>
                  <a:srgbClr val="FF0000"/>
                </a:solidFill>
                <a:latin typeface="Arial MT"/>
                <a:cs typeface="Arial MT"/>
              </a:rPr>
              <a:t>'That\'s</a:t>
            </a:r>
            <a:r>
              <a:rPr sz="1800" spc="-15" dirty="0">
                <a:solidFill>
                  <a:srgbClr val="FF0000"/>
                </a:solidFill>
                <a:latin typeface="Arial MT"/>
                <a:cs typeface="Arial MT"/>
              </a:rPr>
              <a:t> </a:t>
            </a:r>
            <a:r>
              <a:rPr sz="1800" spc="-5" dirty="0">
                <a:solidFill>
                  <a:srgbClr val="FF0000"/>
                </a:solidFill>
                <a:latin typeface="Arial MT"/>
                <a:cs typeface="Arial MT"/>
              </a:rPr>
              <a:t>food</a:t>
            </a:r>
            <a:r>
              <a:rPr sz="1800" spc="-20" dirty="0">
                <a:solidFill>
                  <a:srgbClr val="FF0000"/>
                </a:solidFill>
                <a:latin typeface="Arial MT"/>
                <a:cs typeface="Arial MT"/>
              </a:rPr>
              <a:t> </a:t>
            </a:r>
            <a:r>
              <a:rPr sz="1800" spc="-5" dirty="0">
                <a:solidFill>
                  <a:srgbClr val="FF0000"/>
                </a:solidFill>
                <a:latin typeface="Arial MT"/>
                <a:cs typeface="Arial MT"/>
              </a:rPr>
              <a:t>for</a:t>
            </a:r>
            <a:r>
              <a:rPr sz="1800" spc="-15" dirty="0">
                <a:solidFill>
                  <a:srgbClr val="FF0000"/>
                </a:solidFill>
                <a:latin typeface="Arial MT"/>
                <a:cs typeface="Arial MT"/>
              </a:rPr>
              <a:t> </a:t>
            </a:r>
            <a:r>
              <a:rPr sz="1800" spc="-5" dirty="0">
                <a:solidFill>
                  <a:srgbClr val="FF0000"/>
                </a:solidFill>
                <a:latin typeface="Arial MT"/>
                <a:cs typeface="Arial MT"/>
              </a:rPr>
              <a:t>thought.' </a:t>
            </a:r>
            <a:r>
              <a:rPr sz="1800" spc="-484" dirty="0">
                <a:solidFill>
                  <a:srgbClr val="FF0000"/>
                </a:solidFill>
                <a:latin typeface="Arial MT"/>
                <a:cs typeface="Arial MT"/>
              </a:rPr>
              <a:t> </a:t>
            </a:r>
            <a:r>
              <a:rPr sz="1800" spc="-20" dirty="0">
                <a:solidFill>
                  <a:srgbClr val="FF0000"/>
                </a:solidFill>
                <a:latin typeface="Arial MT"/>
                <a:cs typeface="Arial MT"/>
              </a:rPr>
              <a:t>True</a:t>
            </a:r>
            <a:endParaRPr sz="1800">
              <a:latin typeface="Arial MT"/>
              <a:cs typeface="Arial MT"/>
            </a:endParaRPr>
          </a:p>
          <a:p>
            <a:pPr marL="12700" marR="4168775">
              <a:lnSpc>
                <a:spcPct val="124700"/>
              </a:lnSpc>
            </a:pPr>
            <a:r>
              <a:rPr sz="1800" spc="-5" dirty="0">
                <a:solidFill>
                  <a:srgbClr val="FF0000"/>
                </a:solidFill>
                <a:latin typeface="Arial MT"/>
                <a:cs typeface="Arial MT"/>
              </a:rPr>
              <a:t>&gt;&gt;&gt;</a:t>
            </a:r>
            <a:r>
              <a:rPr sz="1800" spc="-20" dirty="0">
                <a:solidFill>
                  <a:srgbClr val="FF0000"/>
                </a:solidFill>
                <a:latin typeface="Arial MT"/>
                <a:cs typeface="Arial MT"/>
              </a:rPr>
              <a:t> </a:t>
            </a:r>
            <a:r>
              <a:rPr sz="1800" dirty="0">
                <a:solidFill>
                  <a:srgbClr val="FF0000"/>
                </a:solidFill>
                <a:latin typeface="Arial MT"/>
                <a:cs typeface="Arial MT"/>
              </a:rPr>
              <a:t>s</a:t>
            </a:r>
            <a:r>
              <a:rPr sz="1800" spc="-15" dirty="0">
                <a:solidFill>
                  <a:srgbClr val="FF0000"/>
                </a:solidFill>
                <a:latin typeface="Arial MT"/>
                <a:cs typeface="Arial MT"/>
              </a:rPr>
              <a:t> </a:t>
            </a:r>
            <a:r>
              <a:rPr sz="1800" spc="-5" dirty="0">
                <a:solidFill>
                  <a:srgbClr val="FF0000"/>
                </a:solidFill>
                <a:latin typeface="Arial MT"/>
                <a:cs typeface="Arial MT"/>
              </a:rPr>
              <a:t>in</a:t>
            </a:r>
            <a:r>
              <a:rPr sz="1800" spc="-15" dirty="0">
                <a:solidFill>
                  <a:srgbClr val="FF0000"/>
                </a:solidFill>
                <a:latin typeface="Arial MT"/>
                <a:cs typeface="Arial MT"/>
              </a:rPr>
              <a:t> </a:t>
            </a:r>
            <a:r>
              <a:rPr sz="1800" spc="-5" dirty="0">
                <a:solidFill>
                  <a:srgbClr val="FF0000"/>
                </a:solidFill>
                <a:latin typeface="Arial MT"/>
                <a:cs typeface="Arial MT"/>
              </a:rPr>
              <a:t>'That\'s</a:t>
            </a:r>
            <a:r>
              <a:rPr sz="1800" spc="-20" dirty="0">
                <a:solidFill>
                  <a:srgbClr val="FF0000"/>
                </a:solidFill>
                <a:latin typeface="Arial MT"/>
                <a:cs typeface="Arial MT"/>
              </a:rPr>
              <a:t> </a:t>
            </a:r>
            <a:r>
              <a:rPr sz="1800" spc="-5" dirty="0">
                <a:solidFill>
                  <a:srgbClr val="FF0000"/>
                </a:solidFill>
                <a:latin typeface="Arial MT"/>
                <a:cs typeface="Arial MT"/>
              </a:rPr>
              <a:t>good</a:t>
            </a:r>
            <a:r>
              <a:rPr sz="1800" spc="-15" dirty="0">
                <a:solidFill>
                  <a:srgbClr val="FF0000"/>
                </a:solidFill>
                <a:latin typeface="Arial MT"/>
                <a:cs typeface="Arial MT"/>
              </a:rPr>
              <a:t> </a:t>
            </a:r>
            <a:r>
              <a:rPr sz="1800" spc="-5" dirty="0">
                <a:solidFill>
                  <a:srgbClr val="FF0000"/>
                </a:solidFill>
                <a:latin typeface="Arial MT"/>
                <a:cs typeface="Arial MT"/>
              </a:rPr>
              <a:t>for</a:t>
            </a:r>
            <a:r>
              <a:rPr sz="1800" spc="-15" dirty="0">
                <a:solidFill>
                  <a:srgbClr val="FF0000"/>
                </a:solidFill>
                <a:latin typeface="Arial MT"/>
                <a:cs typeface="Arial MT"/>
              </a:rPr>
              <a:t> </a:t>
            </a:r>
            <a:r>
              <a:rPr sz="1800" spc="-25" dirty="0">
                <a:solidFill>
                  <a:srgbClr val="FF0000"/>
                </a:solidFill>
                <a:latin typeface="Arial MT"/>
                <a:cs typeface="Arial MT"/>
              </a:rPr>
              <a:t>now.' </a:t>
            </a:r>
            <a:r>
              <a:rPr sz="1800" spc="-484" dirty="0">
                <a:solidFill>
                  <a:srgbClr val="FF0000"/>
                </a:solidFill>
                <a:latin typeface="Arial MT"/>
                <a:cs typeface="Arial MT"/>
              </a:rPr>
              <a:t> </a:t>
            </a:r>
            <a:r>
              <a:rPr sz="1800" spc="-5" dirty="0">
                <a:solidFill>
                  <a:srgbClr val="FF0000"/>
                </a:solidFill>
                <a:latin typeface="Arial MT"/>
                <a:cs typeface="Arial MT"/>
              </a:rPr>
              <a:t>False</a:t>
            </a:r>
            <a:endParaRPr sz="1800">
              <a:latin typeface="Arial MT"/>
              <a:cs typeface="Arial MT"/>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82625" y="483503"/>
            <a:ext cx="3599815" cy="513080"/>
          </a:xfrm>
          <a:prstGeom prst="rect">
            <a:avLst/>
          </a:prstGeom>
        </p:spPr>
        <p:txBody>
          <a:bodyPr vert="horz" wrap="square" lIns="0" tIns="12700" rIns="0" bIns="0" rtlCol="0">
            <a:spAutoFit/>
          </a:bodyPr>
          <a:lstStyle/>
          <a:p>
            <a:pPr marL="12700">
              <a:lnSpc>
                <a:spcPct val="100000"/>
              </a:lnSpc>
              <a:spcBef>
                <a:spcPts val="100"/>
              </a:spcBef>
            </a:pPr>
            <a:r>
              <a:rPr spc="240" dirty="0"/>
              <a:t>String</a:t>
            </a:r>
            <a:r>
              <a:rPr spc="65" dirty="0"/>
              <a:t> </a:t>
            </a:r>
            <a:r>
              <a:rPr spc="220" dirty="0"/>
              <a:t>Operators</a:t>
            </a:r>
          </a:p>
        </p:txBody>
      </p:sp>
      <p:sp>
        <p:nvSpPr>
          <p:cNvPr id="3" name="object 3"/>
          <p:cNvSpPr txBox="1"/>
          <p:nvPr/>
        </p:nvSpPr>
        <p:spPr>
          <a:xfrm>
            <a:off x="682625" y="1368482"/>
            <a:ext cx="5923915" cy="1791335"/>
          </a:xfrm>
          <a:prstGeom prst="rect">
            <a:avLst/>
          </a:prstGeom>
        </p:spPr>
        <p:txBody>
          <a:bodyPr vert="horz" wrap="square" lIns="0" tIns="0" rIns="0" bIns="0" rtlCol="0">
            <a:spAutoFit/>
          </a:bodyPr>
          <a:lstStyle/>
          <a:p>
            <a:pPr marL="184785" indent="-126364">
              <a:lnSpc>
                <a:spcPts val="3210"/>
              </a:lnSpc>
              <a:buSzPct val="150000"/>
              <a:buChar char="•"/>
              <a:tabLst>
                <a:tab pos="185420" algn="l"/>
              </a:tabLst>
            </a:pPr>
            <a:r>
              <a:rPr sz="1800" spc="-5" dirty="0">
                <a:latin typeface="Arial MT"/>
                <a:cs typeface="Arial MT"/>
              </a:rPr>
              <a:t>There</a:t>
            </a:r>
            <a:r>
              <a:rPr sz="1800" spc="-15" dirty="0">
                <a:latin typeface="Arial MT"/>
                <a:cs typeface="Arial MT"/>
              </a:rPr>
              <a:t> </a:t>
            </a:r>
            <a:r>
              <a:rPr sz="1800" spc="-5" dirty="0">
                <a:latin typeface="Arial MT"/>
                <a:cs typeface="Arial MT"/>
              </a:rPr>
              <a:t>is</a:t>
            </a:r>
            <a:r>
              <a:rPr sz="1800" spc="-10" dirty="0">
                <a:latin typeface="Arial MT"/>
                <a:cs typeface="Arial MT"/>
              </a:rPr>
              <a:t> </a:t>
            </a:r>
            <a:r>
              <a:rPr sz="1800" spc="-5" dirty="0">
                <a:latin typeface="Arial MT"/>
                <a:cs typeface="Arial MT"/>
              </a:rPr>
              <a:t>also</a:t>
            </a:r>
            <a:r>
              <a:rPr sz="1800" spc="-10" dirty="0">
                <a:latin typeface="Arial MT"/>
                <a:cs typeface="Arial MT"/>
              </a:rPr>
              <a:t> </a:t>
            </a:r>
            <a:r>
              <a:rPr sz="1800" dirty="0">
                <a:latin typeface="Arial MT"/>
                <a:cs typeface="Arial MT"/>
              </a:rPr>
              <a:t>a</a:t>
            </a:r>
            <a:r>
              <a:rPr sz="1800" spc="15" dirty="0">
                <a:latin typeface="Arial MT"/>
                <a:cs typeface="Arial MT"/>
              </a:rPr>
              <a:t> </a:t>
            </a:r>
            <a:r>
              <a:rPr sz="1800" b="1" spc="-5" dirty="0">
                <a:latin typeface="Arial"/>
                <a:cs typeface="Arial"/>
              </a:rPr>
              <a:t>not</a:t>
            </a:r>
            <a:r>
              <a:rPr sz="1800" b="1" spc="-10" dirty="0">
                <a:latin typeface="Arial"/>
                <a:cs typeface="Arial"/>
              </a:rPr>
              <a:t> </a:t>
            </a:r>
            <a:r>
              <a:rPr sz="1800" b="1" spc="-5" dirty="0">
                <a:latin typeface="Arial"/>
                <a:cs typeface="Arial"/>
              </a:rPr>
              <a:t>in</a:t>
            </a:r>
            <a:r>
              <a:rPr sz="1800" b="1" spc="5" dirty="0">
                <a:latin typeface="Arial"/>
                <a:cs typeface="Arial"/>
              </a:rPr>
              <a:t> </a:t>
            </a:r>
            <a:r>
              <a:rPr sz="1800" spc="-15" dirty="0">
                <a:latin typeface="Arial MT"/>
                <a:cs typeface="Arial MT"/>
              </a:rPr>
              <a:t>operator, </a:t>
            </a:r>
            <a:r>
              <a:rPr sz="1800" spc="-5" dirty="0">
                <a:latin typeface="Arial MT"/>
                <a:cs typeface="Arial MT"/>
              </a:rPr>
              <a:t>which</a:t>
            </a:r>
            <a:r>
              <a:rPr sz="1800" spc="-10" dirty="0">
                <a:latin typeface="Arial MT"/>
                <a:cs typeface="Arial MT"/>
              </a:rPr>
              <a:t> </a:t>
            </a:r>
            <a:r>
              <a:rPr sz="1800" spc="-5" dirty="0">
                <a:latin typeface="Arial MT"/>
                <a:cs typeface="Arial MT"/>
              </a:rPr>
              <a:t>does</a:t>
            </a:r>
            <a:r>
              <a:rPr sz="1800" spc="-10" dirty="0">
                <a:latin typeface="Arial MT"/>
                <a:cs typeface="Arial MT"/>
              </a:rPr>
              <a:t> </a:t>
            </a:r>
            <a:r>
              <a:rPr sz="1800" spc="-5" dirty="0">
                <a:latin typeface="Arial MT"/>
                <a:cs typeface="Arial MT"/>
              </a:rPr>
              <a:t>the</a:t>
            </a:r>
            <a:r>
              <a:rPr sz="1800" spc="-10" dirty="0">
                <a:latin typeface="Arial MT"/>
                <a:cs typeface="Arial MT"/>
              </a:rPr>
              <a:t> </a:t>
            </a:r>
            <a:r>
              <a:rPr sz="1800" spc="-5" dirty="0">
                <a:latin typeface="Arial MT"/>
                <a:cs typeface="Arial MT"/>
              </a:rPr>
              <a:t>opposite:</a:t>
            </a:r>
            <a:endParaRPr sz="1800">
              <a:latin typeface="Arial MT"/>
              <a:cs typeface="Arial MT"/>
            </a:endParaRPr>
          </a:p>
          <a:p>
            <a:pPr marL="12700" marR="4100195">
              <a:lnSpc>
                <a:spcPct val="124700"/>
              </a:lnSpc>
              <a:spcBef>
                <a:spcPts val="15"/>
              </a:spcBef>
            </a:pPr>
            <a:r>
              <a:rPr sz="1800" spc="-5" dirty="0">
                <a:solidFill>
                  <a:srgbClr val="FF0000"/>
                </a:solidFill>
                <a:latin typeface="Arial MT"/>
                <a:cs typeface="Arial MT"/>
              </a:rPr>
              <a:t>&gt;&gt;&gt;</a:t>
            </a:r>
            <a:r>
              <a:rPr sz="1800" spc="-25" dirty="0">
                <a:solidFill>
                  <a:srgbClr val="FF0000"/>
                </a:solidFill>
                <a:latin typeface="Arial MT"/>
                <a:cs typeface="Arial MT"/>
              </a:rPr>
              <a:t> </a:t>
            </a:r>
            <a:r>
              <a:rPr sz="1800" spc="-5" dirty="0">
                <a:solidFill>
                  <a:srgbClr val="FF0000"/>
                </a:solidFill>
                <a:latin typeface="Arial MT"/>
                <a:cs typeface="Arial MT"/>
              </a:rPr>
              <a:t>'z'</a:t>
            </a:r>
            <a:r>
              <a:rPr sz="1800" spc="-25" dirty="0">
                <a:solidFill>
                  <a:srgbClr val="FF0000"/>
                </a:solidFill>
                <a:latin typeface="Arial MT"/>
                <a:cs typeface="Arial MT"/>
              </a:rPr>
              <a:t> </a:t>
            </a:r>
            <a:r>
              <a:rPr sz="1800" spc="-5" dirty="0">
                <a:solidFill>
                  <a:srgbClr val="FF0000"/>
                </a:solidFill>
                <a:latin typeface="Arial MT"/>
                <a:cs typeface="Arial MT"/>
              </a:rPr>
              <a:t>not</a:t>
            </a:r>
            <a:r>
              <a:rPr sz="1800" spc="-25" dirty="0">
                <a:solidFill>
                  <a:srgbClr val="FF0000"/>
                </a:solidFill>
                <a:latin typeface="Arial MT"/>
                <a:cs typeface="Arial MT"/>
              </a:rPr>
              <a:t> </a:t>
            </a:r>
            <a:r>
              <a:rPr sz="1800" spc="-5" dirty="0">
                <a:solidFill>
                  <a:srgbClr val="FF0000"/>
                </a:solidFill>
                <a:latin typeface="Arial MT"/>
                <a:cs typeface="Arial MT"/>
              </a:rPr>
              <a:t>in</a:t>
            </a:r>
            <a:r>
              <a:rPr sz="1800" spc="-25" dirty="0">
                <a:solidFill>
                  <a:srgbClr val="FF0000"/>
                </a:solidFill>
                <a:latin typeface="Arial MT"/>
                <a:cs typeface="Arial MT"/>
              </a:rPr>
              <a:t> </a:t>
            </a:r>
            <a:r>
              <a:rPr sz="1800" spc="-5" dirty="0">
                <a:solidFill>
                  <a:srgbClr val="FF0000"/>
                </a:solidFill>
                <a:latin typeface="Arial MT"/>
                <a:cs typeface="Arial MT"/>
              </a:rPr>
              <a:t>'abc' </a:t>
            </a:r>
            <a:r>
              <a:rPr sz="1800" spc="-484" dirty="0">
                <a:solidFill>
                  <a:srgbClr val="FF0000"/>
                </a:solidFill>
                <a:latin typeface="Arial MT"/>
                <a:cs typeface="Arial MT"/>
              </a:rPr>
              <a:t> </a:t>
            </a:r>
            <a:r>
              <a:rPr sz="1800" spc="-20" dirty="0">
                <a:solidFill>
                  <a:srgbClr val="FF0000"/>
                </a:solidFill>
                <a:latin typeface="Arial MT"/>
                <a:cs typeface="Arial MT"/>
              </a:rPr>
              <a:t>True</a:t>
            </a:r>
            <a:endParaRPr sz="1800">
              <a:latin typeface="Arial MT"/>
              <a:cs typeface="Arial MT"/>
            </a:endParaRPr>
          </a:p>
          <a:p>
            <a:pPr marL="12700" marR="4126229">
              <a:lnSpc>
                <a:spcPct val="124700"/>
              </a:lnSpc>
            </a:pPr>
            <a:r>
              <a:rPr sz="1800" spc="-5" dirty="0">
                <a:solidFill>
                  <a:srgbClr val="FF0000"/>
                </a:solidFill>
                <a:latin typeface="Arial MT"/>
                <a:cs typeface="Arial MT"/>
              </a:rPr>
              <a:t>&gt;&gt;&gt;</a:t>
            </a:r>
            <a:r>
              <a:rPr sz="1800" spc="-25" dirty="0">
                <a:solidFill>
                  <a:srgbClr val="FF0000"/>
                </a:solidFill>
                <a:latin typeface="Arial MT"/>
                <a:cs typeface="Arial MT"/>
              </a:rPr>
              <a:t> </a:t>
            </a:r>
            <a:r>
              <a:rPr sz="1800" spc="-5" dirty="0">
                <a:solidFill>
                  <a:srgbClr val="FF0000"/>
                </a:solidFill>
                <a:latin typeface="Arial MT"/>
                <a:cs typeface="Arial MT"/>
              </a:rPr>
              <a:t>'z'</a:t>
            </a:r>
            <a:r>
              <a:rPr sz="1800" spc="-25" dirty="0">
                <a:solidFill>
                  <a:srgbClr val="FF0000"/>
                </a:solidFill>
                <a:latin typeface="Arial MT"/>
                <a:cs typeface="Arial MT"/>
              </a:rPr>
              <a:t> </a:t>
            </a:r>
            <a:r>
              <a:rPr sz="1800" spc="-5" dirty="0">
                <a:solidFill>
                  <a:srgbClr val="FF0000"/>
                </a:solidFill>
                <a:latin typeface="Arial MT"/>
                <a:cs typeface="Arial MT"/>
              </a:rPr>
              <a:t>not</a:t>
            </a:r>
            <a:r>
              <a:rPr sz="1800" spc="-25" dirty="0">
                <a:solidFill>
                  <a:srgbClr val="FF0000"/>
                </a:solidFill>
                <a:latin typeface="Arial MT"/>
                <a:cs typeface="Arial MT"/>
              </a:rPr>
              <a:t> </a:t>
            </a:r>
            <a:r>
              <a:rPr sz="1800" spc="-5" dirty="0">
                <a:solidFill>
                  <a:srgbClr val="FF0000"/>
                </a:solidFill>
                <a:latin typeface="Arial MT"/>
                <a:cs typeface="Arial MT"/>
              </a:rPr>
              <a:t>in</a:t>
            </a:r>
            <a:r>
              <a:rPr sz="1800" spc="-25" dirty="0">
                <a:solidFill>
                  <a:srgbClr val="FF0000"/>
                </a:solidFill>
                <a:latin typeface="Arial MT"/>
                <a:cs typeface="Arial MT"/>
              </a:rPr>
              <a:t> </a:t>
            </a:r>
            <a:r>
              <a:rPr sz="1800" spc="-5" dirty="0">
                <a:solidFill>
                  <a:srgbClr val="FF0000"/>
                </a:solidFill>
                <a:latin typeface="Arial MT"/>
                <a:cs typeface="Arial MT"/>
              </a:rPr>
              <a:t>'xyz' </a:t>
            </a:r>
            <a:r>
              <a:rPr sz="1800" spc="-484" dirty="0">
                <a:solidFill>
                  <a:srgbClr val="FF0000"/>
                </a:solidFill>
                <a:latin typeface="Arial MT"/>
                <a:cs typeface="Arial MT"/>
              </a:rPr>
              <a:t> </a:t>
            </a:r>
            <a:r>
              <a:rPr sz="1800" spc="-5" dirty="0">
                <a:solidFill>
                  <a:srgbClr val="FF0000"/>
                </a:solidFill>
                <a:latin typeface="Arial MT"/>
                <a:cs typeface="Arial MT"/>
              </a:rPr>
              <a:t>False</a:t>
            </a:r>
            <a:endParaRPr sz="1800">
              <a:latin typeface="Arial MT"/>
              <a:cs typeface="Arial MT"/>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82625" y="483503"/>
            <a:ext cx="5381625" cy="513080"/>
          </a:xfrm>
          <a:prstGeom prst="rect">
            <a:avLst/>
          </a:prstGeom>
        </p:spPr>
        <p:txBody>
          <a:bodyPr vert="horz" wrap="square" lIns="0" tIns="12700" rIns="0" bIns="0" rtlCol="0">
            <a:spAutoFit/>
          </a:bodyPr>
          <a:lstStyle/>
          <a:p>
            <a:pPr marL="12700">
              <a:lnSpc>
                <a:spcPct val="100000"/>
              </a:lnSpc>
              <a:spcBef>
                <a:spcPts val="100"/>
              </a:spcBef>
            </a:pPr>
            <a:r>
              <a:rPr spc="254" dirty="0"/>
              <a:t>Built-in</a:t>
            </a:r>
            <a:r>
              <a:rPr spc="125" dirty="0"/>
              <a:t> </a:t>
            </a:r>
            <a:r>
              <a:rPr spc="240" dirty="0"/>
              <a:t>String</a:t>
            </a:r>
            <a:r>
              <a:rPr spc="90" dirty="0"/>
              <a:t> </a:t>
            </a:r>
            <a:r>
              <a:rPr spc="265" dirty="0"/>
              <a:t>Functions</a:t>
            </a:r>
          </a:p>
        </p:txBody>
      </p:sp>
      <p:sp>
        <p:nvSpPr>
          <p:cNvPr id="3" name="object 3"/>
          <p:cNvSpPr/>
          <p:nvPr/>
        </p:nvSpPr>
        <p:spPr>
          <a:xfrm>
            <a:off x="2102655" y="2538822"/>
            <a:ext cx="4939030" cy="0"/>
          </a:xfrm>
          <a:custGeom>
            <a:avLst/>
            <a:gdLst/>
            <a:ahLst/>
            <a:cxnLst/>
            <a:rect l="l" t="t" r="r" b="b"/>
            <a:pathLst>
              <a:path w="4939030">
                <a:moveTo>
                  <a:pt x="0" y="0"/>
                </a:moveTo>
                <a:lnTo>
                  <a:pt x="4938700" y="0"/>
                </a:lnTo>
              </a:path>
            </a:pathLst>
          </a:custGeom>
          <a:ln w="9524">
            <a:solidFill>
              <a:srgbClr val="DEE1E6"/>
            </a:solidFill>
          </a:ln>
        </p:spPr>
        <p:txBody>
          <a:bodyPr wrap="square" lIns="0" tIns="0" rIns="0" bIns="0" rtlCol="0"/>
          <a:lstStyle/>
          <a:p>
            <a:endParaRPr/>
          </a:p>
        </p:txBody>
      </p:sp>
      <p:sp>
        <p:nvSpPr>
          <p:cNvPr id="4" name="object 4"/>
          <p:cNvSpPr/>
          <p:nvPr/>
        </p:nvSpPr>
        <p:spPr>
          <a:xfrm>
            <a:off x="2102655" y="2820772"/>
            <a:ext cx="4939030" cy="0"/>
          </a:xfrm>
          <a:custGeom>
            <a:avLst/>
            <a:gdLst/>
            <a:ahLst/>
            <a:cxnLst/>
            <a:rect l="l" t="t" r="r" b="b"/>
            <a:pathLst>
              <a:path w="4939030">
                <a:moveTo>
                  <a:pt x="0" y="0"/>
                </a:moveTo>
                <a:lnTo>
                  <a:pt x="4938700" y="0"/>
                </a:lnTo>
              </a:path>
            </a:pathLst>
          </a:custGeom>
          <a:ln w="9524">
            <a:solidFill>
              <a:srgbClr val="DEE1E6"/>
            </a:solidFill>
          </a:ln>
        </p:spPr>
        <p:txBody>
          <a:bodyPr wrap="square" lIns="0" tIns="0" rIns="0" bIns="0" rtlCol="0"/>
          <a:lstStyle/>
          <a:p>
            <a:endParaRPr/>
          </a:p>
        </p:txBody>
      </p:sp>
      <p:sp>
        <p:nvSpPr>
          <p:cNvPr id="5" name="object 5"/>
          <p:cNvSpPr/>
          <p:nvPr/>
        </p:nvSpPr>
        <p:spPr>
          <a:xfrm>
            <a:off x="2102655" y="3102723"/>
            <a:ext cx="4939030" cy="0"/>
          </a:xfrm>
          <a:custGeom>
            <a:avLst/>
            <a:gdLst/>
            <a:ahLst/>
            <a:cxnLst/>
            <a:rect l="l" t="t" r="r" b="b"/>
            <a:pathLst>
              <a:path w="4939030">
                <a:moveTo>
                  <a:pt x="0" y="0"/>
                </a:moveTo>
                <a:lnTo>
                  <a:pt x="4938700" y="0"/>
                </a:lnTo>
              </a:path>
            </a:pathLst>
          </a:custGeom>
          <a:ln w="9524">
            <a:solidFill>
              <a:srgbClr val="DEE1E6"/>
            </a:solidFill>
          </a:ln>
        </p:spPr>
        <p:txBody>
          <a:bodyPr wrap="square" lIns="0" tIns="0" rIns="0" bIns="0" rtlCol="0"/>
          <a:lstStyle/>
          <a:p>
            <a:endParaRPr/>
          </a:p>
        </p:txBody>
      </p:sp>
      <p:sp>
        <p:nvSpPr>
          <p:cNvPr id="6" name="object 6"/>
          <p:cNvSpPr/>
          <p:nvPr/>
        </p:nvSpPr>
        <p:spPr>
          <a:xfrm>
            <a:off x="2102655" y="3384672"/>
            <a:ext cx="4939030" cy="0"/>
          </a:xfrm>
          <a:custGeom>
            <a:avLst/>
            <a:gdLst/>
            <a:ahLst/>
            <a:cxnLst/>
            <a:rect l="l" t="t" r="r" b="b"/>
            <a:pathLst>
              <a:path w="4939030">
                <a:moveTo>
                  <a:pt x="0" y="0"/>
                </a:moveTo>
                <a:lnTo>
                  <a:pt x="4938700" y="0"/>
                </a:lnTo>
              </a:path>
            </a:pathLst>
          </a:custGeom>
          <a:ln w="9524">
            <a:solidFill>
              <a:srgbClr val="DEE1E6"/>
            </a:solidFill>
          </a:ln>
        </p:spPr>
        <p:txBody>
          <a:bodyPr wrap="square" lIns="0" tIns="0" rIns="0" bIns="0" rtlCol="0"/>
          <a:lstStyle/>
          <a:p>
            <a:endParaRPr/>
          </a:p>
        </p:txBody>
      </p:sp>
      <p:sp>
        <p:nvSpPr>
          <p:cNvPr id="7" name="object 7"/>
          <p:cNvSpPr/>
          <p:nvPr/>
        </p:nvSpPr>
        <p:spPr>
          <a:xfrm>
            <a:off x="2102655" y="3666623"/>
            <a:ext cx="4939030" cy="0"/>
          </a:xfrm>
          <a:custGeom>
            <a:avLst/>
            <a:gdLst/>
            <a:ahLst/>
            <a:cxnLst/>
            <a:rect l="l" t="t" r="r" b="b"/>
            <a:pathLst>
              <a:path w="4939030">
                <a:moveTo>
                  <a:pt x="0" y="0"/>
                </a:moveTo>
                <a:lnTo>
                  <a:pt x="4938700" y="0"/>
                </a:lnTo>
              </a:path>
            </a:pathLst>
          </a:custGeom>
          <a:ln w="9524">
            <a:solidFill>
              <a:srgbClr val="DEE1E6"/>
            </a:solidFill>
          </a:ln>
        </p:spPr>
        <p:txBody>
          <a:bodyPr wrap="square" lIns="0" tIns="0" rIns="0" bIns="0" rtlCol="0"/>
          <a:lstStyle/>
          <a:p>
            <a:endParaRPr/>
          </a:p>
        </p:txBody>
      </p:sp>
      <p:sp>
        <p:nvSpPr>
          <p:cNvPr id="8" name="object 8"/>
          <p:cNvSpPr txBox="1"/>
          <p:nvPr/>
        </p:nvSpPr>
        <p:spPr>
          <a:xfrm>
            <a:off x="729597" y="1463732"/>
            <a:ext cx="7138034" cy="2450465"/>
          </a:xfrm>
          <a:prstGeom prst="rect">
            <a:avLst/>
          </a:prstGeom>
        </p:spPr>
        <p:txBody>
          <a:bodyPr vert="horz" wrap="square" lIns="0" tIns="0" rIns="0" bIns="0" rtlCol="0">
            <a:spAutoFit/>
          </a:bodyPr>
          <a:lstStyle/>
          <a:p>
            <a:pPr marL="137795" indent="-125730">
              <a:lnSpc>
                <a:spcPts val="2360"/>
              </a:lnSpc>
              <a:buSzPct val="150000"/>
              <a:buChar char="•"/>
              <a:tabLst>
                <a:tab pos="138430" algn="l"/>
              </a:tabLst>
            </a:pPr>
            <a:r>
              <a:rPr sz="1800" spc="-5" dirty="0">
                <a:latin typeface="Arial MT"/>
                <a:cs typeface="Arial MT"/>
              </a:rPr>
              <a:t>Python</a:t>
            </a:r>
            <a:r>
              <a:rPr sz="1800" spc="-20" dirty="0">
                <a:latin typeface="Arial MT"/>
                <a:cs typeface="Arial MT"/>
              </a:rPr>
              <a:t> </a:t>
            </a:r>
            <a:r>
              <a:rPr sz="1800" spc="-5" dirty="0">
                <a:latin typeface="Arial MT"/>
                <a:cs typeface="Arial MT"/>
              </a:rPr>
              <a:t>provides</a:t>
            </a:r>
            <a:r>
              <a:rPr sz="1800" spc="-10" dirty="0">
                <a:latin typeface="Arial MT"/>
                <a:cs typeface="Arial MT"/>
              </a:rPr>
              <a:t> </a:t>
            </a:r>
            <a:r>
              <a:rPr sz="1800" dirty="0">
                <a:latin typeface="Arial MT"/>
                <a:cs typeface="Arial MT"/>
              </a:rPr>
              <a:t>many</a:t>
            </a:r>
            <a:r>
              <a:rPr sz="1800" spc="-10" dirty="0">
                <a:latin typeface="Arial MT"/>
                <a:cs typeface="Arial MT"/>
              </a:rPr>
              <a:t> </a:t>
            </a:r>
            <a:r>
              <a:rPr sz="1800" spc="-5" dirty="0">
                <a:latin typeface="Arial MT"/>
                <a:cs typeface="Arial MT"/>
              </a:rPr>
              <a:t>functions</a:t>
            </a:r>
            <a:r>
              <a:rPr sz="1800" spc="-10" dirty="0">
                <a:latin typeface="Arial MT"/>
                <a:cs typeface="Arial MT"/>
              </a:rPr>
              <a:t> </a:t>
            </a:r>
            <a:r>
              <a:rPr sz="1800" spc="-5" dirty="0">
                <a:latin typeface="Arial MT"/>
                <a:cs typeface="Arial MT"/>
              </a:rPr>
              <a:t>that</a:t>
            </a:r>
            <a:r>
              <a:rPr sz="1800" spc="-10" dirty="0">
                <a:latin typeface="Arial MT"/>
                <a:cs typeface="Arial MT"/>
              </a:rPr>
              <a:t> </a:t>
            </a:r>
            <a:r>
              <a:rPr sz="1800" spc="-5" dirty="0">
                <a:latin typeface="Arial MT"/>
                <a:cs typeface="Arial MT"/>
              </a:rPr>
              <a:t>are</a:t>
            </a:r>
            <a:r>
              <a:rPr sz="1800" spc="-10" dirty="0">
                <a:latin typeface="Arial MT"/>
                <a:cs typeface="Arial MT"/>
              </a:rPr>
              <a:t> </a:t>
            </a:r>
            <a:r>
              <a:rPr sz="1800" spc="-5" dirty="0">
                <a:latin typeface="Arial MT"/>
                <a:cs typeface="Arial MT"/>
              </a:rPr>
              <a:t>built-in</a:t>
            </a:r>
            <a:r>
              <a:rPr sz="1800" spc="-10" dirty="0">
                <a:latin typeface="Arial MT"/>
                <a:cs typeface="Arial MT"/>
              </a:rPr>
              <a:t> </a:t>
            </a:r>
            <a:r>
              <a:rPr sz="1800" spc="-5" dirty="0">
                <a:latin typeface="Arial MT"/>
                <a:cs typeface="Arial MT"/>
              </a:rPr>
              <a:t>to</a:t>
            </a:r>
            <a:r>
              <a:rPr sz="1800" spc="-10" dirty="0">
                <a:latin typeface="Arial MT"/>
                <a:cs typeface="Arial MT"/>
              </a:rPr>
              <a:t> </a:t>
            </a:r>
            <a:r>
              <a:rPr sz="1800" spc="-5" dirty="0">
                <a:latin typeface="Arial MT"/>
                <a:cs typeface="Arial MT"/>
              </a:rPr>
              <a:t>the</a:t>
            </a:r>
            <a:r>
              <a:rPr sz="1800" spc="-10" dirty="0">
                <a:latin typeface="Arial MT"/>
                <a:cs typeface="Arial MT"/>
              </a:rPr>
              <a:t> </a:t>
            </a:r>
            <a:r>
              <a:rPr sz="1800" spc="-5" dirty="0">
                <a:latin typeface="Arial MT"/>
                <a:cs typeface="Arial MT"/>
              </a:rPr>
              <a:t>interpreter</a:t>
            </a:r>
            <a:r>
              <a:rPr sz="1800" spc="-10" dirty="0">
                <a:latin typeface="Arial MT"/>
                <a:cs typeface="Arial MT"/>
              </a:rPr>
              <a:t> </a:t>
            </a:r>
            <a:r>
              <a:rPr sz="1800" spc="-5" dirty="0">
                <a:latin typeface="Arial MT"/>
                <a:cs typeface="Arial MT"/>
              </a:rPr>
              <a:t>and</a:t>
            </a:r>
            <a:endParaRPr sz="1800">
              <a:latin typeface="Arial MT"/>
              <a:cs typeface="Arial MT"/>
            </a:endParaRPr>
          </a:p>
          <a:p>
            <a:pPr marL="137160">
              <a:lnSpc>
                <a:spcPts val="2060"/>
              </a:lnSpc>
            </a:pPr>
            <a:r>
              <a:rPr sz="1800" spc="-5" dirty="0">
                <a:latin typeface="Arial MT"/>
                <a:cs typeface="Arial MT"/>
              </a:rPr>
              <a:t>always</a:t>
            </a:r>
            <a:r>
              <a:rPr sz="1800" spc="-50" dirty="0">
                <a:latin typeface="Arial MT"/>
                <a:cs typeface="Arial MT"/>
              </a:rPr>
              <a:t> </a:t>
            </a:r>
            <a:r>
              <a:rPr sz="1800" spc="-5" dirty="0">
                <a:latin typeface="Arial MT"/>
                <a:cs typeface="Arial MT"/>
              </a:rPr>
              <a:t>available.</a:t>
            </a:r>
            <a:endParaRPr sz="1800">
              <a:latin typeface="Arial MT"/>
              <a:cs typeface="Arial MT"/>
            </a:endParaRPr>
          </a:p>
          <a:p>
            <a:pPr marL="137795" indent="-125730">
              <a:lnSpc>
                <a:spcPct val="100000"/>
              </a:lnSpc>
              <a:spcBef>
                <a:spcPts val="395"/>
              </a:spcBef>
              <a:buSzPct val="150000"/>
              <a:buChar char="•"/>
              <a:tabLst>
                <a:tab pos="138430" algn="l"/>
              </a:tabLst>
            </a:pPr>
            <a:r>
              <a:rPr sz="1800" spc="-5" dirty="0">
                <a:latin typeface="Arial MT"/>
                <a:cs typeface="Arial MT"/>
              </a:rPr>
              <a:t>Here</a:t>
            </a:r>
            <a:r>
              <a:rPr sz="1800" spc="-15" dirty="0">
                <a:latin typeface="Arial MT"/>
                <a:cs typeface="Arial MT"/>
              </a:rPr>
              <a:t> </a:t>
            </a:r>
            <a:r>
              <a:rPr sz="1800" spc="-5" dirty="0">
                <a:latin typeface="Arial MT"/>
                <a:cs typeface="Arial MT"/>
              </a:rPr>
              <a:t>are</a:t>
            </a:r>
            <a:r>
              <a:rPr sz="1800" spc="-15" dirty="0">
                <a:latin typeface="Arial MT"/>
                <a:cs typeface="Arial MT"/>
              </a:rPr>
              <a:t> </a:t>
            </a:r>
            <a:r>
              <a:rPr sz="1800" dirty="0">
                <a:latin typeface="Arial MT"/>
                <a:cs typeface="Arial MT"/>
              </a:rPr>
              <a:t>a</a:t>
            </a:r>
            <a:r>
              <a:rPr sz="1800" spc="-15" dirty="0">
                <a:latin typeface="Arial MT"/>
                <a:cs typeface="Arial MT"/>
              </a:rPr>
              <a:t> </a:t>
            </a:r>
            <a:r>
              <a:rPr sz="1800" spc="-5" dirty="0">
                <a:latin typeface="Arial MT"/>
                <a:cs typeface="Arial MT"/>
              </a:rPr>
              <a:t>few</a:t>
            </a:r>
            <a:r>
              <a:rPr sz="1800" spc="-10" dirty="0">
                <a:latin typeface="Arial MT"/>
                <a:cs typeface="Arial MT"/>
              </a:rPr>
              <a:t> </a:t>
            </a:r>
            <a:r>
              <a:rPr sz="1800" spc="-5" dirty="0">
                <a:latin typeface="Arial MT"/>
                <a:cs typeface="Arial MT"/>
              </a:rPr>
              <a:t>that</a:t>
            </a:r>
            <a:r>
              <a:rPr sz="1800" spc="-15" dirty="0">
                <a:latin typeface="Arial MT"/>
                <a:cs typeface="Arial MT"/>
              </a:rPr>
              <a:t> </a:t>
            </a:r>
            <a:r>
              <a:rPr sz="1800" spc="-5" dirty="0">
                <a:latin typeface="Arial MT"/>
                <a:cs typeface="Arial MT"/>
              </a:rPr>
              <a:t>work</a:t>
            </a:r>
            <a:r>
              <a:rPr sz="1800" spc="-15" dirty="0">
                <a:latin typeface="Arial MT"/>
                <a:cs typeface="Arial MT"/>
              </a:rPr>
              <a:t> </a:t>
            </a:r>
            <a:r>
              <a:rPr sz="1800" spc="-5" dirty="0">
                <a:latin typeface="Arial MT"/>
                <a:cs typeface="Arial MT"/>
              </a:rPr>
              <a:t>with</a:t>
            </a:r>
            <a:r>
              <a:rPr sz="1800" spc="-10" dirty="0">
                <a:latin typeface="Arial MT"/>
                <a:cs typeface="Arial MT"/>
              </a:rPr>
              <a:t> </a:t>
            </a:r>
            <a:r>
              <a:rPr sz="1800" dirty="0">
                <a:latin typeface="Arial MT"/>
                <a:cs typeface="Arial MT"/>
              </a:rPr>
              <a:t>strings:</a:t>
            </a:r>
            <a:endParaRPr sz="1800">
              <a:latin typeface="Arial MT"/>
              <a:cs typeface="Arial MT"/>
            </a:endParaRPr>
          </a:p>
          <a:p>
            <a:pPr marL="1443990" algn="just">
              <a:lnSpc>
                <a:spcPct val="100000"/>
              </a:lnSpc>
              <a:spcBef>
                <a:spcPts val="550"/>
              </a:spcBef>
            </a:pPr>
            <a:r>
              <a:rPr sz="1400" b="1" spc="-5" dirty="0">
                <a:latin typeface="Arial"/>
                <a:cs typeface="Arial"/>
              </a:rPr>
              <a:t>Function</a:t>
            </a:r>
            <a:r>
              <a:rPr sz="1400" b="1" spc="515" dirty="0">
                <a:latin typeface="Arial"/>
                <a:cs typeface="Arial"/>
              </a:rPr>
              <a:t>   </a:t>
            </a:r>
            <a:r>
              <a:rPr sz="1400" b="1" spc="-5" dirty="0">
                <a:latin typeface="Arial"/>
                <a:cs typeface="Arial"/>
              </a:rPr>
              <a:t>Description</a:t>
            </a:r>
            <a:endParaRPr sz="1400">
              <a:latin typeface="Arial"/>
              <a:cs typeface="Arial"/>
            </a:endParaRPr>
          </a:p>
          <a:p>
            <a:pPr marL="1443990" marR="1892300" algn="just">
              <a:lnSpc>
                <a:spcPts val="2220"/>
              </a:lnSpc>
              <a:spcBef>
                <a:spcPts val="70"/>
              </a:spcBef>
              <a:tabLst>
                <a:tab pos="2550795" algn="l"/>
              </a:tabLst>
            </a:pPr>
            <a:r>
              <a:rPr sz="1400" dirty="0">
                <a:latin typeface="Arial MT"/>
                <a:cs typeface="Arial MT"/>
              </a:rPr>
              <a:t>chr()	</a:t>
            </a:r>
            <a:r>
              <a:rPr sz="1400" spc="-5" dirty="0">
                <a:latin typeface="Arial MT"/>
                <a:cs typeface="Arial MT"/>
              </a:rPr>
              <a:t>Converts an integer to </a:t>
            </a:r>
            <a:r>
              <a:rPr sz="1400" dirty="0">
                <a:latin typeface="Arial MT"/>
                <a:cs typeface="Arial MT"/>
              </a:rPr>
              <a:t>a character </a:t>
            </a:r>
            <a:r>
              <a:rPr sz="1400" spc="-375" dirty="0">
                <a:latin typeface="Arial MT"/>
                <a:cs typeface="Arial MT"/>
              </a:rPr>
              <a:t> </a:t>
            </a:r>
            <a:r>
              <a:rPr sz="1400" spc="-5" dirty="0">
                <a:latin typeface="Arial MT"/>
                <a:cs typeface="Arial MT"/>
              </a:rPr>
              <a:t>ord()	Converts </a:t>
            </a:r>
            <a:r>
              <a:rPr sz="1400" dirty="0">
                <a:latin typeface="Arial MT"/>
                <a:cs typeface="Arial MT"/>
              </a:rPr>
              <a:t>a character </a:t>
            </a:r>
            <a:r>
              <a:rPr sz="1400" spc="-5" dirty="0">
                <a:latin typeface="Arial MT"/>
                <a:cs typeface="Arial MT"/>
              </a:rPr>
              <a:t>to an integer </a:t>
            </a:r>
            <a:r>
              <a:rPr sz="1400" spc="-380" dirty="0">
                <a:latin typeface="Arial MT"/>
                <a:cs typeface="Arial MT"/>
              </a:rPr>
              <a:t> </a:t>
            </a:r>
            <a:r>
              <a:rPr sz="1400" spc="-5" dirty="0">
                <a:latin typeface="Arial MT"/>
                <a:cs typeface="Arial MT"/>
              </a:rPr>
              <a:t>len()	Returns</a:t>
            </a:r>
            <a:r>
              <a:rPr sz="1400" spc="-15" dirty="0">
                <a:latin typeface="Arial MT"/>
                <a:cs typeface="Arial MT"/>
              </a:rPr>
              <a:t> </a:t>
            </a:r>
            <a:r>
              <a:rPr sz="1400" spc="-5" dirty="0">
                <a:latin typeface="Arial MT"/>
                <a:cs typeface="Arial MT"/>
              </a:rPr>
              <a:t>the</a:t>
            </a:r>
            <a:r>
              <a:rPr sz="1400" spc="-10" dirty="0">
                <a:latin typeface="Arial MT"/>
                <a:cs typeface="Arial MT"/>
              </a:rPr>
              <a:t> </a:t>
            </a:r>
            <a:r>
              <a:rPr sz="1400" spc="-5" dirty="0">
                <a:latin typeface="Arial MT"/>
                <a:cs typeface="Arial MT"/>
              </a:rPr>
              <a:t>length</a:t>
            </a:r>
            <a:r>
              <a:rPr sz="1400" spc="-10" dirty="0">
                <a:latin typeface="Arial MT"/>
                <a:cs typeface="Arial MT"/>
              </a:rPr>
              <a:t> </a:t>
            </a:r>
            <a:r>
              <a:rPr sz="1400" spc="-5" dirty="0">
                <a:latin typeface="Arial MT"/>
                <a:cs typeface="Arial MT"/>
              </a:rPr>
              <a:t>of</a:t>
            </a:r>
            <a:r>
              <a:rPr sz="1400" spc="-10" dirty="0">
                <a:latin typeface="Arial MT"/>
                <a:cs typeface="Arial MT"/>
              </a:rPr>
              <a:t> </a:t>
            </a:r>
            <a:r>
              <a:rPr sz="1400" dirty="0">
                <a:latin typeface="Arial MT"/>
                <a:cs typeface="Arial MT"/>
              </a:rPr>
              <a:t>a</a:t>
            </a:r>
            <a:r>
              <a:rPr sz="1400" spc="-10" dirty="0">
                <a:latin typeface="Arial MT"/>
                <a:cs typeface="Arial MT"/>
              </a:rPr>
              <a:t> </a:t>
            </a:r>
            <a:r>
              <a:rPr sz="1400" dirty="0">
                <a:latin typeface="Arial MT"/>
                <a:cs typeface="Arial MT"/>
              </a:rPr>
              <a:t>string</a:t>
            </a:r>
            <a:endParaRPr sz="1400">
              <a:latin typeface="Arial MT"/>
              <a:cs typeface="Arial MT"/>
            </a:endParaRPr>
          </a:p>
          <a:p>
            <a:pPr marL="1443990" algn="just">
              <a:lnSpc>
                <a:spcPct val="100000"/>
              </a:lnSpc>
              <a:spcBef>
                <a:spcPts val="380"/>
              </a:spcBef>
              <a:tabLst>
                <a:tab pos="2550795" algn="l"/>
              </a:tabLst>
            </a:pPr>
            <a:r>
              <a:rPr sz="1400" dirty="0">
                <a:latin typeface="Arial MT"/>
                <a:cs typeface="Arial MT"/>
              </a:rPr>
              <a:t>str()	</a:t>
            </a:r>
            <a:r>
              <a:rPr sz="1400" spc="-5" dirty="0">
                <a:latin typeface="Arial MT"/>
                <a:cs typeface="Arial MT"/>
              </a:rPr>
              <a:t>Returns</a:t>
            </a:r>
            <a:r>
              <a:rPr sz="1400" spc="-20" dirty="0">
                <a:latin typeface="Arial MT"/>
                <a:cs typeface="Arial MT"/>
              </a:rPr>
              <a:t> </a:t>
            </a:r>
            <a:r>
              <a:rPr sz="1400" dirty="0">
                <a:latin typeface="Arial MT"/>
                <a:cs typeface="Arial MT"/>
              </a:rPr>
              <a:t>a</a:t>
            </a:r>
            <a:r>
              <a:rPr sz="1400" spc="-15" dirty="0">
                <a:latin typeface="Arial MT"/>
                <a:cs typeface="Arial MT"/>
              </a:rPr>
              <a:t> </a:t>
            </a:r>
            <a:r>
              <a:rPr sz="1400" dirty="0">
                <a:latin typeface="Arial MT"/>
                <a:cs typeface="Arial MT"/>
              </a:rPr>
              <a:t>string</a:t>
            </a:r>
            <a:r>
              <a:rPr sz="1400" spc="-20" dirty="0">
                <a:latin typeface="Arial MT"/>
                <a:cs typeface="Arial MT"/>
              </a:rPr>
              <a:t> </a:t>
            </a:r>
            <a:r>
              <a:rPr sz="1400" dirty="0">
                <a:latin typeface="Arial MT"/>
                <a:cs typeface="Arial MT"/>
              </a:rPr>
              <a:t>representation</a:t>
            </a:r>
            <a:r>
              <a:rPr sz="1400" spc="-15" dirty="0">
                <a:latin typeface="Arial MT"/>
                <a:cs typeface="Arial MT"/>
              </a:rPr>
              <a:t> </a:t>
            </a:r>
            <a:r>
              <a:rPr sz="1400" spc="-5" dirty="0">
                <a:latin typeface="Arial MT"/>
                <a:cs typeface="Arial MT"/>
              </a:rPr>
              <a:t>of</a:t>
            </a:r>
            <a:r>
              <a:rPr sz="1400" spc="-15" dirty="0">
                <a:latin typeface="Arial MT"/>
                <a:cs typeface="Arial MT"/>
              </a:rPr>
              <a:t> </a:t>
            </a:r>
            <a:r>
              <a:rPr sz="1400" spc="-5" dirty="0">
                <a:latin typeface="Arial MT"/>
                <a:cs typeface="Arial MT"/>
              </a:rPr>
              <a:t>an</a:t>
            </a:r>
            <a:r>
              <a:rPr sz="1400" spc="-20" dirty="0">
                <a:latin typeface="Arial MT"/>
                <a:cs typeface="Arial MT"/>
              </a:rPr>
              <a:t> </a:t>
            </a:r>
            <a:r>
              <a:rPr sz="1400" spc="-5" dirty="0">
                <a:latin typeface="Arial MT"/>
                <a:cs typeface="Arial MT"/>
              </a:rPr>
              <a:t>object</a:t>
            </a:r>
            <a:endParaRPr sz="1400">
              <a:latin typeface="Arial MT"/>
              <a:cs typeface="Arial MT"/>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82625" y="483503"/>
            <a:ext cx="5381625" cy="513080"/>
          </a:xfrm>
          <a:prstGeom prst="rect">
            <a:avLst/>
          </a:prstGeom>
        </p:spPr>
        <p:txBody>
          <a:bodyPr vert="horz" wrap="square" lIns="0" tIns="12700" rIns="0" bIns="0" rtlCol="0">
            <a:spAutoFit/>
          </a:bodyPr>
          <a:lstStyle/>
          <a:p>
            <a:pPr marL="12700">
              <a:lnSpc>
                <a:spcPct val="100000"/>
              </a:lnSpc>
              <a:spcBef>
                <a:spcPts val="100"/>
              </a:spcBef>
            </a:pPr>
            <a:r>
              <a:rPr spc="254" dirty="0"/>
              <a:t>Built-in</a:t>
            </a:r>
            <a:r>
              <a:rPr spc="125" dirty="0"/>
              <a:t> </a:t>
            </a:r>
            <a:r>
              <a:rPr spc="240" dirty="0"/>
              <a:t>String</a:t>
            </a:r>
            <a:r>
              <a:rPr spc="90" dirty="0"/>
              <a:t> </a:t>
            </a:r>
            <a:r>
              <a:rPr spc="265" dirty="0"/>
              <a:t>Functions</a:t>
            </a:r>
          </a:p>
        </p:txBody>
      </p:sp>
      <p:sp>
        <p:nvSpPr>
          <p:cNvPr id="3" name="object 3"/>
          <p:cNvSpPr txBox="1"/>
          <p:nvPr/>
        </p:nvSpPr>
        <p:spPr>
          <a:xfrm>
            <a:off x="682625" y="1413603"/>
            <a:ext cx="5071745" cy="2567305"/>
          </a:xfrm>
          <a:prstGeom prst="rect">
            <a:avLst/>
          </a:prstGeom>
        </p:spPr>
        <p:txBody>
          <a:bodyPr vert="horz" wrap="square" lIns="0" tIns="0" rIns="0" bIns="0" rtlCol="0">
            <a:spAutoFit/>
          </a:bodyPr>
          <a:lstStyle/>
          <a:p>
            <a:pPr marL="184785" indent="-126364">
              <a:lnSpc>
                <a:spcPts val="2855"/>
              </a:lnSpc>
              <a:buSzPct val="150000"/>
              <a:buChar char="•"/>
              <a:tabLst>
                <a:tab pos="185420" algn="l"/>
              </a:tabLst>
            </a:pPr>
            <a:r>
              <a:rPr sz="1800" b="1" spc="-5" dirty="0">
                <a:latin typeface="Arial"/>
                <a:cs typeface="Arial"/>
              </a:rPr>
              <a:t>ord()</a:t>
            </a:r>
            <a:endParaRPr sz="1800">
              <a:latin typeface="Arial"/>
              <a:cs typeface="Arial"/>
            </a:endParaRPr>
          </a:p>
          <a:p>
            <a:pPr marL="184785" indent="-126364">
              <a:lnSpc>
                <a:spcPct val="100000"/>
              </a:lnSpc>
              <a:spcBef>
                <a:spcPts val="414"/>
              </a:spcBef>
              <a:buSzPct val="150000"/>
              <a:buChar char="•"/>
              <a:tabLst>
                <a:tab pos="185420" algn="l"/>
              </a:tabLst>
            </a:pPr>
            <a:r>
              <a:rPr sz="1800" spc="-5" dirty="0">
                <a:latin typeface="Arial MT"/>
                <a:cs typeface="Arial MT"/>
              </a:rPr>
              <a:t>Returns</a:t>
            </a:r>
            <a:r>
              <a:rPr sz="1800" spc="-15" dirty="0">
                <a:latin typeface="Arial MT"/>
                <a:cs typeface="Arial MT"/>
              </a:rPr>
              <a:t> </a:t>
            </a:r>
            <a:r>
              <a:rPr sz="1800" spc="-5" dirty="0">
                <a:latin typeface="Arial MT"/>
                <a:cs typeface="Arial MT"/>
              </a:rPr>
              <a:t>an</a:t>
            </a:r>
            <a:r>
              <a:rPr sz="1800" spc="-15" dirty="0">
                <a:latin typeface="Arial MT"/>
                <a:cs typeface="Arial MT"/>
              </a:rPr>
              <a:t> </a:t>
            </a:r>
            <a:r>
              <a:rPr sz="1800" spc="-5" dirty="0">
                <a:latin typeface="Arial MT"/>
                <a:cs typeface="Arial MT"/>
              </a:rPr>
              <a:t>integer</a:t>
            </a:r>
            <a:r>
              <a:rPr sz="1800" spc="-15" dirty="0">
                <a:latin typeface="Arial MT"/>
                <a:cs typeface="Arial MT"/>
              </a:rPr>
              <a:t> </a:t>
            </a:r>
            <a:r>
              <a:rPr sz="1800" dirty="0">
                <a:latin typeface="Arial MT"/>
                <a:cs typeface="Arial MT"/>
              </a:rPr>
              <a:t>value</a:t>
            </a:r>
            <a:r>
              <a:rPr sz="1800" spc="-15" dirty="0">
                <a:latin typeface="Arial MT"/>
                <a:cs typeface="Arial MT"/>
              </a:rPr>
              <a:t> </a:t>
            </a:r>
            <a:r>
              <a:rPr sz="1800" spc="-5" dirty="0">
                <a:latin typeface="Arial MT"/>
                <a:cs typeface="Arial MT"/>
              </a:rPr>
              <a:t>for</a:t>
            </a:r>
            <a:r>
              <a:rPr sz="1800" spc="-15" dirty="0">
                <a:latin typeface="Arial MT"/>
                <a:cs typeface="Arial MT"/>
              </a:rPr>
              <a:t> </a:t>
            </a:r>
            <a:r>
              <a:rPr sz="1800" spc="-5" dirty="0">
                <a:latin typeface="Arial MT"/>
                <a:cs typeface="Arial MT"/>
              </a:rPr>
              <a:t>the</a:t>
            </a:r>
            <a:r>
              <a:rPr sz="1800" spc="-15" dirty="0">
                <a:latin typeface="Arial MT"/>
                <a:cs typeface="Arial MT"/>
              </a:rPr>
              <a:t> </a:t>
            </a:r>
            <a:r>
              <a:rPr sz="1800" spc="-5" dirty="0">
                <a:latin typeface="Arial MT"/>
                <a:cs typeface="Arial MT"/>
              </a:rPr>
              <a:t>given</a:t>
            </a:r>
            <a:r>
              <a:rPr sz="1800" spc="-15" dirty="0">
                <a:latin typeface="Arial MT"/>
                <a:cs typeface="Arial MT"/>
              </a:rPr>
              <a:t> </a:t>
            </a:r>
            <a:r>
              <a:rPr sz="1800" spc="-10" dirty="0">
                <a:latin typeface="Arial MT"/>
                <a:cs typeface="Arial MT"/>
              </a:rPr>
              <a:t>character.</a:t>
            </a:r>
            <a:endParaRPr sz="1800">
              <a:latin typeface="Arial MT"/>
              <a:cs typeface="Arial MT"/>
            </a:endParaRPr>
          </a:p>
          <a:p>
            <a:pPr marL="12700" marR="3891279">
              <a:lnSpc>
                <a:spcPct val="124700"/>
              </a:lnSpc>
              <a:spcBef>
                <a:spcPts val="2710"/>
              </a:spcBef>
            </a:pPr>
            <a:r>
              <a:rPr sz="1800" spc="-5" dirty="0">
                <a:solidFill>
                  <a:srgbClr val="FF0000"/>
                </a:solidFill>
                <a:latin typeface="Arial MT"/>
                <a:cs typeface="Arial MT"/>
              </a:rPr>
              <a:t>&gt;&gt;&gt;</a:t>
            </a:r>
            <a:r>
              <a:rPr sz="1800" spc="-95" dirty="0">
                <a:solidFill>
                  <a:srgbClr val="FF0000"/>
                </a:solidFill>
                <a:latin typeface="Arial MT"/>
                <a:cs typeface="Arial MT"/>
              </a:rPr>
              <a:t> </a:t>
            </a:r>
            <a:r>
              <a:rPr sz="1800" spc="-5" dirty="0">
                <a:solidFill>
                  <a:srgbClr val="FF0000"/>
                </a:solidFill>
                <a:latin typeface="Arial MT"/>
                <a:cs typeface="Arial MT"/>
              </a:rPr>
              <a:t>ord('a') </a:t>
            </a:r>
            <a:r>
              <a:rPr sz="1800" spc="-484" dirty="0">
                <a:solidFill>
                  <a:srgbClr val="FF0000"/>
                </a:solidFill>
                <a:latin typeface="Arial MT"/>
                <a:cs typeface="Arial MT"/>
              </a:rPr>
              <a:t> </a:t>
            </a:r>
            <a:r>
              <a:rPr sz="1800" spc="-5" dirty="0">
                <a:solidFill>
                  <a:srgbClr val="FF0000"/>
                </a:solidFill>
                <a:latin typeface="Arial MT"/>
                <a:cs typeface="Arial MT"/>
              </a:rPr>
              <a:t>97</a:t>
            </a:r>
            <a:endParaRPr sz="1800">
              <a:latin typeface="Arial MT"/>
              <a:cs typeface="Arial MT"/>
            </a:endParaRPr>
          </a:p>
          <a:p>
            <a:pPr marL="12700" marR="3891279">
              <a:lnSpc>
                <a:spcPct val="124700"/>
              </a:lnSpc>
            </a:pPr>
            <a:r>
              <a:rPr sz="1800" spc="-5" dirty="0">
                <a:solidFill>
                  <a:srgbClr val="FF0000"/>
                </a:solidFill>
                <a:latin typeface="Arial MT"/>
                <a:cs typeface="Arial MT"/>
              </a:rPr>
              <a:t>&gt;&gt;&gt;</a:t>
            </a:r>
            <a:r>
              <a:rPr sz="1800" spc="-95" dirty="0">
                <a:solidFill>
                  <a:srgbClr val="FF0000"/>
                </a:solidFill>
                <a:latin typeface="Arial MT"/>
                <a:cs typeface="Arial MT"/>
              </a:rPr>
              <a:t> </a:t>
            </a:r>
            <a:r>
              <a:rPr sz="1800" spc="-5" dirty="0">
                <a:solidFill>
                  <a:srgbClr val="FF0000"/>
                </a:solidFill>
                <a:latin typeface="Arial MT"/>
                <a:cs typeface="Arial MT"/>
              </a:rPr>
              <a:t>ord('#') </a:t>
            </a:r>
            <a:r>
              <a:rPr sz="1800" spc="-484" dirty="0">
                <a:solidFill>
                  <a:srgbClr val="FF0000"/>
                </a:solidFill>
                <a:latin typeface="Arial MT"/>
                <a:cs typeface="Arial MT"/>
              </a:rPr>
              <a:t> </a:t>
            </a:r>
            <a:r>
              <a:rPr sz="1800" spc="-5" dirty="0">
                <a:solidFill>
                  <a:srgbClr val="FF0000"/>
                </a:solidFill>
                <a:latin typeface="Arial MT"/>
                <a:cs typeface="Arial MT"/>
              </a:rPr>
              <a:t>35</a:t>
            </a:r>
            <a:endParaRPr sz="1800">
              <a:latin typeface="Arial MT"/>
              <a:cs typeface="Arial MT"/>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82625" y="483503"/>
            <a:ext cx="5381625" cy="513080"/>
          </a:xfrm>
          <a:prstGeom prst="rect">
            <a:avLst/>
          </a:prstGeom>
        </p:spPr>
        <p:txBody>
          <a:bodyPr vert="horz" wrap="square" lIns="0" tIns="12700" rIns="0" bIns="0" rtlCol="0">
            <a:spAutoFit/>
          </a:bodyPr>
          <a:lstStyle/>
          <a:p>
            <a:pPr marL="12700">
              <a:lnSpc>
                <a:spcPct val="100000"/>
              </a:lnSpc>
              <a:spcBef>
                <a:spcPts val="100"/>
              </a:spcBef>
            </a:pPr>
            <a:r>
              <a:rPr spc="254" dirty="0"/>
              <a:t>Built-in</a:t>
            </a:r>
            <a:r>
              <a:rPr spc="125" dirty="0"/>
              <a:t> </a:t>
            </a:r>
            <a:r>
              <a:rPr spc="240" dirty="0"/>
              <a:t>String</a:t>
            </a:r>
            <a:r>
              <a:rPr spc="90" dirty="0"/>
              <a:t> </a:t>
            </a:r>
            <a:r>
              <a:rPr spc="265" dirty="0"/>
              <a:t>Functions</a:t>
            </a:r>
          </a:p>
        </p:txBody>
      </p:sp>
      <p:sp>
        <p:nvSpPr>
          <p:cNvPr id="3" name="object 3"/>
          <p:cNvSpPr txBox="1"/>
          <p:nvPr/>
        </p:nvSpPr>
        <p:spPr>
          <a:xfrm>
            <a:off x="682625" y="1413603"/>
            <a:ext cx="7700645" cy="2951480"/>
          </a:xfrm>
          <a:prstGeom prst="rect">
            <a:avLst/>
          </a:prstGeom>
        </p:spPr>
        <p:txBody>
          <a:bodyPr vert="horz" wrap="square" lIns="0" tIns="0" rIns="0" bIns="0" rtlCol="0">
            <a:spAutoFit/>
          </a:bodyPr>
          <a:lstStyle/>
          <a:p>
            <a:pPr marL="184785" indent="-126364">
              <a:lnSpc>
                <a:spcPts val="2855"/>
              </a:lnSpc>
              <a:buSzPct val="150000"/>
              <a:buChar char="•"/>
              <a:tabLst>
                <a:tab pos="185420" algn="l"/>
              </a:tabLst>
            </a:pPr>
            <a:r>
              <a:rPr sz="1800" b="1" spc="-5" dirty="0">
                <a:latin typeface="Arial"/>
                <a:cs typeface="Arial"/>
              </a:rPr>
              <a:t>chr(n)</a:t>
            </a:r>
            <a:endParaRPr sz="1800">
              <a:latin typeface="Arial"/>
              <a:cs typeface="Arial"/>
            </a:endParaRPr>
          </a:p>
          <a:p>
            <a:pPr marL="184785" indent="-126364">
              <a:lnSpc>
                <a:spcPct val="100000"/>
              </a:lnSpc>
              <a:spcBef>
                <a:spcPts val="414"/>
              </a:spcBef>
              <a:buSzPct val="150000"/>
              <a:buChar char="•"/>
              <a:tabLst>
                <a:tab pos="185420" algn="l"/>
              </a:tabLst>
            </a:pPr>
            <a:r>
              <a:rPr sz="1800" dirty="0">
                <a:latin typeface="Arial MT"/>
                <a:cs typeface="Arial MT"/>
              </a:rPr>
              <a:t>chr()</a:t>
            </a:r>
            <a:r>
              <a:rPr sz="1800" spc="-20" dirty="0">
                <a:latin typeface="Arial MT"/>
                <a:cs typeface="Arial MT"/>
              </a:rPr>
              <a:t> </a:t>
            </a:r>
            <a:r>
              <a:rPr sz="1800" spc="-5" dirty="0">
                <a:latin typeface="Arial MT"/>
                <a:cs typeface="Arial MT"/>
              </a:rPr>
              <a:t>does</a:t>
            </a:r>
            <a:r>
              <a:rPr sz="1800" spc="-20" dirty="0">
                <a:latin typeface="Arial MT"/>
                <a:cs typeface="Arial MT"/>
              </a:rPr>
              <a:t> </a:t>
            </a:r>
            <a:r>
              <a:rPr sz="1800" spc="-5" dirty="0">
                <a:latin typeface="Arial MT"/>
                <a:cs typeface="Arial MT"/>
              </a:rPr>
              <a:t>the</a:t>
            </a:r>
            <a:r>
              <a:rPr sz="1800" spc="-20" dirty="0">
                <a:latin typeface="Arial MT"/>
                <a:cs typeface="Arial MT"/>
              </a:rPr>
              <a:t> </a:t>
            </a:r>
            <a:r>
              <a:rPr sz="1800" dirty="0">
                <a:latin typeface="Arial MT"/>
                <a:cs typeface="Arial MT"/>
              </a:rPr>
              <a:t>reverse</a:t>
            </a:r>
            <a:r>
              <a:rPr sz="1800" spc="-15" dirty="0">
                <a:latin typeface="Arial MT"/>
                <a:cs typeface="Arial MT"/>
              </a:rPr>
              <a:t> </a:t>
            </a:r>
            <a:r>
              <a:rPr sz="1800" spc="-5" dirty="0">
                <a:latin typeface="Arial MT"/>
                <a:cs typeface="Arial MT"/>
              </a:rPr>
              <a:t>of</a:t>
            </a:r>
            <a:r>
              <a:rPr sz="1800" spc="-20" dirty="0">
                <a:latin typeface="Arial MT"/>
                <a:cs typeface="Arial MT"/>
              </a:rPr>
              <a:t> </a:t>
            </a:r>
            <a:r>
              <a:rPr sz="1800" spc="-5" dirty="0">
                <a:latin typeface="Arial MT"/>
                <a:cs typeface="Arial MT"/>
              </a:rPr>
              <a:t>ord().</a:t>
            </a:r>
            <a:endParaRPr sz="1800">
              <a:latin typeface="Arial MT"/>
              <a:cs typeface="Arial MT"/>
            </a:endParaRPr>
          </a:p>
          <a:p>
            <a:pPr marL="184150" marR="5080" indent="-125095">
              <a:lnSpc>
                <a:spcPct val="91500"/>
              </a:lnSpc>
              <a:spcBef>
                <a:spcPts val="695"/>
              </a:spcBef>
              <a:buSzPct val="150000"/>
              <a:buChar char="•"/>
              <a:tabLst>
                <a:tab pos="185420" algn="l"/>
              </a:tabLst>
            </a:pPr>
            <a:r>
              <a:rPr sz="1800" spc="-5" dirty="0">
                <a:latin typeface="Arial MT"/>
                <a:cs typeface="Arial MT"/>
              </a:rPr>
              <a:t>Given</a:t>
            </a:r>
            <a:r>
              <a:rPr sz="1800" spc="-15" dirty="0">
                <a:latin typeface="Arial MT"/>
                <a:cs typeface="Arial MT"/>
              </a:rPr>
              <a:t> </a:t>
            </a:r>
            <a:r>
              <a:rPr sz="1800" dirty="0">
                <a:latin typeface="Arial MT"/>
                <a:cs typeface="Arial MT"/>
              </a:rPr>
              <a:t>a</a:t>
            </a:r>
            <a:r>
              <a:rPr sz="1800" spc="-10" dirty="0">
                <a:latin typeface="Arial MT"/>
                <a:cs typeface="Arial MT"/>
              </a:rPr>
              <a:t> </a:t>
            </a:r>
            <a:r>
              <a:rPr sz="1800" spc="-5" dirty="0">
                <a:latin typeface="Arial MT"/>
                <a:cs typeface="Arial MT"/>
              </a:rPr>
              <a:t>numeric</a:t>
            </a:r>
            <a:r>
              <a:rPr sz="1800" spc="-15" dirty="0">
                <a:latin typeface="Arial MT"/>
                <a:cs typeface="Arial MT"/>
              </a:rPr>
              <a:t> </a:t>
            </a:r>
            <a:r>
              <a:rPr sz="1800" dirty="0">
                <a:latin typeface="Arial MT"/>
                <a:cs typeface="Arial MT"/>
              </a:rPr>
              <a:t>value</a:t>
            </a:r>
            <a:r>
              <a:rPr sz="1800" spc="-10" dirty="0">
                <a:latin typeface="Arial MT"/>
                <a:cs typeface="Arial MT"/>
              </a:rPr>
              <a:t> </a:t>
            </a:r>
            <a:r>
              <a:rPr sz="1800" spc="-5" dirty="0">
                <a:latin typeface="Arial MT"/>
                <a:cs typeface="Arial MT"/>
              </a:rPr>
              <a:t>n,</a:t>
            </a:r>
            <a:r>
              <a:rPr sz="1800" spc="-15" dirty="0">
                <a:latin typeface="Arial MT"/>
                <a:cs typeface="Arial MT"/>
              </a:rPr>
              <a:t> </a:t>
            </a:r>
            <a:r>
              <a:rPr sz="1800" dirty="0">
                <a:latin typeface="Arial MT"/>
                <a:cs typeface="Arial MT"/>
              </a:rPr>
              <a:t>chr(n)</a:t>
            </a:r>
            <a:r>
              <a:rPr sz="1800" spc="-10" dirty="0">
                <a:latin typeface="Arial MT"/>
                <a:cs typeface="Arial MT"/>
              </a:rPr>
              <a:t> </a:t>
            </a:r>
            <a:r>
              <a:rPr sz="1800" dirty="0">
                <a:latin typeface="Arial MT"/>
                <a:cs typeface="Arial MT"/>
              </a:rPr>
              <a:t>returns</a:t>
            </a:r>
            <a:r>
              <a:rPr sz="1800" spc="-15" dirty="0">
                <a:latin typeface="Arial MT"/>
                <a:cs typeface="Arial MT"/>
              </a:rPr>
              <a:t> </a:t>
            </a:r>
            <a:r>
              <a:rPr sz="1800" dirty="0">
                <a:latin typeface="Arial MT"/>
                <a:cs typeface="Arial MT"/>
              </a:rPr>
              <a:t>a</a:t>
            </a:r>
            <a:r>
              <a:rPr sz="1800" spc="-10" dirty="0">
                <a:latin typeface="Arial MT"/>
                <a:cs typeface="Arial MT"/>
              </a:rPr>
              <a:t> </a:t>
            </a:r>
            <a:r>
              <a:rPr sz="1800" dirty="0">
                <a:latin typeface="Arial MT"/>
                <a:cs typeface="Arial MT"/>
              </a:rPr>
              <a:t>string</a:t>
            </a:r>
            <a:r>
              <a:rPr sz="1800" spc="-10" dirty="0">
                <a:latin typeface="Arial MT"/>
                <a:cs typeface="Arial MT"/>
              </a:rPr>
              <a:t> </a:t>
            </a:r>
            <a:r>
              <a:rPr sz="1800" dirty="0">
                <a:latin typeface="Arial MT"/>
                <a:cs typeface="Arial MT"/>
              </a:rPr>
              <a:t>representing</a:t>
            </a:r>
            <a:r>
              <a:rPr sz="1800" spc="-15" dirty="0">
                <a:latin typeface="Arial MT"/>
                <a:cs typeface="Arial MT"/>
              </a:rPr>
              <a:t> </a:t>
            </a:r>
            <a:r>
              <a:rPr sz="1800" spc="-5" dirty="0">
                <a:latin typeface="Arial MT"/>
                <a:cs typeface="Arial MT"/>
              </a:rPr>
              <a:t>the</a:t>
            </a:r>
            <a:r>
              <a:rPr sz="1800" spc="-10" dirty="0">
                <a:latin typeface="Arial MT"/>
                <a:cs typeface="Arial MT"/>
              </a:rPr>
              <a:t> </a:t>
            </a:r>
            <a:r>
              <a:rPr sz="1800" dirty="0">
                <a:latin typeface="Arial MT"/>
                <a:cs typeface="Arial MT"/>
              </a:rPr>
              <a:t>character </a:t>
            </a:r>
            <a:r>
              <a:rPr sz="1800" spc="-484" dirty="0">
                <a:latin typeface="Arial MT"/>
                <a:cs typeface="Arial MT"/>
              </a:rPr>
              <a:t> </a:t>
            </a:r>
            <a:r>
              <a:rPr sz="1800" spc="-5" dirty="0">
                <a:latin typeface="Arial MT"/>
                <a:cs typeface="Arial MT"/>
              </a:rPr>
              <a:t>that</a:t>
            </a:r>
            <a:r>
              <a:rPr sz="1800" spc="-10" dirty="0">
                <a:latin typeface="Arial MT"/>
                <a:cs typeface="Arial MT"/>
              </a:rPr>
              <a:t> </a:t>
            </a:r>
            <a:r>
              <a:rPr sz="1800" dirty="0">
                <a:latin typeface="Arial MT"/>
                <a:cs typeface="Arial MT"/>
              </a:rPr>
              <a:t>corresponds</a:t>
            </a:r>
            <a:r>
              <a:rPr sz="1800" spc="-5" dirty="0">
                <a:latin typeface="Arial MT"/>
                <a:cs typeface="Arial MT"/>
              </a:rPr>
              <a:t> to n.</a:t>
            </a:r>
            <a:endParaRPr sz="1800">
              <a:latin typeface="Arial MT"/>
              <a:cs typeface="Arial MT"/>
            </a:endParaRPr>
          </a:p>
          <a:p>
            <a:pPr marL="12700" marR="6492875">
              <a:lnSpc>
                <a:spcPct val="124700"/>
              </a:lnSpc>
              <a:spcBef>
                <a:spcPts val="5"/>
              </a:spcBef>
            </a:pPr>
            <a:r>
              <a:rPr sz="1800" spc="-5" dirty="0">
                <a:solidFill>
                  <a:srgbClr val="FF0000"/>
                </a:solidFill>
                <a:latin typeface="Arial MT"/>
                <a:cs typeface="Arial MT"/>
              </a:rPr>
              <a:t>&gt;&gt;&gt;</a:t>
            </a:r>
            <a:r>
              <a:rPr sz="1800" spc="-100" dirty="0">
                <a:solidFill>
                  <a:srgbClr val="FF0000"/>
                </a:solidFill>
                <a:latin typeface="Arial MT"/>
                <a:cs typeface="Arial MT"/>
              </a:rPr>
              <a:t> </a:t>
            </a:r>
            <a:r>
              <a:rPr sz="1800" dirty="0">
                <a:solidFill>
                  <a:srgbClr val="FF0000"/>
                </a:solidFill>
                <a:latin typeface="Arial MT"/>
                <a:cs typeface="Arial MT"/>
              </a:rPr>
              <a:t>chr(97) </a:t>
            </a:r>
            <a:r>
              <a:rPr sz="1800" spc="-484" dirty="0">
                <a:solidFill>
                  <a:srgbClr val="FF0000"/>
                </a:solidFill>
                <a:latin typeface="Arial MT"/>
                <a:cs typeface="Arial MT"/>
              </a:rPr>
              <a:t> </a:t>
            </a:r>
            <a:r>
              <a:rPr sz="1800" spc="-5" dirty="0">
                <a:solidFill>
                  <a:srgbClr val="FF0000"/>
                </a:solidFill>
                <a:latin typeface="Arial MT"/>
                <a:cs typeface="Arial MT"/>
              </a:rPr>
              <a:t>'a'</a:t>
            </a:r>
            <a:endParaRPr sz="1800">
              <a:latin typeface="Arial MT"/>
              <a:cs typeface="Arial MT"/>
            </a:endParaRPr>
          </a:p>
          <a:p>
            <a:pPr marL="12700" marR="6492875">
              <a:lnSpc>
                <a:spcPct val="124700"/>
              </a:lnSpc>
            </a:pPr>
            <a:r>
              <a:rPr sz="1800" spc="-5" dirty="0">
                <a:solidFill>
                  <a:srgbClr val="FF0000"/>
                </a:solidFill>
                <a:latin typeface="Arial MT"/>
                <a:cs typeface="Arial MT"/>
              </a:rPr>
              <a:t>&gt;&gt;&gt;</a:t>
            </a:r>
            <a:r>
              <a:rPr sz="1800" spc="-100" dirty="0">
                <a:solidFill>
                  <a:srgbClr val="FF0000"/>
                </a:solidFill>
                <a:latin typeface="Arial MT"/>
                <a:cs typeface="Arial MT"/>
              </a:rPr>
              <a:t> </a:t>
            </a:r>
            <a:r>
              <a:rPr sz="1800" dirty="0">
                <a:solidFill>
                  <a:srgbClr val="FF0000"/>
                </a:solidFill>
                <a:latin typeface="Arial MT"/>
                <a:cs typeface="Arial MT"/>
              </a:rPr>
              <a:t>chr(35) </a:t>
            </a:r>
            <a:r>
              <a:rPr sz="1800" spc="-484" dirty="0">
                <a:solidFill>
                  <a:srgbClr val="FF0000"/>
                </a:solidFill>
                <a:latin typeface="Arial MT"/>
                <a:cs typeface="Arial MT"/>
              </a:rPr>
              <a:t> </a:t>
            </a:r>
            <a:r>
              <a:rPr sz="1800" spc="-5" dirty="0">
                <a:solidFill>
                  <a:srgbClr val="FF0000"/>
                </a:solidFill>
                <a:latin typeface="Arial MT"/>
                <a:cs typeface="Arial MT"/>
              </a:rPr>
              <a:t>'#'</a:t>
            </a:r>
            <a:endParaRPr sz="1800">
              <a:latin typeface="Arial MT"/>
              <a:cs typeface="Arial MT"/>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82625" y="483503"/>
            <a:ext cx="5381625" cy="513080"/>
          </a:xfrm>
          <a:prstGeom prst="rect">
            <a:avLst/>
          </a:prstGeom>
        </p:spPr>
        <p:txBody>
          <a:bodyPr vert="horz" wrap="square" lIns="0" tIns="12700" rIns="0" bIns="0" rtlCol="0">
            <a:spAutoFit/>
          </a:bodyPr>
          <a:lstStyle/>
          <a:p>
            <a:pPr marL="12700">
              <a:lnSpc>
                <a:spcPct val="100000"/>
              </a:lnSpc>
              <a:spcBef>
                <a:spcPts val="100"/>
              </a:spcBef>
            </a:pPr>
            <a:r>
              <a:rPr spc="254" dirty="0"/>
              <a:t>Built-in</a:t>
            </a:r>
            <a:r>
              <a:rPr spc="125" dirty="0"/>
              <a:t> </a:t>
            </a:r>
            <a:r>
              <a:rPr spc="240" dirty="0"/>
              <a:t>String</a:t>
            </a:r>
            <a:r>
              <a:rPr spc="90" dirty="0"/>
              <a:t> </a:t>
            </a:r>
            <a:r>
              <a:rPr spc="265" dirty="0"/>
              <a:t>Functions</a:t>
            </a:r>
          </a:p>
        </p:txBody>
      </p:sp>
      <p:sp>
        <p:nvSpPr>
          <p:cNvPr id="3" name="object 3"/>
          <p:cNvSpPr txBox="1"/>
          <p:nvPr/>
        </p:nvSpPr>
        <p:spPr>
          <a:xfrm>
            <a:off x="682625" y="1413603"/>
            <a:ext cx="7531734" cy="2609215"/>
          </a:xfrm>
          <a:prstGeom prst="rect">
            <a:avLst/>
          </a:prstGeom>
        </p:spPr>
        <p:txBody>
          <a:bodyPr vert="horz" wrap="square" lIns="0" tIns="0" rIns="0" bIns="0" rtlCol="0">
            <a:spAutoFit/>
          </a:bodyPr>
          <a:lstStyle/>
          <a:p>
            <a:pPr marL="184785" indent="-126364">
              <a:lnSpc>
                <a:spcPts val="2855"/>
              </a:lnSpc>
              <a:buSzPct val="150000"/>
              <a:buChar char="•"/>
              <a:tabLst>
                <a:tab pos="185420" algn="l"/>
              </a:tabLst>
            </a:pPr>
            <a:r>
              <a:rPr sz="1800" b="1" spc="-5" dirty="0">
                <a:latin typeface="Arial"/>
                <a:cs typeface="Arial"/>
              </a:rPr>
              <a:t>len(s)</a:t>
            </a:r>
            <a:endParaRPr sz="1800">
              <a:latin typeface="Arial"/>
              <a:cs typeface="Arial"/>
            </a:endParaRPr>
          </a:p>
          <a:p>
            <a:pPr marL="184785" indent="-126364">
              <a:lnSpc>
                <a:spcPct val="100000"/>
              </a:lnSpc>
              <a:spcBef>
                <a:spcPts val="414"/>
              </a:spcBef>
              <a:buSzPct val="150000"/>
              <a:buChar char="•"/>
              <a:tabLst>
                <a:tab pos="185420" algn="l"/>
              </a:tabLst>
            </a:pPr>
            <a:r>
              <a:rPr sz="1800" spc="-5" dirty="0">
                <a:latin typeface="Arial MT"/>
                <a:cs typeface="Arial MT"/>
              </a:rPr>
              <a:t>Returns</a:t>
            </a:r>
            <a:r>
              <a:rPr sz="1800" spc="-20" dirty="0">
                <a:latin typeface="Arial MT"/>
                <a:cs typeface="Arial MT"/>
              </a:rPr>
              <a:t> </a:t>
            </a:r>
            <a:r>
              <a:rPr sz="1800" spc="-5" dirty="0">
                <a:latin typeface="Arial MT"/>
                <a:cs typeface="Arial MT"/>
              </a:rPr>
              <a:t>the</a:t>
            </a:r>
            <a:r>
              <a:rPr sz="1800" spc="-20" dirty="0">
                <a:latin typeface="Arial MT"/>
                <a:cs typeface="Arial MT"/>
              </a:rPr>
              <a:t> </a:t>
            </a:r>
            <a:r>
              <a:rPr sz="1800" spc="-5" dirty="0">
                <a:latin typeface="Arial MT"/>
                <a:cs typeface="Arial MT"/>
              </a:rPr>
              <a:t>length</a:t>
            </a:r>
            <a:r>
              <a:rPr sz="1800" spc="-15" dirty="0">
                <a:latin typeface="Arial MT"/>
                <a:cs typeface="Arial MT"/>
              </a:rPr>
              <a:t> </a:t>
            </a:r>
            <a:r>
              <a:rPr sz="1800" spc="-5" dirty="0">
                <a:latin typeface="Arial MT"/>
                <a:cs typeface="Arial MT"/>
              </a:rPr>
              <a:t>of</a:t>
            </a:r>
            <a:r>
              <a:rPr sz="1800" spc="-20" dirty="0">
                <a:latin typeface="Arial MT"/>
                <a:cs typeface="Arial MT"/>
              </a:rPr>
              <a:t> </a:t>
            </a:r>
            <a:r>
              <a:rPr sz="1800" dirty="0">
                <a:latin typeface="Arial MT"/>
                <a:cs typeface="Arial MT"/>
              </a:rPr>
              <a:t>a</a:t>
            </a:r>
            <a:r>
              <a:rPr sz="1800" spc="-15" dirty="0">
                <a:latin typeface="Arial MT"/>
                <a:cs typeface="Arial MT"/>
              </a:rPr>
              <a:t> </a:t>
            </a:r>
            <a:r>
              <a:rPr sz="1800" dirty="0">
                <a:latin typeface="Arial MT"/>
                <a:cs typeface="Arial MT"/>
              </a:rPr>
              <a:t>string.</a:t>
            </a:r>
            <a:endParaRPr sz="1800">
              <a:latin typeface="Arial MT"/>
              <a:cs typeface="Arial MT"/>
            </a:endParaRPr>
          </a:p>
          <a:p>
            <a:pPr marL="184150" marR="5080" indent="-125095">
              <a:lnSpc>
                <a:spcPct val="91500"/>
              </a:lnSpc>
              <a:spcBef>
                <a:spcPts val="695"/>
              </a:spcBef>
              <a:buSzPct val="150000"/>
              <a:buChar char="•"/>
              <a:tabLst>
                <a:tab pos="185420" algn="l"/>
              </a:tabLst>
            </a:pPr>
            <a:r>
              <a:rPr sz="1800" spc="-5" dirty="0">
                <a:latin typeface="Arial MT"/>
                <a:cs typeface="Arial MT"/>
              </a:rPr>
              <a:t>With len(), </a:t>
            </a:r>
            <a:r>
              <a:rPr sz="1800" dirty="0">
                <a:latin typeface="Arial MT"/>
                <a:cs typeface="Arial MT"/>
              </a:rPr>
              <a:t>you can check </a:t>
            </a:r>
            <a:r>
              <a:rPr sz="1800" spc="-5" dirty="0">
                <a:latin typeface="Arial MT"/>
                <a:cs typeface="Arial MT"/>
              </a:rPr>
              <a:t>Python </a:t>
            </a:r>
            <a:r>
              <a:rPr sz="1800" dirty="0">
                <a:latin typeface="Arial MT"/>
                <a:cs typeface="Arial MT"/>
              </a:rPr>
              <a:t>string </a:t>
            </a:r>
            <a:r>
              <a:rPr sz="1800" spc="-5" dirty="0">
                <a:latin typeface="Arial MT"/>
                <a:cs typeface="Arial MT"/>
              </a:rPr>
              <a:t>length. len(s) </a:t>
            </a:r>
            <a:r>
              <a:rPr sz="1800" dirty="0">
                <a:latin typeface="Arial MT"/>
                <a:cs typeface="Arial MT"/>
              </a:rPr>
              <a:t>returns </a:t>
            </a:r>
            <a:r>
              <a:rPr sz="1800" spc="-5" dirty="0">
                <a:latin typeface="Arial MT"/>
                <a:cs typeface="Arial MT"/>
              </a:rPr>
              <a:t>the number </a:t>
            </a:r>
            <a:r>
              <a:rPr sz="1800" spc="-490" dirty="0">
                <a:latin typeface="Arial MT"/>
                <a:cs typeface="Arial MT"/>
              </a:rPr>
              <a:t> </a:t>
            </a:r>
            <a:r>
              <a:rPr sz="1800" spc="-5" dirty="0">
                <a:latin typeface="Arial MT"/>
                <a:cs typeface="Arial MT"/>
              </a:rPr>
              <a:t>of</a:t>
            </a:r>
            <a:r>
              <a:rPr sz="1800" spc="-10" dirty="0">
                <a:latin typeface="Arial MT"/>
                <a:cs typeface="Arial MT"/>
              </a:rPr>
              <a:t> </a:t>
            </a:r>
            <a:r>
              <a:rPr sz="1800" dirty="0">
                <a:latin typeface="Arial MT"/>
                <a:cs typeface="Arial MT"/>
              </a:rPr>
              <a:t>characters</a:t>
            </a:r>
            <a:r>
              <a:rPr sz="1800" spc="-5" dirty="0">
                <a:latin typeface="Arial MT"/>
                <a:cs typeface="Arial MT"/>
              </a:rPr>
              <a:t> in </a:t>
            </a:r>
            <a:r>
              <a:rPr sz="1800" dirty="0">
                <a:latin typeface="Arial MT"/>
                <a:cs typeface="Arial MT"/>
              </a:rPr>
              <a:t>s</a:t>
            </a:r>
            <a:endParaRPr sz="1800">
              <a:latin typeface="Arial MT"/>
              <a:cs typeface="Arial MT"/>
            </a:endParaRPr>
          </a:p>
          <a:p>
            <a:pPr marL="12700">
              <a:lnSpc>
                <a:spcPct val="100000"/>
              </a:lnSpc>
              <a:spcBef>
                <a:spcPts val="535"/>
              </a:spcBef>
            </a:pPr>
            <a:r>
              <a:rPr sz="1800" spc="-5" dirty="0">
                <a:solidFill>
                  <a:srgbClr val="FF0000"/>
                </a:solidFill>
                <a:latin typeface="Arial MT"/>
                <a:cs typeface="Arial MT"/>
              </a:rPr>
              <a:t>&gt;&gt;&gt;</a:t>
            </a:r>
            <a:r>
              <a:rPr sz="1800" spc="-20" dirty="0">
                <a:solidFill>
                  <a:srgbClr val="FF0000"/>
                </a:solidFill>
                <a:latin typeface="Arial MT"/>
                <a:cs typeface="Arial MT"/>
              </a:rPr>
              <a:t> </a:t>
            </a:r>
            <a:r>
              <a:rPr sz="1800" dirty="0">
                <a:solidFill>
                  <a:srgbClr val="FF0000"/>
                </a:solidFill>
                <a:latin typeface="Arial MT"/>
                <a:cs typeface="Arial MT"/>
              </a:rPr>
              <a:t>s</a:t>
            </a:r>
            <a:r>
              <a:rPr sz="1800" spc="-15" dirty="0">
                <a:solidFill>
                  <a:srgbClr val="FF0000"/>
                </a:solidFill>
                <a:latin typeface="Arial MT"/>
                <a:cs typeface="Arial MT"/>
              </a:rPr>
              <a:t> </a:t>
            </a:r>
            <a:r>
              <a:rPr sz="1800" dirty="0">
                <a:solidFill>
                  <a:srgbClr val="FF0000"/>
                </a:solidFill>
                <a:latin typeface="Arial MT"/>
                <a:cs typeface="Arial MT"/>
              </a:rPr>
              <a:t>=</a:t>
            </a:r>
            <a:r>
              <a:rPr sz="1800" spc="-20" dirty="0">
                <a:solidFill>
                  <a:srgbClr val="FF0000"/>
                </a:solidFill>
                <a:latin typeface="Arial MT"/>
                <a:cs typeface="Arial MT"/>
              </a:rPr>
              <a:t> </a:t>
            </a:r>
            <a:r>
              <a:rPr sz="1800" spc="-5" dirty="0">
                <a:solidFill>
                  <a:srgbClr val="FF0000"/>
                </a:solidFill>
                <a:latin typeface="Arial MT"/>
                <a:cs typeface="Arial MT"/>
              </a:rPr>
              <a:t>'I</a:t>
            </a:r>
            <a:r>
              <a:rPr sz="1800" spc="-15" dirty="0">
                <a:solidFill>
                  <a:srgbClr val="FF0000"/>
                </a:solidFill>
                <a:latin typeface="Arial MT"/>
                <a:cs typeface="Arial MT"/>
              </a:rPr>
              <a:t> </a:t>
            </a:r>
            <a:r>
              <a:rPr sz="1800" spc="-5" dirty="0">
                <a:solidFill>
                  <a:srgbClr val="FF0000"/>
                </a:solidFill>
                <a:latin typeface="Arial MT"/>
                <a:cs typeface="Arial MT"/>
              </a:rPr>
              <a:t>am</a:t>
            </a:r>
            <a:r>
              <a:rPr sz="1800" spc="-15" dirty="0">
                <a:solidFill>
                  <a:srgbClr val="FF0000"/>
                </a:solidFill>
                <a:latin typeface="Arial MT"/>
                <a:cs typeface="Arial MT"/>
              </a:rPr>
              <a:t> </a:t>
            </a:r>
            <a:r>
              <a:rPr sz="1800" dirty="0">
                <a:solidFill>
                  <a:srgbClr val="FF0000"/>
                </a:solidFill>
                <a:latin typeface="Arial MT"/>
                <a:cs typeface="Arial MT"/>
              </a:rPr>
              <a:t>a</a:t>
            </a:r>
            <a:r>
              <a:rPr sz="1800" spc="-20" dirty="0">
                <a:solidFill>
                  <a:srgbClr val="FF0000"/>
                </a:solidFill>
                <a:latin typeface="Arial MT"/>
                <a:cs typeface="Arial MT"/>
              </a:rPr>
              <a:t> </a:t>
            </a:r>
            <a:r>
              <a:rPr sz="1800" dirty="0">
                <a:solidFill>
                  <a:srgbClr val="FF0000"/>
                </a:solidFill>
                <a:latin typeface="Arial MT"/>
                <a:cs typeface="Arial MT"/>
              </a:rPr>
              <a:t>string.'</a:t>
            </a:r>
            <a:endParaRPr sz="1800">
              <a:latin typeface="Arial MT"/>
              <a:cs typeface="Arial MT"/>
            </a:endParaRPr>
          </a:p>
          <a:p>
            <a:pPr marL="12700" marR="6477000">
              <a:lnSpc>
                <a:spcPct val="124700"/>
              </a:lnSpc>
            </a:pPr>
            <a:r>
              <a:rPr sz="1800" spc="-5" dirty="0">
                <a:solidFill>
                  <a:srgbClr val="FF0000"/>
                </a:solidFill>
                <a:latin typeface="Arial MT"/>
                <a:cs typeface="Arial MT"/>
              </a:rPr>
              <a:t>&gt;&gt;&gt;</a:t>
            </a:r>
            <a:r>
              <a:rPr sz="1800" spc="-95" dirty="0">
                <a:solidFill>
                  <a:srgbClr val="FF0000"/>
                </a:solidFill>
                <a:latin typeface="Arial MT"/>
                <a:cs typeface="Arial MT"/>
              </a:rPr>
              <a:t> </a:t>
            </a:r>
            <a:r>
              <a:rPr sz="1800" spc="-5" dirty="0">
                <a:solidFill>
                  <a:srgbClr val="FF0000"/>
                </a:solidFill>
                <a:latin typeface="Arial MT"/>
                <a:cs typeface="Arial MT"/>
              </a:rPr>
              <a:t>len(s) </a:t>
            </a:r>
            <a:r>
              <a:rPr sz="1800" spc="-484" dirty="0">
                <a:solidFill>
                  <a:srgbClr val="FF0000"/>
                </a:solidFill>
                <a:latin typeface="Arial MT"/>
                <a:cs typeface="Arial MT"/>
              </a:rPr>
              <a:t> </a:t>
            </a:r>
            <a:r>
              <a:rPr sz="1800" spc="-5" dirty="0">
                <a:solidFill>
                  <a:srgbClr val="FF0000"/>
                </a:solidFill>
                <a:latin typeface="Arial MT"/>
                <a:cs typeface="Arial MT"/>
              </a:rPr>
              <a:t>14</a:t>
            </a:r>
            <a:endParaRPr sz="1800">
              <a:latin typeface="Arial MT"/>
              <a:cs typeface="Arial MT"/>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82625" y="483503"/>
            <a:ext cx="5381625" cy="513080"/>
          </a:xfrm>
          <a:prstGeom prst="rect">
            <a:avLst/>
          </a:prstGeom>
        </p:spPr>
        <p:txBody>
          <a:bodyPr vert="horz" wrap="square" lIns="0" tIns="12700" rIns="0" bIns="0" rtlCol="0">
            <a:spAutoFit/>
          </a:bodyPr>
          <a:lstStyle/>
          <a:p>
            <a:pPr marL="12700">
              <a:lnSpc>
                <a:spcPct val="100000"/>
              </a:lnSpc>
              <a:spcBef>
                <a:spcPts val="100"/>
              </a:spcBef>
            </a:pPr>
            <a:r>
              <a:rPr spc="254" dirty="0"/>
              <a:t>Built-in</a:t>
            </a:r>
            <a:r>
              <a:rPr spc="125" dirty="0"/>
              <a:t> </a:t>
            </a:r>
            <a:r>
              <a:rPr spc="240" dirty="0"/>
              <a:t>String</a:t>
            </a:r>
            <a:r>
              <a:rPr spc="90" dirty="0"/>
              <a:t> </a:t>
            </a:r>
            <a:r>
              <a:rPr spc="265" dirty="0"/>
              <a:t>Functions</a:t>
            </a:r>
          </a:p>
        </p:txBody>
      </p:sp>
      <p:sp>
        <p:nvSpPr>
          <p:cNvPr id="3" name="object 3"/>
          <p:cNvSpPr txBox="1"/>
          <p:nvPr/>
        </p:nvSpPr>
        <p:spPr>
          <a:xfrm>
            <a:off x="682625" y="1296610"/>
            <a:ext cx="5594350" cy="3027045"/>
          </a:xfrm>
          <a:prstGeom prst="rect">
            <a:avLst/>
          </a:prstGeom>
        </p:spPr>
        <p:txBody>
          <a:bodyPr vert="horz" wrap="square" lIns="0" tIns="33655" rIns="0" bIns="0" rtlCol="0">
            <a:spAutoFit/>
          </a:bodyPr>
          <a:lstStyle/>
          <a:p>
            <a:pPr marL="184150" indent="-140335">
              <a:lnSpc>
                <a:spcPct val="100000"/>
              </a:lnSpc>
              <a:spcBef>
                <a:spcPts val="265"/>
              </a:spcBef>
              <a:buChar char="•"/>
              <a:tabLst>
                <a:tab pos="184150" algn="l"/>
              </a:tabLst>
            </a:pPr>
            <a:r>
              <a:rPr sz="1650" b="1" dirty="0">
                <a:latin typeface="Arial"/>
                <a:cs typeface="Arial"/>
              </a:rPr>
              <a:t>str(obj)</a:t>
            </a:r>
            <a:endParaRPr sz="1650">
              <a:latin typeface="Arial"/>
              <a:cs typeface="Arial"/>
            </a:endParaRPr>
          </a:p>
          <a:p>
            <a:pPr marL="184150" indent="-140335">
              <a:lnSpc>
                <a:spcPct val="100000"/>
              </a:lnSpc>
              <a:spcBef>
                <a:spcPts val="170"/>
              </a:spcBef>
              <a:buChar char="•"/>
              <a:tabLst>
                <a:tab pos="184150" algn="l"/>
              </a:tabLst>
            </a:pPr>
            <a:r>
              <a:rPr sz="1650" spc="-5" dirty="0">
                <a:latin typeface="Arial MT"/>
                <a:cs typeface="Arial MT"/>
              </a:rPr>
              <a:t>Virtually</a:t>
            </a:r>
            <a:r>
              <a:rPr sz="1650" dirty="0">
                <a:latin typeface="Arial MT"/>
                <a:cs typeface="Arial MT"/>
              </a:rPr>
              <a:t> any</a:t>
            </a:r>
            <a:r>
              <a:rPr sz="1650" spc="5" dirty="0">
                <a:latin typeface="Arial MT"/>
                <a:cs typeface="Arial MT"/>
              </a:rPr>
              <a:t> </a:t>
            </a:r>
            <a:r>
              <a:rPr sz="1650" dirty="0">
                <a:latin typeface="Arial MT"/>
                <a:cs typeface="Arial MT"/>
              </a:rPr>
              <a:t>object in</a:t>
            </a:r>
            <a:r>
              <a:rPr sz="1650" spc="5" dirty="0">
                <a:latin typeface="Arial MT"/>
                <a:cs typeface="Arial MT"/>
              </a:rPr>
              <a:t> </a:t>
            </a:r>
            <a:r>
              <a:rPr sz="1650" dirty="0">
                <a:latin typeface="Arial MT"/>
                <a:cs typeface="Arial MT"/>
              </a:rPr>
              <a:t>Python</a:t>
            </a:r>
            <a:r>
              <a:rPr sz="1650" spc="-5" dirty="0">
                <a:latin typeface="Arial MT"/>
                <a:cs typeface="Arial MT"/>
              </a:rPr>
              <a:t> </a:t>
            </a:r>
            <a:r>
              <a:rPr sz="1650" spc="5" dirty="0">
                <a:latin typeface="Arial MT"/>
                <a:cs typeface="Arial MT"/>
              </a:rPr>
              <a:t>can be</a:t>
            </a:r>
            <a:r>
              <a:rPr sz="1650" dirty="0">
                <a:latin typeface="Arial MT"/>
                <a:cs typeface="Arial MT"/>
              </a:rPr>
              <a:t> </a:t>
            </a:r>
            <a:r>
              <a:rPr sz="1650" spc="5" dirty="0">
                <a:latin typeface="Arial MT"/>
                <a:cs typeface="Arial MT"/>
              </a:rPr>
              <a:t>rendered as</a:t>
            </a:r>
            <a:r>
              <a:rPr sz="1650" dirty="0">
                <a:latin typeface="Arial MT"/>
                <a:cs typeface="Arial MT"/>
              </a:rPr>
              <a:t> </a:t>
            </a:r>
            <a:r>
              <a:rPr sz="1650" spc="5" dirty="0">
                <a:latin typeface="Arial MT"/>
                <a:cs typeface="Arial MT"/>
              </a:rPr>
              <a:t>a string.</a:t>
            </a:r>
            <a:endParaRPr sz="1650">
              <a:latin typeface="Arial MT"/>
              <a:cs typeface="Arial MT"/>
            </a:endParaRPr>
          </a:p>
          <a:p>
            <a:pPr marL="184150" indent="-140335">
              <a:lnSpc>
                <a:spcPct val="100000"/>
              </a:lnSpc>
              <a:spcBef>
                <a:spcPts val="165"/>
              </a:spcBef>
              <a:buChar char="•"/>
              <a:tabLst>
                <a:tab pos="184150" algn="l"/>
              </a:tabLst>
            </a:pPr>
            <a:r>
              <a:rPr sz="1650" spc="5" dirty="0">
                <a:latin typeface="Arial MT"/>
                <a:cs typeface="Arial MT"/>
              </a:rPr>
              <a:t>str(obj)</a:t>
            </a:r>
            <a:r>
              <a:rPr sz="1650" spc="-5" dirty="0">
                <a:latin typeface="Arial MT"/>
                <a:cs typeface="Arial MT"/>
              </a:rPr>
              <a:t> </a:t>
            </a:r>
            <a:r>
              <a:rPr sz="1650" spc="5" dirty="0">
                <a:latin typeface="Arial MT"/>
                <a:cs typeface="Arial MT"/>
              </a:rPr>
              <a:t>returns</a:t>
            </a:r>
            <a:r>
              <a:rPr sz="1650" dirty="0">
                <a:latin typeface="Arial MT"/>
                <a:cs typeface="Arial MT"/>
              </a:rPr>
              <a:t> the </a:t>
            </a:r>
            <a:r>
              <a:rPr sz="1650" spc="5" dirty="0">
                <a:latin typeface="Arial MT"/>
                <a:cs typeface="Arial MT"/>
              </a:rPr>
              <a:t>string</a:t>
            </a:r>
            <a:r>
              <a:rPr sz="1650" spc="-5" dirty="0">
                <a:latin typeface="Arial MT"/>
                <a:cs typeface="Arial MT"/>
              </a:rPr>
              <a:t> </a:t>
            </a:r>
            <a:r>
              <a:rPr sz="1650" spc="5" dirty="0">
                <a:latin typeface="Arial MT"/>
                <a:cs typeface="Arial MT"/>
              </a:rPr>
              <a:t>representation</a:t>
            </a:r>
            <a:r>
              <a:rPr sz="1650" dirty="0">
                <a:latin typeface="Arial MT"/>
                <a:cs typeface="Arial MT"/>
              </a:rPr>
              <a:t> of object obj</a:t>
            </a:r>
            <a:endParaRPr sz="1650">
              <a:latin typeface="Arial MT"/>
              <a:cs typeface="Arial MT"/>
            </a:endParaRPr>
          </a:p>
          <a:p>
            <a:pPr marL="12700" marR="4358005">
              <a:lnSpc>
                <a:spcPct val="108500"/>
              </a:lnSpc>
            </a:pPr>
            <a:r>
              <a:rPr sz="1650" spc="5" dirty="0">
                <a:solidFill>
                  <a:srgbClr val="FF0000"/>
                </a:solidFill>
                <a:latin typeface="Arial MT"/>
                <a:cs typeface="Arial MT"/>
              </a:rPr>
              <a:t>&gt;&gt;&gt;</a:t>
            </a:r>
            <a:r>
              <a:rPr sz="1650" spc="-90" dirty="0">
                <a:solidFill>
                  <a:srgbClr val="FF0000"/>
                </a:solidFill>
                <a:latin typeface="Arial MT"/>
                <a:cs typeface="Arial MT"/>
              </a:rPr>
              <a:t> </a:t>
            </a:r>
            <a:r>
              <a:rPr sz="1650" spc="5" dirty="0">
                <a:solidFill>
                  <a:srgbClr val="FF0000"/>
                </a:solidFill>
                <a:latin typeface="Arial MT"/>
                <a:cs typeface="Arial MT"/>
              </a:rPr>
              <a:t>str(49.2) </a:t>
            </a:r>
            <a:r>
              <a:rPr sz="1650" spc="-445" dirty="0">
                <a:solidFill>
                  <a:srgbClr val="FF0000"/>
                </a:solidFill>
                <a:latin typeface="Arial MT"/>
                <a:cs typeface="Arial MT"/>
              </a:rPr>
              <a:t> </a:t>
            </a:r>
            <a:r>
              <a:rPr sz="1650" dirty="0">
                <a:solidFill>
                  <a:srgbClr val="FF0000"/>
                </a:solidFill>
                <a:latin typeface="Arial MT"/>
                <a:cs typeface="Arial MT"/>
              </a:rPr>
              <a:t>'49.2'</a:t>
            </a:r>
            <a:endParaRPr sz="1650">
              <a:latin typeface="Arial MT"/>
              <a:cs typeface="Arial MT"/>
            </a:endParaRPr>
          </a:p>
          <a:p>
            <a:pPr marL="12700" marR="4364355">
              <a:lnSpc>
                <a:spcPct val="108500"/>
              </a:lnSpc>
            </a:pPr>
            <a:r>
              <a:rPr sz="1650" spc="5" dirty="0">
                <a:solidFill>
                  <a:srgbClr val="FF0000"/>
                </a:solidFill>
                <a:latin typeface="Arial MT"/>
                <a:cs typeface="Arial MT"/>
              </a:rPr>
              <a:t>&gt;&gt;&gt;</a:t>
            </a:r>
            <a:r>
              <a:rPr sz="1650" spc="-90" dirty="0">
                <a:solidFill>
                  <a:srgbClr val="FF0000"/>
                </a:solidFill>
                <a:latin typeface="Arial MT"/>
                <a:cs typeface="Arial MT"/>
              </a:rPr>
              <a:t> </a:t>
            </a:r>
            <a:r>
              <a:rPr sz="1650" spc="5" dirty="0">
                <a:solidFill>
                  <a:srgbClr val="FF0000"/>
                </a:solidFill>
                <a:latin typeface="Arial MT"/>
                <a:cs typeface="Arial MT"/>
              </a:rPr>
              <a:t>str(3+4j) </a:t>
            </a:r>
            <a:r>
              <a:rPr sz="1650" spc="-445" dirty="0">
                <a:solidFill>
                  <a:srgbClr val="FF0000"/>
                </a:solidFill>
                <a:latin typeface="Arial MT"/>
                <a:cs typeface="Arial MT"/>
              </a:rPr>
              <a:t> </a:t>
            </a:r>
            <a:r>
              <a:rPr sz="1650" dirty="0">
                <a:solidFill>
                  <a:srgbClr val="FF0000"/>
                </a:solidFill>
                <a:latin typeface="Arial MT"/>
                <a:cs typeface="Arial MT"/>
              </a:rPr>
              <a:t>'(3+4j)'</a:t>
            </a:r>
            <a:endParaRPr sz="1650">
              <a:latin typeface="Arial MT"/>
              <a:cs typeface="Arial MT"/>
            </a:endParaRPr>
          </a:p>
          <a:p>
            <a:pPr marL="12700" marR="4177029">
              <a:lnSpc>
                <a:spcPct val="108500"/>
              </a:lnSpc>
            </a:pPr>
            <a:r>
              <a:rPr sz="1650" spc="5" dirty="0">
                <a:solidFill>
                  <a:srgbClr val="FF0000"/>
                </a:solidFill>
                <a:latin typeface="Arial MT"/>
                <a:cs typeface="Arial MT"/>
              </a:rPr>
              <a:t>&gt;&gt;&gt;</a:t>
            </a:r>
            <a:r>
              <a:rPr sz="1650" spc="-35" dirty="0">
                <a:solidFill>
                  <a:srgbClr val="FF0000"/>
                </a:solidFill>
                <a:latin typeface="Arial MT"/>
                <a:cs typeface="Arial MT"/>
              </a:rPr>
              <a:t> </a:t>
            </a:r>
            <a:r>
              <a:rPr sz="1650" spc="5" dirty="0">
                <a:solidFill>
                  <a:srgbClr val="FF0000"/>
                </a:solidFill>
                <a:latin typeface="Arial MT"/>
                <a:cs typeface="Arial MT"/>
              </a:rPr>
              <a:t>str(3</a:t>
            </a:r>
            <a:r>
              <a:rPr sz="1650" spc="-25" dirty="0">
                <a:solidFill>
                  <a:srgbClr val="FF0000"/>
                </a:solidFill>
                <a:latin typeface="Arial MT"/>
                <a:cs typeface="Arial MT"/>
              </a:rPr>
              <a:t> </a:t>
            </a:r>
            <a:r>
              <a:rPr sz="1650" spc="5" dirty="0">
                <a:solidFill>
                  <a:srgbClr val="FF0000"/>
                </a:solidFill>
                <a:latin typeface="Arial MT"/>
                <a:cs typeface="Arial MT"/>
              </a:rPr>
              <a:t>+</a:t>
            </a:r>
            <a:r>
              <a:rPr sz="1650" spc="-35" dirty="0">
                <a:solidFill>
                  <a:srgbClr val="FF0000"/>
                </a:solidFill>
                <a:latin typeface="Arial MT"/>
                <a:cs typeface="Arial MT"/>
              </a:rPr>
              <a:t> </a:t>
            </a:r>
            <a:r>
              <a:rPr sz="1650" dirty="0">
                <a:solidFill>
                  <a:srgbClr val="FF0000"/>
                </a:solidFill>
                <a:latin typeface="Arial MT"/>
                <a:cs typeface="Arial MT"/>
              </a:rPr>
              <a:t>29) </a:t>
            </a:r>
            <a:r>
              <a:rPr sz="1650" spc="-440" dirty="0">
                <a:solidFill>
                  <a:srgbClr val="FF0000"/>
                </a:solidFill>
                <a:latin typeface="Arial MT"/>
                <a:cs typeface="Arial MT"/>
              </a:rPr>
              <a:t> </a:t>
            </a:r>
            <a:r>
              <a:rPr sz="1650" dirty="0">
                <a:solidFill>
                  <a:srgbClr val="FF0000"/>
                </a:solidFill>
                <a:latin typeface="Arial MT"/>
                <a:cs typeface="Arial MT"/>
              </a:rPr>
              <a:t>'32'</a:t>
            </a:r>
            <a:endParaRPr sz="1650">
              <a:latin typeface="Arial MT"/>
              <a:cs typeface="Arial MT"/>
            </a:endParaRPr>
          </a:p>
          <a:p>
            <a:pPr marL="12700" marR="4394835">
              <a:lnSpc>
                <a:spcPct val="108500"/>
              </a:lnSpc>
              <a:spcBef>
                <a:spcPts val="5"/>
              </a:spcBef>
            </a:pPr>
            <a:r>
              <a:rPr sz="1650" spc="5" dirty="0">
                <a:solidFill>
                  <a:srgbClr val="FF0000"/>
                </a:solidFill>
                <a:latin typeface="Arial MT"/>
                <a:cs typeface="Arial MT"/>
              </a:rPr>
              <a:t>&gt;&gt;&gt;</a:t>
            </a:r>
            <a:r>
              <a:rPr sz="1650" spc="-100" dirty="0">
                <a:solidFill>
                  <a:srgbClr val="FF0000"/>
                </a:solidFill>
                <a:latin typeface="Arial MT"/>
                <a:cs typeface="Arial MT"/>
              </a:rPr>
              <a:t> </a:t>
            </a:r>
            <a:r>
              <a:rPr sz="1650" spc="5" dirty="0">
                <a:solidFill>
                  <a:srgbClr val="FF0000"/>
                </a:solidFill>
                <a:latin typeface="Arial MT"/>
                <a:cs typeface="Arial MT"/>
              </a:rPr>
              <a:t>str('foo') </a:t>
            </a:r>
            <a:r>
              <a:rPr sz="1650" spc="-440" dirty="0">
                <a:solidFill>
                  <a:srgbClr val="FF0000"/>
                </a:solidFill>
                <a:latin typeface="Arial MT"/>
                <a:cs typeface="Arial MT"/>
              </a:rPr>
              <a:t> </a:t>
            </a:r>
            <a:r>
              <a:rPr sz="1650" dirty="0">
                <a:solidFill>
                  <a:srgbClr val="FF0000"/>
                </a:solidFill>
                <a:latin typeface="Arial MT"/>
                <a:cs typeface="Arial MT"/>
              </a:rPr>
              <a:t>'foo'</a:t>
            </a:r>
            <a:endParaRPr sz="1650">
              <a:latin typeface="Arial MT"/>
              <a:cs typeface="Arial MT"/>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79075" y="1544651"/>
            <a:ext cx="5461000" cy="970280"/>
          </a:xfrm>
          <a:prstGeom prst="rect">
            <a:avLst/>
          </a:prstGeom>
        </p:spPr>
        <p:txBody>
          <a:bodyPr vert="horz" wrap="square" lIns="0" tIns="12700" rIns="0" bIns="0" rtlCol="0">
            <a:spAutoFit/>
          </a:bodyPr>
          <a:lstStyle/>
          <a:p>
            <a:pPr marL="12700" marR="5080">
              <a:lnSpc>
                <a:spcPct val="100000"/>
              </a:lnSpc>
              <a:spcBef>
                <a:spcPts val="100"/>
              </a:spcBef>
            </a:pPr>
            <a:r>
              <a:rPr sz="3100" spc="135" dirty="0"/>
              <a:t>3.2</a:t>
            </a:r>
            <a:r>
              <a:rPr sz="3100" spc="114" dirty="0"/>
              <a:t> </a:t>
            </a:r>
            <a:r>
              <a:rPr sz="3100" spc="515" dirty="0"/>
              <a:t>INPUT</a:t>
            </a:r>
            <a:r>
              <a:rPr sz="3100" spc="-90" dirty="0"/>
              <a:t> </a:t>
            </a:r>
            <a:r>
              <a:rPr sz="3100" spc="650" dirty="0"/>
              <a:t>AND</a:t>
            </a:r>
            <a:r>
              <a:rPr sz="3100" spc="114" dirty="0"/>
              <a:t> </a:t>
            </a:r>
            <a:r>
              <a:rPr sz="3100" spc="580" dirty="0"/>
              <a:t>OUTPUT </a:t>
            </a:r>
            <a:r>
              <a:rPr sz="3100" spc="-665" dirty="0"/>
              <a:t> </a:t>
            </a:r>
            <a:r>
              <a:rPr sz="3100" spc="595" dirty="0"/>
              <a:t>FUNCTIONS</a:t>
            </a:r>
            <a:endParaRPr sz="310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82625" y="483503"/>
            <a:ext cx="3288665" cy="513080"/>
          </a:xfrm>
          <a:prstGeom prst="rect">
            <a:avLst/>
          </a:prstGeom>
        </p:spPr>
        <p:txBody>
          <a:bodyPr vert="horz" wrap="square" lIns="0" tIns="12700" rIns="0" bIns="0" rtlCol="0">
            <a:spAutoFit/>
          </a:bodyPr>
          <a:lstStyle/>
          <a:p>
            <a:pPr marL="12700">
              <a:lnSpc>
                <a:spcPct val="100000"/>
              </a:lnSpc>
              <a:spcBef>
                <a:spcPts val="100"/>
              </a:spcBef>
            </a:pPr>
            <a:r>
              <a:rPr spc="275" dirty="0"/>
              <a:t>Input</a:t>
            </a:r>
            <a:r>
              <a:rPr spc="80" dirty="0"/>
              <a:t> </a:t>
            </a:r>
            <a:r>
              <a:rPr spc="295" dirty="0"/>
              <a:t>Function</a:t>
            </a:r>
          </a:p>
        </p:txBody>
      </p:sp>
      <p:sp>
        <p:nvSpPr>
          <p:cNvPr id="3" name="object 3"/>
          <p:cNvSpPr txBox="1"/>
          <p:nvPr/>
        </p:nvSpPr>
        <p:spPr>
          <a:xfrm>
            <a:off x="682625" y="1315736"/>
            <a:ext cx="7439025" cy="2185035"/>
          </a:xfrm>
          <a:prstGeom prst="rect">
            <a:avLst/>
          </a:prstGeom>
        </p:spPr>
        <p:txBody>
          <a:bodyPr vert="horz" wrap="square" lIns="0" tIns="88265" rIns="0" bIns="0" rtlCol="0">
            <a:spAutoFit/>
          </a:bodyPr>
          <a:lstStyle/>
          <a:p>
            <a:pPr marL="184150" marR="370205" indent="-140335">
              <a:lnSpc>
                <a:spcPct val="70600"/>
              </a:lnSpc>
              <a:spcBef>
                <a:spcPts val="695"/>
              </a:spcBef>
              <a:buChar char="•"/>
              <a:tabLst>
                <a:tab pos="184150" algn="l"/>
              </a:tabLst>
            </a:pPr>
            <a:r>
              <a:rPr sz="1650" dirty="0">
                <a:latin typeface="Arial MT"/>
                <a:cs typeface="Arial MT"/>
              </a:rPr>
              <a:t>Sometimes </a:t>
            </a:r>
            <a:r>
              <a:rPr sz="1650" spc="5" dirty="0">
                <a:latin typeface="Arial MT"/>
                <a:cs typeface="Arial MT"/>
              </a:rPr>
              <a:t>a </a:t>
            </a:r>
            <a:r>
              <a:rPr sz="1650" dirty="0">
                <a:latin typeface="Arial MT"/>
                <a:cs typeface="Arial MT"/>
              </a:rPr>
              <a:t>developer</a:t>
            </a:r>
            <a:r>
              <a:rPr sz="1650" spc="10" dirty="0">
                <a:latin typeface="Arial MT"/>
                <a:cs typeface="Arial MT"/>
              </a:rPr>
              <a:t> </a:t>
            </a:r>
            <a:r>
              <a:rPr sz="1650" spc="5" dirty="0">
                <a:latin typeface="Arial MT"/>
                <a:cs typeface="Arial MT"/>
              </a:rPr>
              <a:t>might </a:t>
            </a:r>
            <a:r>
              <a:rPr sz="1650" dirty="0">
                <a:latin typeface="Arial MT"/>
                <a:cs typeface="Arial MT"/>
              </a:rPr>
              <a:t>want</a:t>
            </a:r>
            <a:r>
              <a:rPr sz="1650" spc="5" dirty="0">
                <a:latin typeface="Arial MT"/>
                <a:cs typeface="Arial MT"/>
              </a:rPr>
              <a:t> </a:t>
            </a:r>
            <a:r>
              <a:rPr sz="1650" dirty="0">
                <a:latin typeface="Arial MT"/>
                <a:cs typeface="Arial MT"/>
              </a:rPr>
              <a:t>to</a:t>
            </a:r>
            <a:r>
              <a:rPr sz="1650" spc="10" dirty="0">
                <a:latin typeface="Arial MT"/>
                <a:cs typeface="Arial MT"/>
              </a:rPr>
              <a:t> </a:t>
            </a:r>
            <a:r>
              <a:rPr sz="1650" dirty="0">
                <a:latin typeface="Arial MT"/>
                <a:cs typeface="Arial MT"/>
              </a:rPr>
              <a:t>take</a:t>
            </a:r>
            <a:r>
              <a:rPr sz="1650" spc="5" dirty="0">
                <a:latin typeface="Arial MT"/>
                <a:cs typeface="Arial MT"/>
              </a:rPr>
              <a:t> </a:t>
            </a:r>
            <a:r>
              <a:rPr sz="1650" dirty="0">
                <a:latin typeface="Arial MT"/>
                <a:cs typeface="Arial MT"/>
              </a:rPr>
              <a:t>user</a:t>
            </a:r>
            <a:r>
              <a:rPr sz="1650" spc="5" dirty="0">
                <a:latin typeface="Arial MT"/>
                <a:cs typeface="Arial MT"/>
              </a:rPr>
              <a:t> </a:t>
            </a:r>
            <a:r>
              <a:rPr sz="1650" dirty="0">
                <a:latin typeface="Arial MT"/>
                <a:cs typeface="Arial MT"/>
              </a:rPr>
              <a:t>input</a:t>
            </a:r>
            <a:r>
              <a:rPr sz="1650" spc="10" dirty="0">
                <a:latin typeface="Arial MT"/>
                <a:cs typeface="Arial MT"/>
              </a:rPr>
              <a:t> </a:t>
            </a:r>
            <a:r>
              <a:rPr sz="1650" dirty="0">
                <a:latin typeface="Arial MT"/>
                <a:cs typeface="Arial MT"/>
              </a:rPr>
              <a:t>at</a:t>
            </a:r>
            <a:r>
              <a:rPr sz="1650" spc="5" dirty="0">
                <a:latin typeface="Arial MT"/>
                <a:cs typeface="Arial MT"/>
              </a:rPr>
              <a:t> some </a:t>
            </a:r>
            <a:r>
              <a:rPr sz="1650" dirty="0">
                <a:latin typeface="Arial MT"/>
                <a:cs typeface="Arial MT"/>
              </a:rPr>
              <a:t>point</a:t>
            </a:r>
            <a:r>
              <a:rPr sz="1650" spc="10" dirty="0">
                <a:latin typeface="Arial MT"/>
                <a:cs typeface="Arial MT"/>
              </a:rPr>
              <a:t> </a:t>
            </a:r>
            <a:r>
              <a:rPr sz="1650" dirty="0">
                <a:latin typeface="Arial MT"/>
                <a:cs typeface="Arial MT"/>
              </a:rPr>
              <a:t>in</a:t>
            </a:r>
            <a:r>
              <a:rPr sz="1650" spc="5" dirty="0">
                <a:latin typeface="Arial MT"/>
                <a:cs typeface="Arial MT"/>
              </a:rPr>
              <a:t> </a:t>
            </a:r>
            <a:r>
              <a:rPr sz="1650" dirty="0">
                <a:latin typeface="Arial MT"/>
                <a:cs typeface="Arial MT"/>
              </a:rPr>
              <a:t>the </a:t>
            </a:r>
            <a:r>
              <a:rPr sz="1650" spc="-445" dirty="0">
                <a:latin typeface="Arial MT"/>
                <a:cs typeface="Arial MT"/>
              </a:rPr>
              <a:t> </a:t>
            </a:r>
            <a:r>
              <a:rPr sz="1650" dirty="0">
                <a:latin typeface="Arial MT"/>
                <a:cs typeface="Arial MT"/>
              </a:rPr>
              <a:t>program.</a:t>
            </a:r>
            <a:endParaRPr sz="1650">
              <a:latin typeface="Arial MT"/>
              <a:cs typeface="Arial MT"/>
            </a:endParaRPr>
          </a:p>
          <a:p>
            <a:pPr marL="184150" indent="-140335">
              <a:lnSpc>
                <a:spcPct val="100000"/>
              </a:lnSpc>
              <a:spcBef>
                <a:spcPts val="170"/>
              </a:spcBef>
              <a:buChar char="•"/>
              <a:tabLst>
                <a:tab pos="184150" algn="l"/>
              </a:tabLst>
            </a:pPr>
            <a:r>
              <a:rPr sz="1650" spc="-85" dirty="0">
                <a:latin typeface="Arial MT"/>
                <a:cs typeface="Arial MT"/>
              </a:rPr>
              <a:t>To</a:t>
            </a:r>
            <a:r>
              <a:rPr sz="1650" spc="-5" dirty="0">
                <a:latin typeface="Arial MT"/>
                <a:cs typeface="Arial MT"/>
              </a:rPr>
              <a:t> </a:t>
            </a:r>
            <a:r>
              <a:rPr sz="1650" spc="5" dirty="0">
                <a:latin typeface="Arial MT"/>
                <a:cs typeface="Arial MT"/>
              </a:rPr>
              <a:t>do</a:t>
            </a:r>
            <a:r>
              <a:rPr sz="1650" dirty="0">
                <a:latin typeface="Arial MT"/>
                <a:cs typeface="Arial MT"/>
              </a:rPr>
              <a:t> this</a:t>
            </a:r>
            <a:r>
              <a:rPr sz="1650" spc="-5" dirty="0">
                <a:latin typeface="Arial MT"/>
                <a:cs typeface="Arial MT"/>
              </a:rPr>
              <a:t> </a:t>
            </a:r>
            <a:r>
              <a:rPr sz="1650" dirty="0">
                <a:latin typeface="Arial MT"/>
                <a:cs typeface="Arial MT"/>
              </a:rPr>
              <a:t>Python</a:t>
            </a:r>
            <a:r>
              <a:rPr sz="1650" spc="-5" dirty="0">
                <a:latin typeface="Arial MT"/>
                <a:cs typeface="Arial MT"/>
              </a:rPr>
              <a:t> </a:t>
            </a:r>
            <a:r>
              <a:rPr sz="1650" dirty="0">
                <a:latin typeface="Arial MT"/>
                <a:cs typeface="Arial MT"/>
              </a:rPr>
              <a:t>provides</a:t>
            </a:r>
            <a:r>
              <a:rPr sz="1650" spc="-5" dirty="0">
                <a:latin typeface="Arial MT"/>
                <a:cs typeface="Arial MT"/>
              </a:rPr>
              <a:t> </a:t>
            </a:r>
            <a:r>
              <a:rPr sz="1650" spc="5" dirty="0">
                <a:latin typeface="Arial MT"/>
                <a:cs typeface="Arial MT"/>
              </a:rPr>
              <a:t>an</a:t>
            </a:r>
            <a:r>
              <a:rPr sz="1650" dirty="0">
                <a:latin typeface="Arial MT"/>
                <a:cs typeface="Arial MT"/>
              </a:rPr>
              <a:t> input()</a:t>
            </a:r>
            <a:r>
              <a:rPr sz="1650" spc="-5" dirty="0">
                <a:latin typeface="Arial MT"/>
                <a:cs typeface="Arial MT"/>
              </a:rPr>
              <a:t> </a:t>
            </a:r>
            <a:r>
              <a:rPr sz="1650" dirty="0">
                <a:latin typeface="Arial MT"/>
                <a:cs typeface="Arial MT"/>
              </a:rPr>
              <a:t>function.</a:t>
            </a:r>
            <a:endParaRPr sz="1650">
              <a:latin typeface="Arial MT"/>
              <a:cs typeface="Arial MT"/>
            </a:endParaRPr>
          </a:p>
          <a:p>
            <a:pPr marL="184150" indent="-140335">
              <a:lnSpc>
                <a:spcPts val="1925"/>
              </a:lnSpc>
              <a:spcBef>
                <a:spcPts val="170"/>
              </a:spcBef>
              <a:buChar char="•"/>
              <a:tabLst>
                <a:tab pos="184150" algn="l"/>
              </a:tabLst>
            </a:pPr>
            <a:r>
              <a:rPr sz="1650" dirty="0">
                <a:latin typeface="Arial MT"/>
                <a:cs typeface="Arial MT"/>
              </a:rPr>
              <a:t>Syntax:</a:t>
            </a:r>
            <a:endParaRPr sz="1650">
              <a:latin typeface="Arial MT"/>
              <a:cs typeface="Arial MT"/>
            </a:endParaRPr>
          </a:p>
          <a:p>
            <a:pPr marL="527050" lvl="1" indent="-147320">
              <a:lnSpc>
                <a:spcPts val="1505"/>
              </a:lnSpc>
              <a:buClr>
                <a:srgbClr val="000000"/>
              </a:buClr>
              <a:buChar char="•"/>
              <a:tabLst>
                <a:tab pos="527050" algn="l"/>
              </a:tabLst>
            </a:pPr>
            <a:r>
              <a:rPr sz="1300" spc="-10" dirty="0">
                <a:solidFill>
                  <a:srgbClr val="595959"/>
                </a:solidFill>
                <a:latin typeface="Arial MT"/>
                <a:cs typeface="Arial MT"/>
              </a:rPr>
              <a:t>input('prompt')</a:t>
            </a:r>
            <a:endParaRPr sz="1300">
              <a:latin typeface="Arial MT"/>
              <a:cs typeface="Arial MT"/>
            </a:endParaRPr>
          </a:p>
          <a:p>
            <a:pPr marL="184150" marR="5080" indent="-140335">
              <a:lnSpc>
                <a:spcPct val="70600"/>
              </a:lnSpc>
              <a:spcBef>
                <a:spcPts val="755"/>
              </a:spcBef>
              <a:buChar char="•"/>
              <a:tabLst>
                <a:tab pos="184150" algn="l"/>
              </a:tabLst>
            </a:pPr>
            <a:r>
              <a:rPr sz="1650" dirty="0">
                <a:latin typeface="Arial MT"/>
                <a:cs typeface="Arial MT"/>
              </a:rPr>
              <a:t>where prompt</a:t>
            </a:r>
            <a:r>
              <a:rPr sz="1650" spc="5" dirty="0">
                <a:latin typeface="Arial MT"/>
                <a:cs typeface="Arial MT"/>
              </a:rPr>
              <a:t> </a:t>
            </a:r>
            <a:r>
              <a:rPr sz="1650" dirty="0">
                <a:latin typeface="Arial MT"/>
                <a:cs typeface="Arial MT"/>
              </a:rPr>
              <a:t>is</a:t>
            </a:r>
            <a:r>
              <a:rPr sz="1650" spc="5" dirty="0">
                <a:latin typeface="Arial MT"/>
                <a:cs typeface="Arial MT"/>
              </a:rPr>
              <a:t> an </a:t>
            </a:r>
            <a:r>
              <a:rPr sz="1650" dirty="0">
                <a:latin typeface="Arial MT"/>
                <a:cs typeface="Arial MT"/>
              </a:rPr>
              <a:t>optional</a:t>
            </a:r>
            <a:r>
              <a:rPr sz="1650" spc="5" dirty="0">
                <a:latin typeface="Arial MT"/>
                <a:cs typeface="Arial MT"/>
              </a:rPr>
              <a:t> string </a:t>
            </a:r>
            <a:r>
              <a:rPr sz="1650" dirty="0">
                <a:latin typeface="Arial MT"/>
                <a:cs typeface="Arial MT"/>
              </a:rPr>
              <a:t>that</a:t>
            </a:r>
            <a:r>
              <a:rPr sz="1650" spc="5" dirty="0">
                <a:latin typeface="Arial MT"/>
                <a:cs typeface="Arial MT"/>
              </a:rPr>
              <a:t> </a:t>
            </a:r>
            <a:r>
              <a:rPr sz="1650" dirty="0">
                <a:latin typeface="Arial MT"/>
                <a:cs typeface="Arial MT"/>
              </a:rPr>
              <a:t>is displayed</a:t>
            </a:r>
            <a:r>
              <a:rPr sz="1650" spc="5" dirty="0">
                <a:latin typeface="Arial MT"/>
                <a:cs typeface="Arial MT"/>
              </a:rPr>
              <a:t> on </a:t>
            </a:r>
            <a:r>
              <a:rPr sz="1650" dirty="0">
                <a:latin typeface="Arial MT"/>
                <a:cs typeface="Arial MT"/>
              </a:rPr>
              <a:t>the</a:t>
            </a:r>
            <a:r>
              <a:rPr sz="1650" spc="5" dirty="0">
                <a:latin typeface="Arial MT"/>
                <a:cs typeface="Arial MT"/>
              </a:rPr>
              <a:t> string </a:t>
            </a:r>
            <a:r>
              <a:rPr sz="1650" dirty="0">
                <a:latin typeface="Arial MT"/>
                <a:cs typeface="Arial MT"/>
              </a:rPr>
              <a:t>at</a:t>
            </a:r>
            <a:r>
              <a:rPr sz="1650" spc="5" dirty="0">
                <a:latin typeface="Arial MT"/>
                <a:cs typeface="Arial MT"/>
              </a:rPr>
              <a:t> </a:t>
            </a:r>
            <a:r>
              <a:rPr sz="1650" dirty="0">
                <a:latin typeface="Arial MT"/>
                <a:cs typeface="Arial MT"/>
              </a:rPr>
              <a:t>the</a:t>
            </a:r>
            <a:r>
              <a:rPr sz="1650" spc="5" dirty="0">
                <a:latin typeface="Arial MT"/>
                <a:cs typeface="Arial MT"/>
              </a:rPr>
              <a:t> </a:t>
            </a:r>
            <a:r>
              <a:rPr sz="1650" dirty="0">
                <a:latin typeface="Arial MT"/>
                <a:cs typeface="Arial MT"/>
              </a:rPr>
              <a:t>time</a:t>
            </a:r>
            <a:r>
              <a:rPr sz="1650" spc="5" dirty="0">
                <a:latin typeface="Arial MT"/>
                <a:cs typeface="Arial MT"/>
              </a:rPr>
              <a:t> </a:t>
            </a:r>
            <a:r>
              <a:rPr sz="1650" dirty="0">
                <a:latin typeface="Arial MT"/>
                <a:cs typeface="Arial MT"/>
              </a:rPr>
              <a:t>of </a:t>
            </a:r>
            <a:r>
              <a:rPr sz="1650" spc="-445" dirty="0">
                <a:latin typeface="Arial MT"/>
                <a:cs typeface="Arial MT"/>
              </a:rPr>
              <a:t> </a:t>
            </a:r>
            <a:r>
              <a:rPr sz="1650" dirty="0">
                <a:latin typeface="Arial MT"/>
                <a:cs typeface="Arial MT"/>
              </a:rPr>
              <a:t>taking</a:t>
            </a:r>
            <a:r>
              <a:rPr sz="1650" spc="-5" dirty="0">
                <a:latin typeface="Arial MT"/>
                <a:cs typeface="Arial MT"/>
              </a:rPr>
              <a:t> </a:t>
            </a:r>
            <a:r>
              <a:rPr sz="1650" dirty="0">
                <a:latin typeface="Arial MT"/>
                <a:cs typeface="Arial MT"/>
              </a:rPr>
              <a:t>input.</a:t>
            </a:r>
            <a:endParaRPr sz="1650">
              <a:latin typeface="Arial MT"/>
              <a:cs typeface="Arial MT"/>
            </a:endParaRPr>
          </a:p>
          <a:p>
            <a:pPr marL="12700">
              <a:lnSpc>
                <a:spcPct val="100000"/>
              </a:lnSpc>
              <a:spcBef>
                <a:spcPts val="170"/>
              </a:spcBef>
            </a:pPr>
            <a:r>
              <a:rPr sz="1650" spc="5" dirty="0">
                <a:solidFill>
                  <a:srgbClr val="FF0000"/>
                </a:solidFill>
                <a:latin typeface="Arial MT"/>
                <a:cs typeface="Arial MT"/>
              </a:rPr>
              <a:t>#</a:t>
            </a:r>
            <a:r>
              <a:rPr sz="1650" spc="-35" dirty="0">
                <a:solidFill>
                  <a:srgbClr val="FF0000"/>
                </a:solidFill>
                <a:latin typeface="Arial MT"/>
                <a:cs typeface="Arial MT"/>
              </a:rPr>
              <a:t> </a:t>
            </a:r>
            <a:r>
              <a:rPr sz="1650" spc="-30" dirty="0">
                <a:solidFill>
                  <a:srgbClr val="FF0000"/>
                </a:solidFill>
                <a:latin typeface="Arial MT"/>
                <a:cs typeface="Arial MT"/>
              </a:rPr>
              <a:t>Taking</a:t>
            </a:r>
            <a:r>
              <a:rPr sz="1650" spc="-5" dirty="0">
                <a:solidFill>
                  <a:srgbClr val="FF0000"/>
                </a:solidFill>
                <a:latin typeface="Arial MT"/>
                <a:cs typeface="Arial MT"/>
              </a:rPr>
              <a:t> </a:t>
            </a:r>
            <a:r>
              <a:rPr sz="1650" dirty="0">
                <a:solidFill>
                  <a:srgbClr val="FF0000"/>
                </a:solidFill>
                <a:latin typeface="Arial MT"/>
                <a:cs typeface="Arial MT"/>
              </a:rPr>
              <a:t>input</a:t>
            </a:r>
            <a:r>
              <a:rPr sz="1650" spc="-5" dirty="0">
                <a:solidFill>
                  <a:srgbClr val="FF0000"/>
                </a:solidFill>
                <a:latin typeface="Arial MT"/>
                <a:cs typeface="Arial MT"/>
              </a:rPr>
              <a:t> </a:t>
            </a:r>
            <a:r>
              <a:rPr sz="1650" dirty="0">
                <a:solidFill>
                  <a:srgbClr val="FF0000"/>
                </a:solidFill>
                <a:latin typeface="Arial MT"/>
                <a:cs typeface="Arial MT"/>
              </a:rPr>
              <a:t>from</a:t>
            </a:r>
            <a:r>
              <a:rPr sz="1650" spc="-5" dirty="0">
                <a:solidFill>
                  <a:srgbClr val="FF0000"/>
                </a:solidFill>
                <a:latin typeface="Arial MT"/>
                <a:cs typeface="Arial MT"/>
              </a:rPr>
              <a:t> </a:t>
            </a:r>
            <a:r>
              <a:rPr sz="1650" dirty="0">
                <a:solidFill>
                  <a:srgbClr val="FF0000"/>
                </a:solidFill>
                <a:latin typeface="Arial MT"/>
                <a:cs typeface="Arial MT"/>
              </a:rPr>
              <a:t>the</a:t>
            </a:r>
            <a:r>
              <a:rPr sz="1650" spc="-5" dirty="0">
                <a:solidFill>
                  <a:srgbClr val="FF0000"/>
                </a:solidFill>
                <a:latin typeface="Arial MT"/>
                <a:cs typeface="Arial MT"/>
              </a:rPr>
              <a:t> </a:t>
            </a:r>
            <a:r>
              <a:rPr sz="1650" dirty="0">
                <a:solidFill>
                  <a:srgbClr val="FF0000"/>
                </a:solidFill>
                <a:latin typeface="Arial MT"/>
                <a:cs typeface="Arial MT"/>
              </a:rPr>
              <a:t>user</a:t>
            </a:r>
            <a:endParaRPr sz="1650">
              <a:latin typeface="Arial MT"/>
              <a:cs typeface="Arial MT"/>
            </a:endParaRPr>
          </a:p>
          <a:p>
            <a:pPr marL="12700">
              <a:lnSpc>
                <a:spcPct val="100000"/>
              </a:lnSpc>
              <a:spcBef>
                <a:spcPts val="170"/>
              </a:spcBef>
            </a:pPr>
            <a:r>
              <a:rPr sz="1650" spc="5" dirty="0">
                <a:solidFill>
                  <a:srgbClr val="FF0000"/>
                </a:solidFill>
                <a:latin typeface="Arial MT"/>
                <a:cs typeface="Arial MT"/>
              </a:rPr>
              <a:t>name</a:t>
            </a:r>
            <a:r>
              <a:rPr sz="1650" spc="-10" dirty="0">
                <a:solidFill>
                  <a:srgbClr val="FF0000"/>
                </a:solidFill>
                <a:latin typeface="Arial MT"/>
                <a:cs typeface="Arial MT"/>
              </a:rPr>
              <a:t> </a:t>
            </a:r>
            <a:r>
              <a:rPr sz="1650" spc="5" dirty="0">
                <a:solidFill>
                  <a:srgbClr val="FF0000"/>
                </a:solidFill>
                <a:latin typeface="Arial MT"/>
                <a:cs typeface="Arial MT"/>
              </a:rPr>
              <a:t>=</a:t>
            </a:r>
            <a:r>
              <a:rPr sz="1650" spc="-10" dirty="0">
                <a:solidFill>
                  <a:srgbClr val="FF0000"/>
                </a:solidFill>
                <a:latin typeface="Arial MT"/>
                <a:cs typeface="Arial MT"/>
              </a:rPr>
              <a:t> </a:t>
            </a:r>
            <a:r>
              <a:rPr sz="1650" dirty="0">
                <a:solidFill>
                  <a:srgbClr val="FF0000"/>
                </a:solidFill>
                <a:latin typeface="Arial MT"/>
                <a:cs typeface="Arial MT"/>
              </a:rPr>
              <a:t>input("Enter</a:t>
            </a:r>
            <a:r>
              <a:rPr sz="1650" spc="-5" dirty="0">
                <a:solidFill>
                  <a:srgbClr val="FF0000"/>
                </a:solidFill>
                <a:latin typeface="Arial MT"/>
                <a:cs typeface="Arial MT"/>
              </a:rPr>
              <a:t> </a:t>
            </a:r>
            <a:r>
              <a:rPr sz="1650" spc="5" dirty="0">
                <a:solidFill>
                  <a:srgbClr val="FF0000"/>
                </a:solidFill>
                <a:latin typeface="Arial MT"/>
                <a:cs typeface="Arial MT"/>
              </a:rPr>
              <a:t>your</a:t>
            </a:r>
            <a:r>
              <a:rPr sz="1650" spc="-5" dirty="0">
                <a:solidFill>
                  <a:srgbClr val="FF0000"/>
                </a:solidFill>
                <a:latin typeface="Arial MT"/>
                <a:cs typeface="Arial MT"/>
              </a:rPr>
              <a:t> </a:t>
            </a:r>
            <a:r>
              <a:rPr sz="1650" dirty="0">
                <a:solidFill>
                  <a:srgbClr val="FF0000"/>
                </a:solidFill>
                <a:latin typeface="Arial MT"/>
                <a:cs typeface="Arial MT"/>
              </a:rPr>
              <a:t>name:</a:t>
            </a:r>
            <a:r>
              <a:rPr sz="1650" spc="-10" dirty="0">
                <a:solidFill>
                  <a:srgbClr val="FF0000"/>
                </a:solidFill>
                <a:latin typeface="Arial MT"/>
                <a:cs typeface="Arial MT"/>
              </a:rPr>
              <a:t> </a:t>
            </a:r>
            <a:r>
              <a:rPr sz="1650" dirty="0">
                <a:solidFill>
                  <a:srgbClr val="FF0000"/>
                </a:solidFill>
                <a:latin typeface="Arial MT"/>
                <a:cs typeface="Arial MT"/>
              </a:rPr>
              <a:t>")</a:t>
            </a:r>
            <a:endParaRPr sz="1650">
              <a:latin typeface="Arial MT"/>
              <a:cs typeface="Arial MT"/>
            </a:endParaRPr>
          </a:p>
        </p:txBody>
      </p:sp>
      <p:sp>
        <p:nvSpPr>
          <p:cNvPr id="4" name="object 4"/>
          <p:cNvSpPr txBox="1"/>
          <p:nvPr/>
        </p:nvSpPr>
        <p:spPr>
          <a:xfrm>
            <a:off x="682625" y="3474863"/>
            <a:ext cx="2094864" cy="844550"/>
          </a:xfrm>
          <a:prstGeom prst="rect">
            <a:avLst/>
          </a:prstGeom>
        </p:spPr>
        <p:txBody>
          <a:bodyPr vert="horz" wrap="square" lIns="0" tIns="33655" rIns="0" bIns="0" rtlCol="0">
            <a:spAutoFit/>
          </a:bodyPr>
          <a:lstStyle/>
          <a:p>
            <a:pPr marL="12700">
              <a:lnSpc>
                <a:spcPct val="100000"/>
              </a:lnSpc>
              <a:spcBef>
                <a:spcPts val="265"/>
              </a:spcBef>
            </a:pPr>
            <a:r>
              <a:rPr sz="1650" spc="5" dirty="0">
                <a:solidFill>
                  <a:srgbClr val="FF0000"/>
                </a:solidFill>
                <a:latin typeface="Arial MT"/>
                <a:cs typeface="Arial MT"/>
              </a:rPr>
              <a:t>#</a:t>
            </a:r>
            <a:r>
              <a:rPr sz="1650" spc="-40" dirty="0">
                <a:solidFill>
                  <a:srgbClr val="FF0000"/>
                </a:solidFill>
                <a:latin typeface="Arial MT"/>
                <a:cs typeface="Arial MT"/>
              </a:rPr>
              <a:t> </a:t>
            </a:r>
            <a:r>
              <a:rPr sz="1650" dirty="0">
                <a:solidFill>
                  <a:srgbClr val="FF0000"/>
                </a:solidFill>
                <a:latin typeface="Arial MT"/>
                <a:cs typeface="Arial MT"/>
              </a:rPr>
              <a:t>Output</a:t>
            </a:r>
            <a:endParaRPr sz="1650">
              <a:latin typeface="Arial MT"/>
              <a:cs typeface="Arial MT"/>
            </a:endParaRPr>
          </a:p>
          <a:p>
            <a:pPr marL="12700" marR="5080">
              <a:lnSpc>
                <a:spcPct val="108500"/>
              </a:lnSpc>
            </a:pPr>
            <a:r>
              <a:rPr sz="1650" dirty="0">
                <a:solidFill>
                  <a:srgbClr val="FF0000"/>
                </a:solidFill>
                <a:latin typeface="Arial MT"/>
                <a:cs typeface="Arial MT"/>
              </a:rPr>
              <a:t>print("Hello, </a:t>
            </a:r>
            <a:r>
              <a:rPr sz="1650" spc="5" dirty="0">
                <a:solidFill>
                  <a:srgbClr val="FF0000"/>
                </a:solidFill>
                <a:latin typeface="Arial MT"/>
                <a:cs typeface="Arial MT"/>
              </a:rPr>
              <a:t>" + </a:t>
            </a:r>
            <a:r>
              <a:rPr sz="1650" dirty="0">
                <a:solidFill>
                  <a:srgbClr val="FF0000"/>
                </a:solidFill>
                <a:latin typeface="Arial MT"/>
                <a:cs typeface="Arial MT"/>
              </a:rPr>
              <a:t>name) </a:t>
            </a:r>
            <a:r>
              <a:rPr sz="1650" spc="-445" dirty="0">
                <a:solidFill>
                  <a:srgbClr val="FF0000"/>
                </a:solidFill>
                <a:latin typeface="Arial MT"/>
                <a:cs typeface="Arial MT"/>
              </a:rPr>
              <a:t> </a:t>
            </a:r>
            <a:r>
              <a:rPr sz="1650" dirty="0">
                <a:solidFill>
                  <a:srgbClr val="FF0000"/>
                </a:solidFill>
                <a:latin typeface="Arial MT"/>
                <a:cs typeface="Arial MT"/>
              </a:rPr>
              <a:t>print(type(name))</a:t>
            </a:r>
            <a:endParaRPr sz="1650">
              <a:latin typeface="Arial MT"/>
              <a:cs typeface="Arial MT"/>
            </a:endParaRPr>
          </a:p>
        </p:txBody>
      </p:sp>
      <p:sp>
        <p:nvSpPr>
          <p:cNvPr id="5" name="object 5"/>
          <p:cNvSpPr txBox="1"/>
          <p:nvPr/>
        </p:nvSpPr>
        <p:spPr>
          <a:xfrm>
            <a:off x="5537674" y="3484436"/>
            <a:ext cx="2075180" cy="848360"/>
          </a:xfrm>
          <a:prstGeom prst="rect">
            <a:avLst/>
          </a:prstGeom>
        </p:spPr>
        <p:txBody>
          <a:bodyPr vert="horz" wrap="square" lIns="0" tIns="12700" rIns="0" bIns="0" rtlCol="0">
            <a:spAutoFit/>
          </a:bodyPr>
          <a:lstStyle/>
          <a:p>
            <a:pPr marL="64135" marR="5080" indent="-52069">
              <a:lnSpc>
                <a:spcPct val="100000"/>
              </a:lnSpc>
              <a:spcBef>
                <a:spcPts val="100"/>
              </a:spcBef>
            </a:pPr>
            <a:r>
              <a:rPr sz="1800" spc="-10" dirty="0">
                <a:solidFill>
                  <a:srgbClr val="FF0000"/>
                </a:solidFill>
                <a:latin typeface="Calibri"/>
                <a:cs typeface="Calibri"/>
              </a:rPr>
              <a:t>Enter</a:t>
            </a:r>
            <a:r>
              <a:rPr sz="1800" spc="-35" dirty="0">
                <a:solidFill>
                  <a:srgbClr val="FF0000"/>
                </a:solidFill>
                <a:latin typeface="Calibri"/>
                <a:cs typeface="Calibri"/>
              </a:rPr>
              <a:t> </a:t>
            </a:r>
            <a:r>
              <a:rPr sz="1800" spc="-10" dirty="0">
                <a:solidFill>
                  <a:srgbClr val="FF0000"/>
                </a:solidFill>
                <a:latin typeface="Calibri"/>
                <a:cs typeface="Calibri"/>
              </a:rPr>
              <a:t>your</a:t>
            </a:r>
            <a:r>
              <a:rPr sz="1800" spc="-30" dirty="0">
                <a:solidFill>
                  <a:srgbClr val="FF0000"/>
                </a:solidFill>
                <a:latin typeface="Calibri"/>
                <a:cs typeface="Calibri"/>
              </a:rPr>
              <a:t> </a:t>
            </a:r>
            <a:r>
              <a:rPr sz="1800" spc="-5" dirty="0">
                <a:solidFill>
                  <a:srgbClr val="FF0000"/>
                </a:solidFill>
                <a:latin typeface="Calibri"/>
                <a:cs typeface="Calibri"/>
              </a:rPr>
              <a:t>name:</a:t>
            </a:r>
            <a:r>
              <a:rPr sz="1800" spc="-35" dirty="0">
                <a:solidFill>
                  <a:srgbClr val="FF0000"/>
                </a:solidFill>
                <a:latin typeface="Calibri"/>
                <a:cs typeface="Calibri"/>
              </a:rPr>
              <a:t> </a:t>
            </a:r>
            <a:r>
              <a:rPr sz="1800" spc="-10" dirty="0">
                <a:solidFill>
                  <a:srgbClr val="FF0000"/>
                </a:solidFill>
                <a:latin typeface="Calibri"/>
                <a:cs typeface="Calibri"/>
              </a:rPr>
              <a:t>GFG </a:t>
            </a:r>
            <a:r>
              <a:rPr sz="1800" spc="-390" dirty="0">
                <a:solidFill>
                  <a:srgbClr val="FF0000"/>
                </a:solidFill>
                <a:latin typeface="Calibri"/>
                <a:cs typeface="Calibri"/>
              </a:rPr>
              <a:t> </a:t>
            </a:r>
            <a:r>
              <a:rPr sz="1800" spc="-10" dirty="0">
                <a:solidFill>
                  <a:srgbClr val="FF0000"/>
                </a:solidFill>
                <a:latin typeface="Calibri"/>
                <a:cs typeface="Calibri"/>
              </a:rPr>
              <a:t>Hello, GFG</a:t>
            </a:r>
            <a:endParaRPr sz="1800">
              <a:latin typeface="Calibri"/>
              <a:cs typeface="Calibri"/>
            </a:endParaRPr>
          </a:p>
          <a:p>
            <a:pPr marL="12700">
              <a:lnSpc>
                <a:spcPct val="100000"/>
              </a:lnSpc>
            </a:pPr>
            <a:r>
              <a:rPr sz="1800" spc="-5" dirty="0">
                <a:solidFill>
                  <a:srgbClr val="FF0000"/>
                </a:solidFill>
                <a:latin typeface="Calibri"/>
                <a:cs typeface="Calibri"/>
              </a:rPr>
              <a:t>&lt;class</a:t>
            </a:r>
            <a:r>
              <a:rPr sz="1800" spc="-40" dirty="0">
                <a:solidFill>
                  <a:srgbClr val="FF0000"/>
                </a:solidFill>
                <a:latin typeface="Calibri"/>
                <a:cs typeface="Calibri"/>
              </a:rPr>
              <a:t> </a:t>
            </a:r>
            <a:r>
              <a:rPr sz="1800" spc="-10" dirty="0">
                <a:solidFill>
                  <a:srgbClr val="FF0000"/>
                </a:solidFill>
                <a:latin typeface="Calibri"/>
                <a:cs typeface="Calibri"/>
              </a:rPr>
              <a:t>'str'&gt;</a:t>
            </a:r>
            <a:endParaRPr sz="1800">
              <a:latin typeface="Calibri"/>
              <a:cs typeface="Calibri"/>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82625" y="483503"/>
            <a:ext cx="3288665" cy="513080"/>
          </a:xfrm>
          <a:prstGeom prst="rect">
            <a:avLst/>
          </a:prstGeom>
        </p:spPr>
        <p:txBody>
          <a:bodyPr vert="horz" wrap="square" lIns="0" tIns="12700" rIns="0" bIns="0" rtlCol="0">
            <a:spAutoFit/>
          </a:bodyPr>
          <a:lstStyle/>
          <a:p>
            <a:pPr marL="12700">
              <a:lnSpc>
                <a:spcPct val="100000"/>
              </a:lnSpc>
              <a:spcBef>
                <a:spcPts val="100"/>
              </a:spcBef>
            </a:pPr>
            <a:r>
              <a:rPr spc="275" dirty="0"/>
              <a:t>Input</a:t>
            </a:r>
            <a:r>
              <a:rPr spc="80" dirty="0"/>
              <a:t> </a:t>
            </a:r>
            <a:r>
              <a:rPr spc="295" dirty="0"/>
              <a:t>Function</a:t>
            </a:r>
          </a:p>
        </p:txBody>
      </p:sp>
      <p:sp>
        <p:nvSpPr>
          <p:cNvPr id="3" name="object 3"/>
          <p:cNvSpPr txBox="1"/>
          <p:nvPr/>
        </p:nvSpPr>
        <p:spPr>
          <a:xfrm>
            <a:off x="682625" y="1286186"/>
            <a:ext cx="7731759" cy="2325370"/>
          </a:xfrm>
          <a:prstGeom prst="rect">
            <a:avLst/>
          </a:prstGeom>
        </p:spPr>
        <p:txBody>
          <a:bodyPr vert="horz" wrap="square" lIns="0" tIns="80645" rIns="0" bIns="0" rtlCol="0">
            <a:spAutoFit/>
          </a:bodyPr>
          <a:lstStyle/>
          <a:p>
            <a:pPr marL="184150" indent="-137795">
              <a:lnSpc>
                <a:spcPct val="100000"/>
              </a:lnSpc>
              <a:spcBef>
                <a:spcPts val="635"/>
              </a:spcBef>
              <a:buChar char="•"/>
              <a:tabLst>
                <a:tab pos="184150" algn="l"/>
              </a:tabLst>
            </a:pPr>
            <a:r>
              <a:rPr sz="1800" spc="-5" dirty="0">
                <a:latin typeface="Arial MT"/>
                <a:cs typeface="Arial MT"/>
              </a:rPr>
              <a:t>Note:</a:t>
            </a:r>
            <a:r>
              <a:rPr sz="1800" spc="-10" dirty="0">
                <a:latin typeface="Arial MT"/>
                <a:cs typeface="Arial MT"/>
              </a:rPr>
              <a:t> </a:t>
            </a:r>
            <a:r>
              <a:rPr sz="1800" spc="-5" dirty="0">
                <a:latin typeface="Arial MT"/>
                <a:cs typeface="Arial MT"/>
              </a:rPr>
              <a:t>Python</a:t>
            </a:r>
            <a:r>
              <a:rPr sz="1800" spc="-15" dirty="0">
                <a:latin typeface="Arial MT"/>
                <a:cs typeface="Arial MT"/>
              </a:rPr>
              <a:t> </a:t>
            </a:r>
            <a:r>
              <a:rPr sz="1800" spc="-5" dirty="0">
                <a:latin typeface="Arial MT"/>
                <a:cs typeface="Arial MT"/>
              </a:rPr>
              <a:t>takes</a:t>
            </a:r>
            <a:r>
              <a:rPr sz="1800" spc="-10" dirty="0">
                <a:latin typeface="Arial MT"/>
                <a:cs typeface="Arial MT"/>
              </a:rPr>
              <a:t> </a:t>
            </a:r>
            <a:r>
              <a:rPr sz="1800" spc="-5" dirty="0">
                <a:latin typeface="Arial MT"/>
                <a:cs typeface="Arial MT"/>
              </a:rPr>
              <a:t>all</a:t>
            </a:r>
            <a:r>
              <a:rPr sz="1800" spc="-10" dirty="0">
                <a:latin typeface="Arial MT"/>
                <a:cs typeface="Arial MT"/>
              </a:rPr>
              <a:t> </a:t>
            </a:r>
            <a:r>
              <a:rPr sz="1800" spc="-5" dirty="0">
                <a:latin typeface="Arial MT"/>
                <a:cs typeface="Arial MT"/>
              </a:rPr>
              <a:t>the</a:t>
            </a:r>
            <a:r>
              <a:rPr sz="1800" spc="-10" dirty="0">
                <a:latin typeface="Arial MT"/>
                <a:cs typeface="Arial MT"/>
              </a:rPr>
              <a:t> </a:t>
            </a:r>
            <a:r>
              <a:rPr sz="1800" spc="-5" dirty="0">
                <a:latin typeface="Arial MT"/>
                <a:cs typeface="Arial MT"/>
              </a:rPr>
              <a:t>input</a:t>
            </a:r>
            <a:r>
              <a:rPr sz="1800" spc="-10" dirty="0">
                <a:latin typeface="Arial MT"/>
                <a:cs typeface="Arial MT"/>
              </a:rPr>
              <a:t> </a:t>
            </a:r>
            <a:r>
              <a:rPr sz="1800" spc="-5" dirty="0">
                <a:latin typeface="Arial MT"/>
                <a:cs typeface="Arial MT"/>
              </a:rPr>
              <a:t>as</a:t>
            </a:r>
            <a:r>
              <a:rPr sz="1800" spc="-10" dirty="0">
                <a:latin typeface="Arial MT"/>
                <a:cs typeface="Arial MT"/>
              </a:rPr>
              <a:t> </a:t>
            </a:r>
            <a:r>
              <a:rPr sz="1800" dirty="0">
                <a:latin typeface="Arial MT"/>
                <a:cs typeface="Arial MT"/>
              </a:rPr>
              <a:t>a</a:t>
            </a:r>
            <a:r>
              <a:rPr sz="1800" spc="-10" dirty="0">
                <a:latin typeface="Arial MT"/>
                <a:cs typeface="Arial MT"/>
              </a:rPr>
              <a:t> </a:t>
            </a:r>
            <a:r>
              <a:rPr sz="1800" dirty="0">
                <a:latin typeface="Arial MT"/>
                <a:cs typeface="Arial MT"/>
              </a:rPr>
              <a:t>string</a:t>
            </a:r>
            <a:r>
              <a:rPr sz="1800" spc="-10" dirty="0">
                <a:latin typeface="Arial MT"/>
                <a:cs typeface="Arial MT"/>
              </a:rPr>
              <a:t> </a:t>
            </a:r>
            <a:r>
              <a:rPr sz="1800" spc="-5" dirty="0">
                <a:latin typeface="Arial MT"/>
                <a:cs typeface="Arial MT"/>
              </a:rPr>
              <a:t>input by</a:t>
            </a:r>
            <a:r>
              <a:rPr sz="1800" spc="-10" dirty="0">
                <a:latin typeface="Arial MT"/>
                <a:cs typeface="Arial MT"/>
              </a:rPr>
              <a:t> </a:t>
            </a:r>
            <a:r>
              <a:rPr sz="1800" spc="-5" dirty="0">
                <a:latin typeface="Arial MT"/>
                <a:cs typeface="Arial MT"/>
              </a:rPr>
              <a:t>default.</a:t>
            </a:r>
            <a:endParaRPr sz="1800">
              <a:latin typeface="Arial MT"/>
              <a:cs typeface="Arial MT"/>
            </a:endParaRPr>
          </a:p>
          <a:p>
            <a:pPr marL="184150" indent="-137795">
              <a:lnSpc>
                <a:spcPct val="100000"/>
              </a:lnSpc>
              <a:spcBef>
                <a:spcPts val="530"/>
              </a:spcBef>
              <a:buChar char="•"/>
              <a:tabLst>
                <a:tab pos="184150" algn="l"/>
              </a:tabLst>
            </a:pPr>
            <a:r>
              <a:rPr sz="1800" spc="-100" dirty="0">
                <a:latin typeface="Arial MT"/>
                <a:cs typeface="Arial MT"/>
              </a:rPr>
              <a:t>To</a:t>
            </a:r>
            <a:r>
              <a:rPr sz="1800" spc="-10" dirty="0">
                <a:latin typeface="Arial MT"/>
                <a:cs typeface="Arial MT"/>
              </a:rPr>
              <a:t> </a:t>
            </a:r>
            <a:r>
              <a:rPr sz="1800" dirty="0">
                <a:latin typeface="Arial MT"/>
                <a:cs typeface="Arial MT"/>
              </a:rPr>
              <a:t>convert</a:t>
            </a:r>
            <a:r>
              <a:rPr sz="1800" spc="-5" dirty="0">
                <a:latin typeface="Arial MT"/>
                <a:cs typeface="Arial MT"/>
              </a:rPr>
              <a:t> it to any other data type we have to </a:t>
            </a:r>
            <a:r>
              <a:rPr sz="1800" dirty="0">
                <a:latin typeface="Arial MT"/>
                <a:cs typeface="Arial MT"/>
              </a:rPr>
              <a:t>convert</a:t>
            </a:r>
            <a:r>
              <a:rPr sz="1800" spc="-5" dirty="0">
                <a:latin typeface="Arial MT"/>
                <a:cs typeface="Arial MT"/>
              </a:rPr>
              <a:t> the input </a:t>
            </a:r>
            <a:r>
              <a:rPr sz="1800" spc="-20" dirty="0">
                <a:latin typeface="Arial MT"/>
                <a:cs typeface="Arial MT"/>
              </a:rPr>
              <a:t>explicitly.</a:t>
            </a:r>
            <a:endParaRPr sz="1800">
              <a:latin typeface="Arial MT"/>
              <a:cs typeface="Arial MT"/>
            </a:endParaRPr>
          </a:p>
          <a:p>
            <a:pPr marL="184150" marR="5080" indent="-137795">
              <a:lnSpc>
                <a:spcPts val="1939"/>
              </a:lnSpc>
              <a:spcBef>
                <a:spcPts val="785"/>
              </a:spcBef>
              <a:buChar char="•"/>
              <a:tabLst>
                <a:tab pos="184150" algn="l"/>
              </a:tabLst>
            </a:pPr>
            <a:r>
              <a:rPr sz="1800" spc="-5" dirty="0">
                <a:latin typeface="Arial MT"/>
                <a:cs typeface="Arial MT"/>
              </a:rPr>
              <a:t>For example, to </a:t>
            </a:r>
            <a:r>
              <a:rPr sz="1800" dirty="0">
                <a:latin typeface="Arial MT"/>
                <a:cs typeface="Arial MT"/>
              </a:rPr>
              <a:t>convert </a:t>
            </a:r>
            <a:r>
              <a:rPr sz="1800" spc="-5" dirty="0">
                <a:latin typeface="Arial MT"/>
                <a:cs typeface="Arial MT"/>
              </a:rPr>
              <a:t>the input to int or float we have to use the int() and </a:t>
            </a:r>
            <a:r>
              <a:rPr sz="1800" spc="-490" dirty="0">
                <a:latin typeface="Arial MT"/>
                <a:cs typeface="Arial MT"/>
              </a:rPr>
              <a:t> </a:t>
            </a:r>
            <a:r>
              <a:rPr sz="1800" spc="-5" dirty="0">
                <a:latin typeface="Arial MT"/>
                <a:cs typeface="Arial MT"/>
              </a:rPr>
              <a:t>float()</a:t>
            </a:r>
            <a:r>
              <a:rPr sz="1800" spc="-10" dirty="0">
                <a:latin typeface="Arial MT"/>
                <a:cs typeface="Arial MT"/>
              </a:rPr>
              <a:t> </a:t>
            </a:r>
            <a:r>
              <a:rPr sz="1800" dirty="0">
                <a:latin typeface="Arial MT"/>
                <a:cs typeface="Arial MT"/>
              </a:rPr>
              <a:t>method</a:t>
            </a:r>
            <a:r>
              <a:rPr sz="1800" spc="-5" dirty="0">
                <a:latin typeface="Arial MT"/>
                <a:cs typeface="Arial MT"/>
              </a:rPr>
              <a:t> </a:t>
            </a:r>
            <a:r>
              <a:rPr sz="1800" spc="-15" dirty="0">
                <a:latin typeface="Arial MT"/>
                <a:cs typeface="Arial MT"/>
              </a:rPr>
              <a:t>respectively.</a:t>
            </a:r>
            <a:endParaRPr sz="1800">
              <a:latin typeface="Arial MT"/>
              <a:cs typeface="Arial MT"/>
            </a:endParaRPr>
          </a:p>
          <a:p>
            <a:pPr marL="12700" marR="3832225">
              <a:lnSpc>
                <a:spcPts val="2690"/>
              </a:lnSpc>
              <a:spcBef>
                <a:spcPts val="85"/>
              </a:spcBef>
            </a:pPr>
            <a:r>
              <a:rPr sz="1800" dirty="0">
                <a:solidFill>
                  <a:srgbClr val="FF0000"/>
                </a:solidFill>
                <a:latin typeface="Arial MT"/>
                <a:cs typeface="Arial MT"/>
              </a:rPr>
              <a:t># </a:t>
            </a:r>
            <a:r>
              <a:rPr sz="1800" spc="-40" dirty="0">
                <a:solidFill>
                  <a:srgbClr val="FF0000"/>
                </a:solidFill>
                <a:latin typeface="Arial MT"/>
                <a:cs typeface="Arial MT"/>
              </a:rPr>
              <a:t>Taking </a:t>
            </a:r>
            <a:r>
              <a:rPr sz="1800" spc="-5" dirty="0">
                <a:solidFill>
                  <a:srgbClr val="FF0000"/>
                </a:solidFill>
                <a:latin typeface="Arial MT"/>
                <a:cs typeface="Arial MT"/>
              </a:rPr>
              <a:t>input from the user as integer </a:t>
            </a:r>
            <a:r>
              <a:rPr sz="1800" spc="-490" dirty="0">
                <a:solidFill>
                  <a:srgbClr val="FF0000"/>
                </a:solidFill>
                <a:latin typeface="Arial MT"/>
                <a:cs typeface="Arial MT"/>
              </a:rPr>
              <a:t> </a:t>
            </a:r>
            <a:r>
              <a:rPr sz="1800" spc="-5" dirty="0">
                <a:solidFill>
                  <a:srgbClr val="FF0000"/>
                </a:solidFill>
                <a:latin typeface="Arial MT"/>
                <a:cs typeface="Arial MT"/>
              </a:rPr>
              <a:t>num </a:t>
            </a:r>
            <a:r>
              <a:rPr sz="1800" dirty="0">
                <a:solidFill>
                  <a:srgbClr val="FF0000"/>
                </a:solidFill>
                <a:latin typeface="Arial MT"/>
                <a:cs typeface="Arial MT"/>
              </a:rPr>
              <a:t>= </a:t>
            </a:r>
            <a:r>
              <a:rPr sz="1800" spc="-5" dirty="0">
                <a:solidFill>
                  <a:srgbClr val="FF0000"/>
                </a:solidFill>
                <a:latin typeface="Arial MT"/>
                <a:cs typeface="Arial MT"/>
              </a:rPr>
              <a:t>int(input("Enter </a:t>
            </a:r>
            <a:r>
              <a:rPr sz="1800" dirty="0">
                <a:solidFill>
                  <a:srgbClr val="FF0000"/>
                </a:solidFill>
                <a:latin typeface="Arial MT"/>
                <a:cs typeface="Arial MT"/>
              </a:rPr>
              <a:t>a </a:t>
            </a:r>
            <a:r>
              <a:rPr sz="1800" spc="-5" dirty="0">
                <a:solidFill>
                  <a:srgbClr val="FF0000"/>
                </a:solidFill>
                <a:latin typeface="Arial MT"/>
                <a:cs typeface="Arial MT"/>
              </a:rPr>
              <a:t>number: ")) </a:t>
            </a:r>
            <a:r>
              <a:rPr sz="1800" dirty="0">
                <a:solidFill>
                  <a:srgbClr val="FF0000"/>
                </a:solidFill>
                <a:latin typeface="Arial MT"/>
                <a:cs typeface="Arial MT"/>
              </a:rPr>
              <a:t> </a:t>
            </a:r>
            <a:r>
              <a:rPr sz="1800" spc="-5" dirty="0">
                <a:solidFill>
                  <a:srgbClr val="FF0000"/>
                </a:solidFill>
                <a:latin typeface="Arial MT"/>
                <a:cs typeface="Arial MT"/>
              </a:rPr>
              <a:t>add</a:t>
            </a:r>
            <a:r>
              <a:rPr sz="1800" spc="-10" dirty="0">
                <a:solidFill>
                  <a:srgbClr val="FF0000"/>
                </a:solidFill>
                <a:latin typeface="Arial MT"/>
                <a:cs typeface="Arial MT"/>
              </a:rPr>
              <a:t> </a:t>
            </a:r>
            <a:r>
              <a:rPr sz="1800" dirty="0">
                <a:solidFill>
                  <a:srgbClr val="FF0000"/>
                </a:solidFill>
                <a:latin typeface="Arial MT"/>
                <a:cs typeface="Arial MT"/>
              </a:rPr>
              <a:t>=</a:t>
            </a:r>
            <a:r>
              <a:rPr sz="1800" spc="-5" dirty="0">
                <a:solidFill>
                  <a:srgbClr val="FF0000"/>
                </a:solidFill>
                <a:latin typeface="Arial MT"/>
                <a:cs typeface="Arial MT"/>
              </a:rPr>
              <a:t> num</a:t>
            </a:r>
            <a:r>
              <a:rPr sz="1800" spc="-10" dirty="0">
                <a:solidFill>
                  <a:srgbClr val="FF0000"/>
                </a:solidFill>
                <a:latin typeface="Arial MT"/>
                <a:cs typeface="Arial MT"/>
              </a:rPr>
              <a:t> </a:t>
            </a:r>
            <a:r>
              <a:rPr sz="1800" dirty="0">
                <a:solidFill>
                  <a:srgbClr val="FF0000"/>
                </a:solidFill>
                <a:latin typeface="Arial MT"/>
                <a:cs typeface="Arial MT"/>
              </a:rPr>
              <a:t>+</a:t>
            </a:r>
            <a:r>
              <a:rPr sz="1800" spc="-5" dirty="0">
                <a:solidFill>
                  <a:srgbClr val="FF0000"/>
                </a:solidFill>
                <a:latin typeface="Arial MT"/>
                <a:cs typeface="Arial MT"/>
              </a:rPr>
              <a:t> </a:t>
            </a:r>
            <a:r>
              <a:rPr sz="1800" dirty="0">
                <a:solidFill>
                  <a:srgbClr val="FF0000"/>
                </a:solidFill>
                <a:latin typeface="Arial MT"/>
                <a:cs typeface="Arial MT"/>
              </a:rPr>
              <a:t>1</a:t>
            </a:r>
            <a:endParaRPr sz="1800">
              <a:latin typeface="Arial MT"/>
              <a:cs typeface="Arial MT"/>
            </a:endParaRPr>
          </a:p>
        </p:txBody>
      </p:sp>
      <p:sp>
        <p:nvSpPr>
          <p:cNvPr id="4" name="object 4"/>
          <p:cNvSpPr txBox="1"/>
          <p:nvPr/>
        </p:nvSpPr>
        <p:spPr>
          <a:xfrm>
            <a:off x="682625" y="3585902"/>
            <a:ext cx="1003935" cy="709930"/>
          </a:xfrm>
          <a:prstGeom prst="rect">
            <a:avLst/>
          </a:prstGeom>
        </p:spPr>
        <p:txBody>
          <a:bodyPr vert="horz" wrap="square" lIns="0" tIns="12700" rIns="0" bIns="0" rtlCol="0">
            <a:spAutoFit/>
          </a:bodyPr>
          <a:lstStyle/>
          <a:p>
            <a:pPr marL="12700" marR="5080">
              <a:lnSpc>
                <a:spcPct val="124700"/>
              </a:lnSpc>
              <a:spcBef>
                <a:spcPts val="100"/>
              </a:spcBef>
            </a:pPr>
            <a:r>
              <a:rPr sz="1800" dirty="0">
                <a:solidFill>
                  <a:srgbClr val="FF0000"/>
                </a:solidFill>
                <a:latin typeface="Arial MT"/>
                <a:cs typeface="Arial MT"/>
              </a:rPr>
              <a:t># </a:t>
            </a:r>
            <a:r>
              <a:rPr sz="1800" spc="-5" dirty="0">
                <a:solidFill>
                  <a:srgbClr val="FF0000"/>
                </a:solidFill>
                <a:latin typeface="Arial MT"/>
                <a:cs typeface="Arial MT"/>
              </a:rPr>
              <a:t>Output </a:t>
            </a:r>
            <a:r>
              <a:rPr sz="1800" dirty="0">
                <a:solidFill>
                  <a:srgbClr val="FF0000"/>
                </a:solidFill>
                <a:latin typeface="Arial MT"/>
                <a:cs typeface="Arial MT"/>
              </a:rPr>
              <a:t> </a:t>
            </a:r>
            <a:r>
              <a:rPr sz="1800" spc="-5" dirty="0">
                <a:solidFill>
                  <a:srgbClr val="FF0000"/>
                </a:solidFill>
                <a:latin typeface="Arial MT"/>
                <a:cs typeface="Arial MT"/>
              </a:rPr>
              <a:t>print(add)</a:t>
            </a:r>
            <a:endParaRPr sz="1800">
              <a:latin typeface="Arial MT"/>
              <a:cs typeface="Arial MT"/>
            </a:endParaRPr>
          </a:p>
        </p:txBody>
      </p:sp>
      <p:sp>
        <p:nvSpPr>
          <p:cNvPr id="5" name="object 5"/>
          <p:cNvSpPr txBox="1"/>
          <p:nvPr/>
        </p:nvSpPr>
        <p:spPr>
          <a:xfrm>
            <a:off x="5903604" y="3651845"/>
            <a:ext cx="1698625" cy="939800"/>
          </a:xfrm>
          <a:prstGeom prst="rect">
            <a:avLst/>
          </a:prstGeom>
        </p:spPr>
        <p:txBody>
          <a:bodyPr vert="horz" wrap="square" lIns="0" tIns="12700" rIns="0" bIns="0" rtlCol="0">
            <a:spAutoFit/>
          </a:bodyPr>
          <a:lstStyle/>
          <a:p>
            <a:pPr marL="12700" marR="5080">
              <a:lnSpc>
                <a:spcPct val="100000"/>
              </a:lnSpc>
              <a:spcBef>
                <a:spcPts val="100"/>
              </a:spcBef>
            </a:pPr>
            <a:r>
              <a:rPr sz="2000" spc="-15" dirty="0">
                <a:solidFill>
                  <a:srgbClr val="FF0000"/>
                </a:solidFill>
                <a:latin typeface="Calibri"/>
                <a:cs typeface="Calibri"/>
              </a:rPr>
              <a:t>Enter</a:t>
            </a:r>
            <a:r>
              <a:rPr sz="2000" spc="-45" dirty="0">
                <a:solidFill>
                  <a:srgbClr val="FF0000"/>
                </a:solidFill>
                <a:latin typeface="Calibri"/>
                <a:cs typeface="Calibri"/>
              </a:rPr>
              <a:t> </a:t>
            </a:r>
            <a:r>
              <a:rPr sz="2000" dirty="0">
                <a:solidFill>
                  <a:srgbClr val="FF0000"/>
                </a:solidFill>
                <a:latin typeface="Calibri"/>
                <a:cs typeface="Calibri"/>
              </a:rPr>
              <a:t>a</a:t>
            </a:r>
            <a:r>
              <a:rPr sz="2000" spc="-45" dirty="0">
                <a:solidFill>
                  <a:srgbClr val="FF0000"/>
                </a:solidFill>
                <a:latin typeface="Calibri"/>
                <a:cs typeface="Calibri"/>
              </a:rPr>
              <a:t> </a:t>
            </a:r>
            <a:r>
              <a:rPr sz="2000" spc="-5" dirty="0">
                <a:solidFill>
                  <a:srgbClr val="FF0000"/>
                </a:solidFill>
                <a:latin typeface="Calibri"/>
                <a:cs typeface="Calibri"/>
              </a:rPr>
              <a:t>number: </a:t>
            </a:r>
            <a:r>
              <a:rPr sz="2000" spc="-434" dirty="0">
                <a:solidFill>
                  <a:srgbClr val="FF0000"/>
                </a:solidFill>
                <a:latin typeface="Calibri"/>
                <a:cs typeface="Calibri"/>
              </a:rPr>
              <a:t> </a:t>
            </a:r>
            <a:r>
              <a:rPr sz="2000" spc="-5" dirty="0">
                <a:solidFill>
                  <a:srgbClr val="FF0000"/>
                </a:solidFill>
                <a:latin typeface="Calibri"/>
                <a:cs typeface="Calibri"/>
              </a:rPr>
              <a:t>25</a:t>
            </a:r>
            <a:endParaRPr sz="2000">
              <a:latin typeface="Calibri"/>
              <a:cs typeface="Calibri"/>
            </a:endParaRPr>
          </a:p>
          <a:p>
            <a:pPr marL="12700">
              <a:lnSpc>
                <a:spcPct val="100000"/>
              </a:lnSpc>
            </a:pPr>
            <a:r>
              <a:rPr sz="2000" spc="-5" dirty="0">
                <a:solidFill>
                  <a:srgbClr val="FF0000"/>
                </a:solidFill>
                <a:latin typeface="Calibri"/>
                <a:cs typeface="Calibri"/>
              </a:rPr>
              <a:t>26</a:t>
            </a:r>
            <a:endParaRPr sz="2000">
              <a:latin typeface="Calibri"/>
              <a:cs typeface="Calibri"/>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82625" y="483503"/>
            <a:ext cx="3288665" cy="513080"/>
          </a:xfrm>
          <a:prstGeom prst="rect">
            <a:avLst/>
          </a:prstGeom>
        </p:spPr>
        <p:txBody>
          <a:bodyPr vert="horz" wrap="square" lIns="0" tIns="12700" rIns="0" bIns="0" rtlCol="0">
            <a:spAutoFit/>
          </a:bodyPr>
          <a:lstStyle/>
          <a:p>
            <a:pPr marL="12700">
              <a:lnSpc>
                <a:spcPct val="100000"/>
              </a:lnSpc>
              <a:spcBef>
                <a:spcPts val="100"/>
              </a:spcBef>
            </a:pPr>
            <a:r>
              <a:rPr spc="275" dirty="0"/>
              <a:t>Input</a:t>
            </a:r>
            <a:r>
              <a:rPr spc="80" dirty="0"/>
              <a:t> </a:t>
            </a:r>
            <a:r>
              <a:rPr spc="295" dirty="0"/>
              <a:t>Function</a:t>
            </a:r>
          </a:p>
        </p:txBody>
      </p:sp>
      <p:sp>
        <p:nvSpPr>
          <p:cNvPr id="3" name="object 3"/>
          <p:cNvSpPr txBox="1"/>
          <p:nvPr/>
        </p:nvSpPr>
        <p:spPr>
          <a:xfrm>
            <a:off x="682625" y="1463732"/>
            <a:ext cx="7188834" cy="2626995"/>
          </a:xfrm>
          <a:prstGeom prst="rect">
            <a:avLst/>
          </a:prstGeom>
        </p:spPr>
        <p:txBody>
          <a:bodyPr vert="horz" wrap="square" lIns="0" tIns="0" rIns="0" bIns="0" rtlCol="0">
            <a:spAutoFit/>
          </a:bodyPr>
          <a:lstStyle/>
          <a:p>
            <a:pPr marL="184785" indent="-126364">
              <a:lnSpc>
                <a:spcPts val="2360"/>
              </a:lnSpc>
              <a:buSzPct val="150000"/>
              <a:buChar char="•"/>
              <a:tabLst>
                <a:tab pos="185420" algn="l"/>
              </a:tabLst>
            </a:pPr>
            <a:r>
              <a:rPr sz="1800" spc="-5" dirty="0">
                <a:latin typeface="Arial MT"/>
                <a:cs typeface="Arial MT"/>
              </a:rPr>
              <a:t>we</a:t>
            </a:r>
            <a:r>
              <a:rPr sz="1800" spc="-10" dirty="0">
                <a:latin typeface="Arial MT"/>
                <a:cs typeface="Arial MT"/>
              </a:rPr>
              <a:t> </a:t>
            </a:r>
            <a:r>
              <a:rPr sz="1800" dirty="0">
                <a:latin typeface="Arial MT"/>
                <a:cs typeface="Arial MT"/>
              </a:rPr>
              <a:t>can</a:t>
            </a:r>
            <a:r>
              <a:rPr sz="1800" spc="-10" dirty="0">
                <a:latin typeface="Arial MT"/>
                <a:cs typeface="Arial MT"/>
              </a:rPr>
              <a:t> </a:t>
            </a:r>
            <a:r>
              <a:rPr sz="1800" spc="-5" dirty="0">
                <a:latin typeface="Arial MT"/>
                <a:cs typeface="Arial MT"/>
              </a:rPr>
              <a:t>take</a:t>
            </a:r>
            <a:r>
              <a:rPr sz="1800" spc="-10" dirty="0">
                <a:latin typeface="Arial MT"/>
                <a:cs typeface="Arial MT"/>
              </a:rPr>
              <a:t> </a:t>
            </a:r>
            <a:r>
              <a:rPr sz="1800" dirty="0">
                <a:latin typeface="Arial MT"/>
                <a:cs typeface="Arial MT"/>
              </a:rPr>
              <a:t>multiple</a:t>
            </a:r>
            <a:r>
              <a:rPr sz="1800" spc="-5" dirty="0">
                <a:latin typeface="Arial MT"/>
                <a:cs typeface="Arial MT"/>
              </a:rPr>
              <a:t> inputs</a:t>
            </a:r>
            <a:r>
              <a:rPr sz="1800" spc="-10" dirty="0">
                <a:latin typeface="Arial MT"/>
                <a:cs typeface="Arial MT"/>
              </a:rPr>
              <a:t> </a:t>
            </a:r>
            <a:r>
              <a:rPr sz="1800" spc="-5" dirty="0">
                <a:latin typeface="Arial MT"/>
                <a:cs typeface="Arial MT"/>
              </a:rPr>
              <a:t>of</a:t>
            </a:r>
            <a:r>
              <a:rPr sz="1800" spc="-10" dirty="0">
                <a:latin typeface="Arial MT"/>
                <a:cs typeface="Arial MT"/>
              </a:rPr>
              <a:t> </a:t>
            </a:r>
            <a:r>
              <a:rPr sz="1800" spc="-5" dirty="0">
                <a:latin typeface="Arial MT"/>
                <a:cs typeface="Arial MT"/>
              </a:rPr>
              <a:t>the </a:t>
            </a:r>
            <a:r>
              <a:rPr sz="1800" dirty="0">
                <a:latin typeface="Arial MT"/>
                <a:cs typeface="Arial MT"/>
              </a:rPr>
              <a:t>same</a:t>
            </a:r>
            <a:r>
              <a:rPr sz="1800" spc="-10" dirty="0">
                <a:latin typeface="Arial MT"/>
                <a:cs typeface="Arial MT"/>
              </a:rPr>
              <a:t> </a:t>
            </a:r>
            <a:r>
              <a:rPr sz="1800" spc="-5" dirty="0">
                <a:latin typeface="Arial MT"/>
                <a:cs typeface="Arial MT"/>
              </a:rPr>
              <a:t>data</a:t>
            </a:r>
            <a:r>
              <a:rPr sz="1800" spc="-10" dirty="0">
                <a:latin typeface="Arial MT"/>
                <a:cs typeface="Arial MT"/>
              </a:rPr>
              <a:t> </a:t>
            </a:r>
            <a:r>
              <a:rPr sz="1800" spc="-5" dirty="0">
                <a:latin typeface="Arial MT"/>
                <a:cs typeface="Arial MT"/>
              </a:rPr>
              <a:t>type at</a:t>
            </a:r>
            <a:r>
              <a:rPr sz="1800" spc="-10" dirty="0">
                <a:latin typeface="Arial MT"/>
                <a:cs typeface="Arial MT"/>
              </a:rPr>
              <a:t> </a:t>
            </a:r>
            <a:r>
              <a:rPr sz="1800" dirty="0">
                <a:latin typeface="Arial MT"/>
                <a:cs typeface="Arial MT"/>
              </a:rPr>
              <a:t>a</a:t>
            </a:r>
            <a:r>
              <a:rPr sz="1800" spc="-10" dirty="0">
                <a:latin typeface="Arial MT"/>
                <a:cs typeface="Arial MT"/>
              </a:rPr>
              <a:t> </a:t>
            </a:r>
            <a:r>
              <a:rPr sz="1800" spc="-5" dirty="0">
                <a:latin typeface="Arial MT"/>
                <a:cs typeface="Arial MT"/>
              </a:rPr>
              <a:t>time in</a:t>
            </a:r>
            <a:r>
              <a:rPr sz="1800" spc="-10" dirty="0">
                <a:latin typeface="Arial MT"/>
                <a:cs typeface="Arial MT"/>
              </a:rPr>
              <a:t> </a:t>
            </a:r>
            <a:r>
              <a:rPr sz="1800" spc="-5" dirty="0">
                <a:latin typeface="Arial MT"/>
                <a:cs typeface="Arial MT"/>
              </a:rPr>
              <a:t>python,</a:t>
            </a:r>
            <a:endParaRPr sz="1800">
              <a:latin typeface="Arial MT"/>
              <a:cs typeface="Arial MT"/>
            </a:endParaRPr>
          </a:p>
          <a:p>
            <a:pPr marL="184150">
              <a:lnSpc>
                <a:spcPts val="2060"/>
              </a:lnSpc>
            </a:pPr>
            <a:r>
              <a:rPr sz="1800" spc="-5" dirty="0">
                <a:latin typeface="Arial MT"/>
                <a:cs typeface="Arial MT"/>
              </a:rPr>
              <a:t>using</a:t>
            </a:r>
            <a:r>
              <a:rPr sz="1800" spc="-25" dirty="0">
                <a:latin typeface="Arial MT"/>
                <a:cs typeface="Arial MT"/>
              </a:rPr>
              <a:t> </a:t>
            </a:r>
            <a:r>
              <a:rPr sz="1800" dirty="0">
                <a:latin typeface="Arial MT"/>
                <a:cs typeface="Arial MT"/>
              </a:rPr>
              <a:t>map()</a:t>
            </a:r>
            <a:r>
              <a:rPr sz="1800" spc="-20" dirty="0">
                <a:latin typeface="Arial MT"/>
                <a:cs typeface="Arial MT"/>
              </a:rPr>
              <a:t> </a:t>
            </a:r>
            <a:r>
              <a:rPr sz="1800" dirty="0">
                <a:latin typeface="Arial MT"/>
                <a:cs typeface="Arial MT"/>
              </a:rPr>
              <a:t>method</a:t>
            </a:r>
            <a:r>
              <a:rPr sz="1800" spc="-25" dirty="0">
                <a:latin typeface="Arial MT"/>
                <a:cs typeface="Arial MT"/>
              </a:rPr>
              <a:t> </a:t>
            </a:r>
            <a:r>
              <a:rPr sz="1800" spc="-5" dirty="0">
                <a:latin typeface="Arial MT"/>
                <a:cs typeface="Arial MT"/>
              </a:rPr>
              <a:t>in</a:t>
            </a:r>
            <a:r>
              <a:rPr sz="1800" spc="-20" dirty="0">
                <a:latin typeface="Arial MT"/>
                <a:cs typeface="Arial MT"/>
              </a:rPr>
              <a:t> </a:t>
            </a:r>
            <a:r>
              <a:rPr sz="1800" spc="-5" dirty="0">
                <a:latin typeface="Arial MT"/>
                <a:cs typeface="Arial MT"/>
              </a:rPr>
              <a:t>python.</a:t>
            </a:r>
            <a:endParaRPr sz="1800">
              <a:latin typeface="Arial MT"/>
              <a:cs typeface="Arial MT"/>
            </a:endParaRPr>
          </a:p>
          <a:p>
            <a:pPr marL="12700" marR="1785620">
              <a:lnSpc>
                <a:spcPct val="124700"/>
              </a:lnSpc>
            </a:pPr>
            <a:r>
              <a:rPr sz="1800" spc="-5" dirty="0">
                <a:solidFill>
                  <a:srgbClr val="FF0000"/>
                </a:solidFill>
                <a:latin typeface="Arial MT"/>
                <a:cs typeface="Arial MT"/>
              </a:rPr>
              <a:t>a, b, </a:t>
            </a:r>
            <a:r>
              <a:rPr sz="1800" dirty="0">
                <a:solidFill>
                  <a:srgbClr val="FF0000"/>
                </a:solidFill>
                <a:latin typeface="Arial MT"/>
                <a:cs typeface="Arial MT"/>
              </a:rPr>
              <a:t>c = map(int, </a:t>
            </a:r>
            <a:r>
              <a:rPr sz="1800" spc="-5" dirty="0">
                <a:solidFill>
                  <a:srgbClr val="FF0000"/>
                </a:solidFill>
                <a:latin typeface="Arial MT"/>
                <a:cs typeface="Arial MT"/>
              </a:rPr>
              <a:t>input("Enter the Numbers </a:t>
            </a:r>
            <a:r>
              <a:rPr sz="1800" dirty="0">
                <a:solidFill>
                  <a:srgbClr val="FF0000"/>
                </a:solidFill>
                <a:latin typeface="Arial MT"/>
                <a:cs typeface="Arial MT"/>
              </a:rPr>
              <a:t>: </a:t>
            </a:r>
            <a:r>
              <a:rPr sz="1800" spc="-5" dirty="0">
                <a:solidFill>
                  <a:srgbClr val="FF0000"/>
                </a:solidFill>
                <a:latin typeface="Arial MT"/>
                <a:cs typeface="Arial MT"/>
              </a:rPr>
              <a:t>").split()) </a:t>
            </a:r>
            <a:r>
              <a:rPr sz="1800" spc="-490" dirty="0">
                <a:solidFill>
                  <a:srgbClr val="FF0000"/>
                </a:solidFill>
                <a:latin typeface="Arial MT"/>
                <a:cs typeface="Arial MT"/>
              </a:rPr>
              <a:t> </a:t>
            </a:r>
            <a:r>
              <a:rPr sz="1800" spc="-5" dirty="0">
                <a:solidFill>
                  <a:srgbClr val="FF0000"/>
                </a:solidFill>
                <a:latin typeface="Arial MT"/>
                <a:cs typeface="Arial MT"/>
              </a:rPr>
              <a:t>print("The</a:t>
            </a:r>
            <a:r>
              <a:rPr sz="1800" spc="-10" dirty="0">
                <a:solidFill>
                  <a:srgbClr val="FF0000"/>
                </a:solidFill>
                <a:latin typeface="Arial MT"/>
                <a:cs typeface="Arial MT"/>
              </a:rPr>
              <a:t> </a:t>
            </a:r>
            <a:r>
              <a:rPr sz="1800" spc="-5" dirty="0">
                <a:solidFill>
                  <a:srgbClr val="FF0000"/>
                </a:solidFill>
                <a:latin typeface="Arial MT"/>
                <a:cs typeface="Arial MT"/>
              </a:rPr>
              <a:t>Numbers are</a:t>
            </a:r>
            <a:r>
              <a:rPr sz="1800" spc="-10" dirty="0">
                <a:solidFill>
                  <a:srgbClr val="FF0000"/>
                </a:solidFill>
                <a:latin typeface="Arial MT"/>
                <a:cs typeface="Arial MT"/>
              </a:rPr>
              <a:t> </a:t>
            </a:r>
            <a:r>
              <a:rPr sz="1800" dirty="0">
                <a:solidFill>
                  <a:srgbClr val="FF0000"/>
                </a:solidFill>
                <a:latin typeface="Arial MT"/>
                <a:cs typeface="Arial MT"/>
              </a:rPr>
              <a:t>:</a:t>
            </a:r>
            <a:r>
              <a:rPr sz="1800" spc="-5" dirty="0">
                <a:solidFill>
                  <a:srgbClr val="FF0000"/>
                </a:solidFill>
                <a:latin typeface="Arial MT"/>
                <a:cs typeface="Arial MT"/>
              </a:rPr>
              <a:t> ",end</a:t>
            </a:r>
            <a:r>
              <a:rPr sz="1800" spc="-10" dirty="0">
                <a:solidFill>
                  <a:srgbClr val="FF0000"/>
                </a:solidFill>
                <a:latin typeface="Arial MT"/>
                <a:cs typeface="Arial MT"/>
              </a:rPr>
              <a:t> </a:t>
            </a:r>
            <a:r>
              <a:rPr sz="1800" dirty="0">
                <a:solidFill>
                  <a:srgbClr val="FF0000"/>
                </a:solidFill>
                <a:latin typeface="Arial MT"/>
                <a:cs typeface="Arial MT"/>
              </a:rPr>
              <a:t>=</a:t>
            </a:r>
            <a:r>
              <a:rPr sz="1800" spc="-5" dirty="0">
                <a:solidFill>
                  <a:srgbClr val="FF0000"/>
                </a:solidFill>
                <a:latin typeface="Arial MT"/>
                <a:cs typeface="Arial MT"/>
              </a:rPr>
              <a:t> </a:t>
            </a:r>
            <a:r>
              <a:rPr sz="1800" dirty="0">
                <a:solidFill>
                  <a:srgbClr val="FF0000"/>
                </a:solidFill>
                <a:latin typeface="Arial MT"/>
                <a:cs typeface="Arial MT"/>
              </a:rPr>
              <a:t>"</a:t>
            </a:r>
            <a:r>
              <a:rPr sz="1800" spc="-10" dirty="0">
                <a:solidFill>
                  <a:srgbClr val="FF0000"/>
                </a:solidFill>
                <a:latin typeface="Arial MT"/>
                <a:cs typeface="Arial MT"/>
              </a:rPr>
              <a:t> </a:t>
            </a:r>
            <a:r>
              <a:rPr sz="1800" spc="-5" dirty="0">
                <a:solidFill>
                  <a:srgbClr val="FF0000"/>
                </a:solidFill>
                <a:latin typeface="Arial MT"/>
                <a:cs typeface="Arial MT"/>
              </a:rPr>
              <a:t>")</a:t>
            </a:r>
            <a:endParaRPr sz="1800">
              <a:latin typeface="Arial MT"/>
              <a:cs typeface="Arial MT"/>
            </a:endParaRPr>
          </a:p>
          <a:p>
            <a:pPr marL="12700">
              <a:lnSpc>
                <a:spcPct val="100000"/>
              </a:lnSpc>
              <a:spcBef>
                <a:spcPts val="535"/>
              </a:spcBef>
            </a:pPr>
            <a:r>
              <a:rPr sz="1800" spc="-5" dirty="0">
                <a:solidFill>
                  <a:srgbClr val="FF0000"/>
                </a:solidFill>
                <a:latin typeface="Arial MT"/>
                <a:cs typeface="Arial MT"/>
              </a:rPr>
              <a:t>print(a,</a:t>
            </a:r>
            <a:r>
              <a:rPr sz="1800" spc="-35" dirty="0">
                <a:solidFill>
                  <a:srgbClr val="FF0000"/>
                </a:solidFill>
                <a:latin typeface="Arial MT"/>
                <a:cs typeface="Arial MT"/>
              </a:rPr>
              <a:t> </a:t>
            </a:r>
            <a:r>
              <a:rPr sz="1800" spc="-5" dirty="0">
                <a:solidFill>
                  <a:srgbClr val="FF0000"/>
                </a:solidFill>
                <a:latin typeface="Arial MT"/>
                <a:cs typeface="Arial MT"/>
              </a:rPr>
              <a:t>b,</a:t>
            </a:r>
            <a:r>
              <a:rPr sz="1800" spc="-35" dirty="0">
                <a:solidFill>
                  <a:srgbClr val="FF0000"/>
                </a:solidFill>
                <a:latin typeface="Arial MT"/>
                <a:cs typeface="Arial MT"/>
              </a:rPr>
              <a:t> </a:t>
            </a:r>
            <a:r>
              <a:rPr sz="1800" dirty="0">
                <a:solidFill>
                  <a:srgbClr val="FF0000"/>
                </a:solidFill>
                <a:latin typeface="Arial MT"/>
                <a:cs typeface="Arial MT"/>
              </a:rPr>
              <a:t>c)</a:t>
            </a:r>
            <a:endParaRPr sz="1800">
              <a:latin typeface="Arial MT"/>
              <a:cs typeface="Arial MT"/>
            </a:endParaRPr>
          </a:p>
          <a:p>
            <a:pPr>
              <a:lnSpc>
                <a:spcPct val="100000"/>
              </a:lnSpc>
              <a:spcBef>
                <a:spcPts val="5"/>
              </a:spcBef>
            </a:pPr>
            <a:endParaRPr sz="2800">
              <a:latin typeface="Arial MT"/>
              <a:cs typeface="Arial MT"/>
            </a:endParaRPr>
          </a:p>
          <a:p>
            <a:pPr marL="12700">
              <a:lnSpc>
                <a:spcPct val="100000"/>
              </a:lnSpc>
            </a:pPr>
            <a:r>
              <a:rPr sz="1800" spc="-5" dirty="0">
                <a:solidFill>
                  <a:srgbClr val="FF0000"/>
                </a:solidFill>
                <a:latin typeface="Arial MT"/>
                <a:cs typeface="Arial MT"/>
              </a:rPr>
              <a:t>Enter</a:t>
            </a:r>
            <a:r>
              <a:rPr sz="1800" spc="-25" dirty="0">
                <a:solidFill>
                  <a:srgbClr val="FF0000"/>
                </a:solidFill>
                <a:latin typeface="Arial MT"/>
                <a:cs typeface="Arial MT"/>
              </a:rPr>
              <a:t> </a:t>
            </a:r>
            <a:r>
              <a:rPr sz="1800" spc="-5" dirty="0">
                <a:solidFill>
                  <a:srgbClr val="FF0000"/>
                </a:solidFill>
                <a:latin typeface="Arial MT"/>
                <a:cs typeface="Arial MT"/>
              </a:rPr>
              <a:t>the</a:t>
            </a:r>
            <a:r>
              <a:rPr sz="1800" spc="-15" dirty="0">
                <a:solidFill>
                  <a:srgbClr val="FF0000"/>
                </a:solidFill>
                <a:latin typeface="Arial MT"/>
                <a:cs typeface="Arial MT"/>
              </a:rPr>
              <a:t> </a:t>
            </a:r>
            <a:r>
              <a:rPr sz="1800" spc="-5" dirty="0">
                <a:solidFill>
                  <a:srgbClr val="FF0000"/>
                </a:solidFill>
                <a:latin typeface="Arial MT"/>
                <a:cs typeface="Arial MT"/>
              </a:rPr>
              <a:t>Numbers</a:t>
            </a:r>
            <a:r>
              <a:rPr sz="1800" spc="-20" dirty="0">
                <a:solidFill>
                  <a:srgbClr val="FF0000"/>
                </a:solidFill>
                <a:latin typeface="Arial MT"/>
                <a:cs typeface="Arial MT"/>
              </a:rPr>
              <a:t> </a:t>
            </a:r>
            <a:r>
              <a:rPr sz="1800" dirty="0">
                <a:solidFill>
                  <a:srgbClr val="FF0000"/>
                </a:solidFill>
                <a:latin typeface="Arial MT"/>
                <a:cs typeface="Arial MT"/>
              </a:rPr>
              <a:t>:</a:t>
            </a:r>
            <a:r>
              <a:rPr sz="1800" spc="-15" dirty="0">
                <a:solidFill>
                  <a:srgbClr val="FF0000"/>
                </a:solidFill>
                <a:latin typeface="Arial MT"/>
                <a:cs typeface="Arial MT"/>
              </a:rPr>
              <a:t> </a:t>
            </a:r>
            <a:r>
              <a:rPr sz="1800" dirty="0">
                <a:solidFill>
                  <a:srgbClr val="FF0000"/>
                </a:solidFill>
                <a:latin typeface="Arial MT"/>
                <a:cs typeface="Arial MT"/>
              </a:rPr>
              <a:t>2</a:t>
            </a:r>
            <a:r>
              <a:rPr sz="1800" spc="-15" dirty="0">
                <a:solidFill>
                  <a:srgbClr val="FF0000"/>
                </a:solidFill>
                <a:latin typeface="Arial MT"/>
                <a:cs typeface="Arial MT"/>
              </a:rPr>
              <a:t> </a:t>
            </a:r>
            <a:r>
              <a:rPr sz="1800" dirty="0">
                <a:solidFill>
                  <a:srgbClr val="FF0000"/>
                </a:solidFill>
                <a:latin typeface="Arial MT"/>
                <a:cs typeface="Arial MT"/>
              </a:rPr>
              <a:t>3</a:t>
            </a:r>
            <a:r>
              <a:rPr sz="1800" spc="-20" dirty="0">
                <a:solidFill>
                  <a:srgbClr val="FF0000"/>
                </a:solidFill>
                <a:latin typeface="Arial MT"/>
                <a:cs typeface="Arial MT"/>
              </a:rPr>
              <a:t> </a:t>
            </a:r>
            <a:r>
              <a:rPr sz="1800" dirty="0">
                <a:solidFill>
                  <a:srgbClr val="FF0000"/>
                </a:solidFill>
                <a:latin typeface="Arial MT"/>
                <a:cs typeface="Arial MT"/>
              </a:rPr>
              <a:t>4</a:t>
            </a:r>
            <a:endParaRPr sz="1800">
              <a:latin typeface="Arial MT"/>
              <a:cs typeface="Arial MT"/>
            </a:endParaRPr>
          </a:p>
          <a:p>
            <a:pPr marL="12700">
              <a:lnSpc>
                <a:spcPct val="100000"/>
              </a:lnSpc>
              <a:spcBef>
                <a:spcPts val="535"/>
              </a:spcBef>
            </a:pPr>
            <a:r>
              <a:rPr sz="1800" spc="-5" dirty="0">
                <a:solidFill>
                  <a:srgbClr val="FF0000"/>
                </a:solidFill>
                <a:latin typeface="Arial MT"/>
                <a:cs typeface="Arial MT"/>
              </a:rPr>
              <a:t>The</a:t>
            </a:r>
            <a:r>
              <a:rPr sz="1800" spc="-20" dirty="0">
                <a:solidFill>
                  <a:srgbClr val="FF0000"/>
                </a:solidFill>
                <a:latin typeface="Arial MT"/>
                <a:cs typeface="Arial MT"/>
              </a:rPr>
              <a:t> </a:t>
            </a:r>
            <a:r>
              <a:rPr sz="1800" spc="-5" dirty="0">
                <a:solidFill>
                  <a:srgbClr val="FF0000"/>
                </a:solidFill>
                <a:latin typeface="Arial MT"/>
                <a:cs typeface="Arial MT"/>
              </a:rPr>
              <a:t>Numbers</a:t>
            </a:r>
            <a:r>
              <a:rPr sz="1800" spc="-15" dirty="0">
                <a:solidFill>
                  <a:srgbClr val="FF0000"/>
                </a:solidFill>
                <a:latin typeface="Arial MT"/>
                <a:cs typeface="Arial MT"/>
              </a:rPr>
              <a:t> </a:t>
            </a:r>
            <a:r>
              <a:rPr sz="1800" spc="-5" dirty="0">
                <a:solidFill>
                  <a:srgbClr val="FF0000"/>
                </a:solidFill>
                <a:latin typeface="Arial MT"/>
                <a:cs typeface="Arial MT"/>
              </a:rPr>
              <a:t>are</a:t>
            </a:r>
            <a:r>
              <a:rPr sz="1800" spc="-15" dirty="0">
                <a:solidFill>
                  <a:srgbClr val="FF0000"/>
                </a:solidFill>
                <a:latin typeface="Arial MT"/>
                <a:cs typeface="Arial MT"/>
              </a:rPr>
              <a:t> </a:t>
            </a:r>
            <a:r>
              <a:rPr sz="1800" dirty="0">
                <a:solidFill>
                  <a:srgbClr val="FF0000"/>
                </a:solidFill>
                <a:latin typeface="Arial MT"/>
                <a:cs typeface="Arial MT"/>
              </a:rPr>
              <a:t>:</a:t>
            </a:r>
            <a:r>
              <a:rPr sz="1800" spc="470" dirty="0">
                <a:solidFill>
                  <a:srgbClr val="FF0000"/>
                </a:solidFill>
                <a:latin typeface="Arial MT"/>
                <a:cs typeface="Arial MT"/>
              </a:rPr>
              <a:t> </a:t>
            </a:r>
            <a:r>
              <a:rPr sz="1800" dirty="0">
                <a:solidFill>
                  <a:srgbClr val="FF0000"/>
                </a:solidFill>
                <a:latin typeface="Arial MT"/>
                <a:cs typeface="Arial MT"/>
              </a:rPr>
              <a:t>2</a:t>
            </a:r>
            <a:r>
              <a:rPr sz="1800" spc="-15" dirty="0">
                <a:solidFill>
                  <a:srgbClr val="FF0000"/>
                </a:solidFill>
                <a:latin typeface="Arial MT"/>
                <a:cs typeface="Arial MT"/>
              </a:rPr>
              <a:t> </a:t>
            </a:r>
            <a:r>
              <a:rPr sz="1800" dirty="0">
                <a:solidFill>
                  <a:srgbClr val="FF0000"/>
                </a:solidFill>
                <a:latin typeface="Arial MT"/>
                <a:cs typeface="Arial MT"/>
              </a:rPr>
              <a:t>3</a:t>
            </a:r>
            <a:r>
              <a:rPr sz="1800" spc="-15" dirty="0">
                <a:solidFill>
                  <a:srgbClr val="FF0000"/>
                </a:solidFill>
                <a:latin typeface="Arial MT"/>
                <a:cs typeface="Arial MT"/>
              </a:rPr>
              <a:t> </a:t>
            </a:r>
            <a:r>
              <a:rPr sz="1800" dirty="0">
                <a:solidFill>
                  <a:srgbClr val="FF0000"/>
                </a:solidFill>
                <a:latin typeface="Arial MT"/>
                <a:cs typeface="Arial MT"/>
              </a:rPr>
              <a:t>4</a:t>
            </a:r>
            <a:endParaRPr sz="1800">
              <a:latin typeface="Arial MT"/>
              <a:cs typeface="Arial MT"/>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82625" y="483503"/>
            <a:ext cx="3645535" cy="513080"/>
          </a:xfrm>
          <a:prstGeom prst="rect">
            <a:avLst/>
          </a:prstGeom>
        </p:spPr>
        <p:txBody>
          <a:bodyPr vert="horz" wrap="square" lIns="0" tIns="12700" rIns="0" bIns="0" rtlCol="0">
            <a:spAutoFit/>
          </a:bodyPr>
          <a:lstStyle/>
          <a:p>
            <a:pPr marL="12700">
              <a:lnSpc>
                <a:spcPct val="100000"/>
              </a:lnSpc>
              <a:spcBef>
                <a:spcPts val="100"/>
              </a:spcBef>
            </a:pPr>
            <a:r>
              <a:rPr spc="320" dirty="0"/>
              <a:t>Output</a:t>
            </a:r>
            <a:r>
              <a:rPr spc="90" dirty="0"/>
              <a:t> </a:t>
            </a:r>
            <a:r>
              <a:rPr spc="295" dirty="0"/>
              <a:t>Function</a:t>
            </a:r>
          </a:p>
        </p:txBody>
      </p:sp>
      <p:sp>
        <p:nvSpPr>
          <p:cNvPr id="3" name="object 3"/>
          <p:cNvSpPr txBox="1"/>
          <p:nvPr/>
        </p:nvSpPr>
        <p:spPr>
          <a:xfrm>
            <a:off x="714364" y="1336036"/>
            <a:ext cx="7685405" cy="3038475"/>
          </a:xfrm>
          <a:prstGeom prst="rect">
            <a:avLst/>
          </a:prstGeom>
        </p:spPr>
        <p:txBody>
          <a:bodyPr vert="horz" wrap="square" lIns="0" tIns="61594" rIns="0" bIns="0" rtlCol="0">
            <a:spAutoFit/>
          </a:bodyPr>
          <a:lstStyle/>
          <a:p>
            <a:pPr marL="152400" marR="543560" indent="-140335">
              <a:lnSpc>
                <a:spcPts val="1600"/>
              </a:lnSpc>
              <a:spcBef>
                <a:spcPts val="484"/>
              </a:spcBef>
              <a:buChar char="•"/>
              <a:tabLst>
                <a:tab pos="153035" algn="l"/>
              </a:tabLst>
            </a:pPr>
            <a:r>
              <a:rPr sz="1650" dirty="0">
                <a:latin typeface="Arial MT"/>
                <a:cs typeface="Arial MT"/>
              </a:rPr>
              <a:t>Python provides</a:t>
            </a:r>
            <a:r>
              <a:rPr sz="1650" spc="5" dirty="0">
                <a:latin typeface="Arial MT"/>
                <a:cs typeface="Arial MT"/>
              </a:rPr>
              <a:t> </a:t>
            </a:r>
            <a:r>
              <a:rPr sz="1650" dirty="0">
                <a:latin typeface="Arial MT"/>
                <a:cs typeface="Arial MT"/>
              </a:rPr>
              <a:t>the</a:t>
            </a:r>
            <a:r>
              <a:rPr sz="1650" spc="5" dirty="0">
                <a:latin typeface="Arial MT"/>
                <a:cs typeface="Arial MT"/>
              </a:rPr>
              <a:t> </a:t>
            </a:r>
            <a:r>
              <a:rPr sz="1650" dirty="0">
                <a:latin typeface="Arial MT"/>
                <a:cs typeface="Arial MT"/>
              </a:rPr>
              <a:t>print()</a:t>
            </a:r>
            <a:r>
              <a:rPr sz="1650" spc="5" dirty="0">
                <a:latin typeface="Arial MT"/>
                <a:cs typeface="Arial MT"/>
              </a:rPr>
              <a:t> </a:t>
            </a:r>
            <a:r>
              <a:rPr sz="1650" dirty="0">
                <a:latin typeface="Arial MT"/>
                <a:cs typeface="Arial MT"/>
              </a:rPr>
              <a:t>function</a:t>
            </a:r>
            <a:r>
              <a:rPr sz="1650" spc="10" dirty="0">
                <a:latin typeface="Arial MT"/>
                <a:cs typeface="Arial MT"/>
              </a:rPr>
              <a:t> </a:t>
            </a:r>
            <a:r>
              <a:rPr sz="1650" dirty="0">
                <a:latin typeface="Arial MT"/>
                <a:cs typeface="Arial MT"/>
              </a:rPr>
              <a:t>to</a:t>
            </a:r>
            <a:r>
              <a:rPr sz="1650" spc="5" dirty="0">
                <a:latin typeface="Arial MT"/>
                <a:cs typeface="Arial MT"/>
              </a:rPr>
              <a:t> </a:t>
            </a:r>
            <a:r>
              <a:rPr sz="1650" dirty="0">
                <a:latin typeface="Arial MT"/>
                <a:cs typeface="Arial MT"/>
              </a:rPr>
              <a:t>display</a:t>
            </a:r>
            <a:r>
              <a:rPr sz="1650" spc="5" dirty="0">
                <a:latin typeface="Arial MT"/>
                <a:cs typeface="Arial MT"/>
              </a:rPr>
              <a:t> </a:t>
            </a:r>
            <a:r>
              <a:rPr sz="1650" dirty="0">
                <a:latin typeface="Arial MT"/>
                <a:cs typeface="Arial MT"/>
              </a:rPr>
              <a:t>output</a:t>
            </a:r>
            <a:r>
              <a:rPr sz="1650" spc="5" dirty="0">
                <a:latin typeface="Arial MT"/>
                <a:cs typeface="Arial MT"/>
              </a:rPr>
              <a:t> </a:t>
            </a:r>
            <a:r>
              <a:rPr sz="1650" dirty="0">
                <a:latin typeface="Arial MT"/>
                <a:cs typeface="Arial MT"/>
              </a:rPr>
              <a:t>to</a:t>
            </a:r>
            <a:r>
              <a:rPr sz="1650" spc="10" dirty="0">
                <a:latin typeface="Arial MT"/>
                <a:cs typeface="Arial MT"/>
              </a:rPr>
              <a:t> </a:t>
            </a:r>
            <a:r>
              <a:rPr sz="1650" dirty="0">
                <a:latin typeface="Arial MT"/>
                <a:cs typeface="Arial MT"/>
              </a:rPr>
              <a:t>the</a:t>
            </a:r>
            <a:r>
              <a:rPr sz="1650" spc="5" dirty="0">
                <a:latin typeface="Arial MT"/>
                <a:cs typeface="Arial MT"/>
              </a:rPr>
              <a:t> standard </a:t>
            </a:r>
            <a:r>
              <a:rPr sz="1650" dirty="0">
                <a:latin typeface="Arial MT"/>
                <a:cs typeface="Arial MT"/>
              </a:rPr>
              <a:t>output </a:t>
            </a:r>
            <a:r>
              <a:rPr sz="1650" spc="-445" dirty="0">
                <a:latin typeface="Arial MT"/>
                <a:cs typeface="Arial MT"/>
              </a:rPr>
              <a:t> </a:t>
            </a:r>
            <a:r>
              <a:rPr sz="1650" dirty="0">
                <a:latin typeface="Arial MT"/>
                <a:cs typeface="Arial MT"/>
              </a:rPr>
              <a:t>devices.</a:t>
            </a:r>
            <a:endParaRPr sz="1650">
              <a:latin typeface="Arial MT"/>
              <a:cs typeface="Arial MT"/>
            </a:endParaRPr>
          </a:p>
          <a:p>
            <a:pPr marL="152400" indent="-140335">
              <a:lnSpc>
                <a:spcPct val="100000"/>
              </a:lnSpc>
              <a:spcBef>
                <a:spcPts val="375"/>
              </a:spcBef>
              <a:buChar char="•"/>
              <a:tabLst>
                <a:tab pos="153035" algn="l"/>
              </a:tabLst>
            </a:pPr>
            <a:r>
              <a:rPr sz="1650" b="1" dirty="0">
                <a:latin typeface="Arial"/>
                <a:cs typeface="Arial"/>
              </a:rPr>
              <a:t>Syntax:</a:t>
            </a:r>
            <a:endParaRPr sz="1650">
              <a:latin typeface="Arial"/>
              <a:cs typeface="Arial"/>
            </a:endParaRPr>
          </a:p>
          <a:p>
            <a:pPr marL="495300" lvl="1" indent="-147955">
              <a:lnSpc>
                <a:spcPct val="100000"/>
              </a:lnSpc>
              <a:spcBef>
                <a:spcPts val="60"/>
              </a:spcBef>
              <a:buClr>
                <a:srgbClr val="000000"/>
              </a:buClr>
              <a:buChar char="•"/>
              <a:tabLst>
                <a:tab pos="495934" algn="l"/>
              </a:tabLst>
            </a:pPr>
            <a:r>
              <a:rPr sz="1300" spc="-10" dirty="0">
                <a:solidFill>
                  <a:srgbClr val="595959"/>
                </a:solidFill>
                <a:latin typeface="Arial MT"/>
                <a:cs typeface="Arial MT"/>
              </a:rPr>
              <a:t>print(value(s),</a:t>
            </a:r>
            <a:r>
              <a:rPr sz="1300" dirty="0">
                <a:solidFill>
                  <a:srgbClr val="595959"/>
                </a:solidFill>
                <a:latin typeface="Arial MT"/>
                <a:cs typeface="Arial MT"/>
              </a:rPr>
              <a:t> </a:t>
            </a:r>
            <a:r>
              <a:rPr sz="1300" spc="-5" dirty="0">
                <a:solidFill>
                  <a:srgbClr val="595959"/>
                </a:solidFill>
                <a:latin typeface="Arial MT"/>
                <a:cs typeface="Arial MT"/>
              </a:rPr>
              <a:t>sep=</a:t>
            </a:r>
            <a:r>
              <a:rPr sz="1300" spc="5" dirty="0">
                <a:solidFill>
                  <a:srgbClr val="595959"/>
                </a:solidFill>
                <a:latin typeface="Arial MT"/>
                <a:cs typeface="Arial MT"/>
              </a:rPr>
              <a:t> </a:t>
            </a:r>
            <a:r>
              <a:rPr sz="1300" spc="-5" dirty="0">
                <a:solidFill>
                  <a:srgbClr val="595959"/>
                </a:solidFill>
                <a:latin typeface="Arial MT"/>
                <a:cs typeface="Arial MT"/>
              </a:rPr>
              <a:t>‘</a:t>
            </a:r>
            <a:r>
              <a:rPr sz="1300" dirty="0">
                <a:solidFill>
                  <a:srgbClr val="595959"/>
                </a:solidFill>
                <a:latin typeface="Arial MT"/>
                <a:cs typeface="Arial MT"/>
              </a:rPr>
              <a:t> </a:t>
            </a:r>
            <a:r>
              <a:rPr sz="1300" spc="-5" dirty="0">
                <a:solidFill>
                  <a:srgbClr val="595959"/>
                </a:solidFill>
                <a:latin typeface="Arial MT"/>
                <a:cs typeface="Arial MT"/>
              </a:rPr>
              <a:t>‘,</a:t>
            </a:r>
            <a:r>
              <a:rPr sz="1300" spc="5" dirty="0">
                <a:solidFill>
                  <a:srgbClr val="595959"/>
                </a:solidFill>
                <a:latin typeface="Arial MT"/>
                <a:cs typeface="Arial MT"/>
              </a:rPr>
              <a:t> </a:t>
            </a:r>
            <a:r>
              <a:rPr sz="1300" spc="-10" dirty="0">
                <a:solidFill>
                  <a:srgbClr val="595959"/>
                </a:solidFill>
                <a:latin typeface="Arial MT"/>
                <a:cs typeface="Arial MT"/>
              </a:rPr>
              <a:t>end</a:t>
            </a:r>
            <a:r>
              <a:rPr sz="1300" dirty="0">
                <a:solidFill>
                  <a:srgbClr val="595959"/>
                </a:solidFill>
                <a:latin typeface="Arial MT"/>
                <a:cs typeface="Arial MT"/>
              </a:rPr>
              <a:t> </a:t>
            </a:r>
            <a:r>
              <a:rPr sz="1300" spc="-5" dirty="0">
                <a:solidFill>
                  <a:srgbClr val="595959"/>
                </a:solidFill>
                <a:latin typeface="Arial MT"/>
                <a:cs typeface="Arial MT"/>
              </a:rPr>
              <a:t>=</a:t>
            </a:r>
            <a:r>
              <a:rPr sz="1300" spc="5" dirty="0">
                <a:solidFill>
                  <a:srgbClr val="595959"/>
                </a:solidFill>
                <a:latin typeface="Arial MT"/>
                <a:cs typeface="Arial MT"/>
              </a:rPr>
              <a:t> </a:t>
            </a:r>
            <a:r>
              <a:rPr sz="1300" spc="-10" dirty="0">
                <a:solidFill>
                  <a:srgbClr val="595959"/>
                </a:solidFill>
                <a:latin typeface="Arial MT"/>
                <a:cs typeface="Arial MT"/>
              </a:rPr>
              <a:t>‘\n’,</a:t>
            </a:r>
            <a:r>
              <a:rPr sz="1300" spc="5" dirty="0">
                <a:solidFill>
                  <a:srgbClr val="595959"/>
                </a:solidFill>
                <a:latin typeface="Arial MT"/>
                <a:cs typeface="Arial MT"/>
              </a:rPr>
              <a:t> </a:t>
            </a:r>
            <a:r>
              <a:rPr sz="1300" spc="-10" dirty="0">
                <a:solidFill>
                  <a:srgbClr val="595959"/>
                </a:solidFill>
                <a:latin typeface="Arial MT"/>
                <a:cs typeface="Arial MT"/>
              </a:rPr>
              <a:t>file=file,</a:t>
            </a:r>
            <a:r>
              <a:rPr sz="1300" dirty="0">
                <a:solidFill>
                  <a:srgbClr val="595959"/>
                </a:solidFill>
                <a:latin typeface="Arial MT"/>
                <a:cs typeface="Arial MT"/>
              </a:rPr>
              <a:t> </a:t>
            </a:r>
            <a:r>
              <a:rPr sz="1300" spc="-10" dirty="0">
                <a:solidFill>
                  <a:srgbClr val="595959"/>
                </a:solidFill>
                <a:latin typeface="Arial MT"/>
                <a:cs typeface="Arial MT"/>
              </a:rPr>
              <a:t>flush=flush)</a:t>
            </a:r>
            <a:endParaRPr sz="1300">
              <a:latin typeface="Arial MT"/>
              <a:cs typeface="Arial MT"/>
            </a:endParaRPr>
          </a:p>
          <a:p>
            <a:pPr marL="152400" indent="-140335">
              <a:lnSpc>
                <a:spcPct val="100000"/>
              </a:lnSpc>
              <a:spcBef>
                <a:spcPts val="365"/>
              </a:spcBef>
              <a:buChar char="•"/>
              <a:tabLst>
                <a:tab pos="153035" algn="l"/>
              </a:tabLst>
            </a:pPr>
            <a:r>
              <a:rPr sz="1650" b="1" dirty="0">
                <a:latin typeface="Arial"/>
                <a:cs typeface="Arial"/>
              </a:rPr>
              <a:t>Parameters:</a:t>
            </a:r>
            <a:endParaRPr sz="1650">
              <a:latin typeface="Arial"/>
              <a:cs typeface="Arial"/>
            </a:endParaRPr>
          </a:p>
          <a:p>
            <a:pPr marL="495300" lvl="1" indent="-147955">
              <a:lnSpc>
                <a:spcPct val="100000"/>
              </a:lnSpc>
              <a:spcBef>
                <a:spcPts val="60"/>
              </a:spcBef>
              <a:buClr>
                <a:srgbClr val="000000"/>
              </a:buClr>
              <a:buChar char="•"/>
              <a:tabLst>
                <a:tab pos="495934" algn="l"/>
              </a:tabLst>
            </a:pPr>
            <a:r>
              <a:rPr sz="1300" spc="-5" dirty="0">
                <a:solidFill>
                  <a:srgbClr val="595959"/>
                </a:solidFill>
                <a:latin typeface="Arial MT"/>
                <a:cs typeface="Arial MT"/>
              </a:rPr>
              <a:t>value(s)</a:t>
            </a:r>
            <a:r>
              <a:rPr sz="1300" dirty="0">
                <a:solidFill>
                  <a:srgbClr val="595959"/>
                </a:solidFill>
                <a:latin typeface="Arial MT"/>
                <a:cs typeface="Arial MT"/>
              </a:rPr>
              <a:t> </a:t>
            </a:r>
            <a:r>
              <a:rPr sz="1300" spc="-5" dirty="0">
                <a:solidFill>
                  <a:srgbClr val="595959"/>
                </a:solidFill>
                <a:latin typeface="Arial MT"/>
                <a:cs typeface="Arial MT"/>
              </a:rPr>
              <a:t>:</a:t>
            </a:r>
            <a:r>
              <a:rPr sz="1300" spc="-75" dirty="0">
                <a:solidFill>
                  <a:srgbClr val="595959"/>
                </a:solidFill>
                <a:latin typeface="Arial MT"/>
                <a:cs typeface="Arial MT"/>
              </a:rPr>
              <a:t> </a:t>
            </a:r>
            <a:r>
              <a:rPr sz="1300" spc="-10" dirty="0">
                <a:solidFill>
                  <a:srgbClr val="595959"/>
                </a:solidFill>
                <a:latin typeface="Arial MT"/>
                <a:cs typeface="Arial MT"/>
              </a:rPr>
              <a:t>Any</a:t>
            </a:r>
            <a:r>
              <a:rPr sz="1300" spc="5" dirty="0">
                <a:solidFill>
                  <a:srgbClr val="595959"/>
                </a:solidFill>
                <a:latin typeface="Arial MT"/>
                <a:cs typeface="Arial MT"/>
              </a:rPr>
              <a:t> </a:t>
            </a:r>
            <a:r>
              <a:rPr sz="1300" spc="-5" dirty="0">
                <a:solidFill>
                  <a:srgbClr val="595959"/>
                </a:solidFill>
                <a:latin typeface="Arial MT"/>
                <a:cs typeface="Arial MT"/>
              </a:rPr>
              <a:t>value,</a:t>
            </a:r>
            <a:r>
              <a:rPr sz="1300" dirty="0">
                <a:solidFill>
                  <a:srgbClr val="595959"/>
                </a:solidFill>
                <a:latin typeface="Arial MT"/>
                <a:cs typeface="Arial MT"/>
              </a:rPr>
              <a:t> </a:t>
            </a:r>
            <a:r>
              <a:rPr sz="1300" spc="-10" dirty="0">
                <a:solidFill>
                  <a:srgbClr val="595959"/>
                </a:solidFill>
                <a:latin typeface="Arial MT"/>
                <a:cs typeface="Arial MT"/>
              </a:rPr>
              <a:t>and</a:t>
            </a:r>
            <a:r>
              <a:rPr sz="1300" spc="5" dirty="0">
                <a:solidFill>
                  <a:srgbClr val="595959"/>
                </a:solidFill>
                <a:latin typeface="Arial MT"/>
                <a:cs typeface="Arial MT"/>
              </a:rPr>
              <a:t> </a:t>
            </a:r>
            <a:r>
              <a:rPr sz="1300" spc="-10" dirty="0">
                <a:solidFill>
                  <a:srgbClr val="595959"/>
                </a:solidFill>
                <a:latin typeface="Arial MT"/>
                <a:cs typeface="Arial MT"/>
              </a:rPr>
              <a:t>as</a:t>
            </a:r>
            <a:r>
              <a:rPr sz="1300" dirty="0">
                <a:solidFill>
                  <a:srgbClr val="595959"/>
                </a:solidFill>
                <a:latin typeface="Arial MT"/>
                <a:cs typeface="Arial MT"/>
              </a:rPr>
              <a:t> </a:t>
            </a:r>
            <a:r>
              <a:rPr sz="1300" spc="-5" dirty="0">
                <a:solidFill>
                  <a:srgbClr val="595959"/>
                </a:solidFill>
                <a:latin typeface="Arial MT"/>
                <a:cs typeface="Arial MT"/>
              </a:rPr>
              <a:t>many</a:t>
            </a:r>
            <a:r>
              <a:rPr sz="1300" spc="5" dirty="0">
                <a:solidFill>
                  <a:srgbClr val="595959"/>
                </a:solidFill>
                <a:latin typeface="Arial MT"/>
                <a:cs typeface="Arial MT"/>
              </a:rPr>
              <a:t> </a:t>
            </a:r>
            <a:r>
              <a:rPr sz="1300" spc="-10" dirty="0">
                <a:solidFill>
                  <a:srgbClr val="595959"/>
                </a:solidFill>
                <a:latin typeface="Arial MT"/>
                <a:cs typeface="Arial MT"/>
              </a:rPr>
              <a:t>as</a:t>
            </a:r>
            <a:r>
              <a:rPr sz="1300" dirty="0">
                <a:solidFill>
                  <a:srgbClr val="595959"/>
                </a:solidFill>
                <a:latin typeface="Arial MT"/>
                <a:cs typeface="Arial MT"/>
              </a:rPr>
              <a:t> </a:t>
            </a:r>
            <a:r>
              <a:rPr sz="1300" spc="-5" dirty="0">
                <a:solidFill>
                  <a:srgbClr val="595959"/>
                </a:solidFill>
                <a:latin typeface="Arial MT"/>
                <a:cs typeface="Arial MT"/>
              </a:rPr>
              <a:t>you</a:t>
            </a:r>
            <a:r>
              <a:rPr sz="1300" spc="5" dirty="0">
                <a:solidFill>
                  <a:srgbClr val="595959"/>
                </a:solidFill>
                <a:latin typeface="Arial MT"/>
                <a:cs typeface="Arial MT"/>
              </a:rPr>
              <a:t> </a:t>
            </a:r>
            <a:r>
              <a:rPr sz="1300" spc="-10" dirty="0">
                <a:solidFill>
                  <a:srgbClr val="595959"/>
                </a:solidFill>
                <a:latin typeface="Arial MT"/>
                <a:cs typeface="Arial MT"/>
              </a:rPr>
              <a:t>like.</a:t>
            </a:r>
            <a:r>
              <a:rPr sz="1300" dirty="0">
                <a:solidFill>
                  <a:srgbClr val="595959"/>
                </a:solidFill>
                <a:latin typeface="Arial MT"/>
                <a:cs typeface="Arial MT"/>
              </a:rPr>
              <a:t> </a:t>
            </a:r>
            <a:r>
              <a:rPr sz="1300" spc="-10" dirty="0">
                <a:solidFill>
                  <a:srgbClr val="595959"/>
                </a:solidFill>
                <a:latin typeface="Arial MT"/>
                <a:cs typeface="Arial MT"/>
              </a:rPr>
              <a:t>Will</a:t>
            </a:r>
            <a:r>
              <a:rPr sz="1300" spc="5" dirty="0">
                <a:solidFill>
                  <a:srgbClr val="595959"/>
                </a:solidFill>
                <a:latin typeface="Arial MT"/>
                <a:cs typeface="Arial MT"/>
              </a:rPr>
              <a:t> </a:t>
            </a:r>
            <a:r>
              <a:rPr sz="1300" spc="-10" dirty="0">
                <a:solidFill>
                  <a:srgbClr val="595959"/>
                </a:solidFill>
                <a:latin typeface="Arial MT"/>
                <a:cs typeface="Arial MT"/>
              </a:rPr>
              <a:t>be</a:t>
            </a:r>
            <a:r>
              <a:rPr sz="1300" dirty="0">
                <a:solidFill>
                  <a:srgbClr val="595959"/>
                </a:solidFill>
                <a:latin typeface="Arial MT"/>
                <a:cs typeface="Arial MT"/>
              </a:rPr>
              <a:t> </a:t>
            </a:r>
            <a:r>
              <a:rPr sz="1300" spc="-5" dirty="0">
                <a:solidFill>
                  <a:srgbClr val="595959"/>
                </a:solidFill>
                <a:latin typeface="Arial MT"/>
                <a:cs typeface="Arial MT"/>
              </a:rPr>
              <a:t>converted</a:t>
            </a:r>
            <a:r>
              <a:rPr sz="1300" spc="5" dirty="0">
                <a:solidFill>
                  <a:srgbClr val="595959"/>
                </a:solidFill>
                <a:latin typeface="Arial MT"/>
                <a:cs typeface="Arial MT"/>
              </a:rPr>
              <a:t> </a:t>
            </a:r>
            <a:r>
              <a:rPr sz="1300" spc="-5" dirty="0">
                <a:solidFill>
                  <a:srgbClr val="595959"/>
                </a:solidFill>
                <a:latin typeface="Arial MT"/>
                <a:cs typeface="Arial MT"/>
              </a:rPr>
              <a:t>to</a:t>
            </a:r>
            <a:r>
              <a:rPr sz="1300" dirty="0">
                <a:solidFill>
                  <a:srgbClr val="595959"/>
                </a:solidFill>
                <a:latin typeface="Arial MT"/>
                <a:cs typeface="Arial MT"/>
              </a:rPr>
              <a:t> </a:t>
            </a:r>
            <a:r>
              <a:rPr sz="1300" spc="-5" dirty="0">
                <a:solidFill>
                  <a:srgbClr val="595959"/>
                </a:solidFill>
                <a:latin typeface="Arial MT"/>
                <a:cs typeface="Arial MT"/>
              </a:rPr>
              <a:t>string</a:t>
            </a:r>
            <a:r>
              <a:rPr sz="1300" spc="5" dirty="0">
                <a:solidFill>
                  <a:srgbClr val="595959"/>
                </a:solidFill>
                <a:latin typeface="Arial MT"/>
                <a:cs typeface="Arial MT"/>
              </a:rPr>
              <a:t> </a:t>
            </a:r>
            <a:r>
              <a:rPr sz="1300" spc="-10" dirty="0">
                <a:solidFill>
                  <a:srgbClr val="595959"/>
                </a:solidFill>
                <a:latin typeface="Arial MT"/>
                <a:cs typeface="Arial MT"/>
              </a:rPr>
              <a:t>before</a:t>
            </a:r>
            <a:r>
              <a:rPr sz="1300" dirty="0">
                <a:solidFill>
                  <a:srgbClr val="595959"/>
                </a:solidFill>
                <a:latin typeface="Arial MT"/>
                <a:cs typeface="Arial MT"/>
              </a:rPr>
              <a:t> </a:t>
            </a:r>
            <a:r>
              <a:rPr sz="1300" spc="-10" dirty="0">
                <a:solidFill>
                  <a:srgbClr val="595959"/>
                </a:solidFill>
                <a:latin typeface="Arial MT"/>
                <a:cs typeface="Arial MT"/>
              </a:rPr>
              <a:t>printed</a:t>
            </a:r>
            <a:endParaRPr sz="1300">
              <a:latin typeface="Arial MT"/>
              <a:cs typeface="Arial MT"/>
            </a:endParaRPr>
          </a:p>
          <a:p>
            <a:pPr marL="495300" marR="5080" lvl="1" indent="-147320">
              <a:lnSpc>
                <a:spcPct val="79700"/>
              </a:lnSpc>
              <a:spcBef>
                <a:spcPts val="375"/>
              </a:spcBef>
              <a:buClr>
                <a:srgbClr val="000000"/>
              </a:buClr>
              <a:buChar char="•"/>
              <a:tabLst>
                <a:tab pos="495934" algn="l"/>
              </a:tabLst>
            </a:pPr>
            <a:r>
              <a:rPr sz="1300" spc="-5" dirty="0">
                <a:solidFill>
                  <a:srgbClr val="595959"/>
                </a:solidFill>
                <a:latin typeface="Arial MT"/>
                <a:cs typeface="Arial MT"/>
              </a:rPr>
              <a:t>sep=’separator’</a:t>
            </a:r>
            <a:r>
              <a:rPr sz="1300" spc="-45" dirty="0">
                <a:solidFill>
                  <a:srgbClr val="595959"/>
                </a:solidFill>
                <a:latin typeface="Arial MT"/>
                <a:cs typeface="Arial MT"/>
              </a:rPr>
              <a:t> </a:t>
            </a:r>
            <a:r>
              <a:rPr sz="1300" spc="-5" dirty="0">
                <a:solidFill>
                  <a:srgbClr val="595959"/>
                </a:solidFill>
                <a:latin typeface="Arial MT"/>
                <a:cs typeface="Arial MT"/>
              </a:rPr>
              <a:t>:</a:t>
            </a:r>
            <a:r>
              <a:rPr sz="1300" spc="5" dirty="0">
                <a:solidFill>
                  <a:srgbClr val="595959"/>
                </a:solidFill>
                <a:latin typeface="Arial MT"/>
                <a:cs typeface="Arial MT"/>
              </a:rPr>
              <a:t> </a:t>
            </a:r>
            <a:r>
              <a:rPr sz="1300" spc="-5" dirty="0">
                <a:solidFill>
                  <a:srgbClr val="595959"/>
                </a:solidFill>
                <a:latin typeface="Arial MT"/>
                <a:cs typeface="Arial MT"/>
              </a:rPr>
              <a:t>(Optional)</a:t>
            </a:r>
            <a:r>
              <a:rPr sz="1300" spc="5" dirty="0">
                <a:solidFill>
                  <a:srgbClr val="595959"/>
                </a:solidFill>
                <a:latin typeface="Arial MT"/>
                <a:cs typeface="Arial MT"/>
              </a:rPr>
              <a:t> </a:t>
            </a:r>
            <a:r>
              <a:rPr sz="1300" spc="-10" dirty="0">
                <a:solidFill>
                  <a:srgbClr val="595959"/>
                </a:solidFill>
                <a:latin typeface="Arial MT"/>
                <a:cs typeface="Arial MT"/>
              </a:rPr>
              <a:t>Specify</a:t>
            </a:r>
            <a:r>
              <a:rPr sz="1300" spc="10" dirty="0">
                <a:solidFill>
                  <a:srgbClr val="595959"/>
                </a:solidFill>
                <a:latin typeface="Arial MT"/>
                <a:cs typeface="Arial MT"/>
              </a:rPr>
              <a:t> </a:t>
            </a:r>
            <a:r>
              <a:rPr sz="1300" spc="-10" dirty="0">
                <a:solidFill>
                  <a:srgbClr val="595959"/>
                </a:solidFill>
                <a:latin typeface="Arial MT"/>
                <a:cs typeface="Arial MT"/>
              </a:rPr>
              <a:t>how</a:t>
            </a:r>
            <a:r>
              <a:rPr sz="1300" spc="5" dirty="0">
                <a:solidFill>
                  <a:srgbClr val="595959"/>
                </a:solidFill>
                <a:latin typeface="Arial MT"/>
                <a:cs typeface="Arial MT"/>
              </a:rPr>
              <a:t> </a:t>
            </a:r>
            <a:r>
              <a:rPr sz="1300" spc="-5" dirty="0">
                <a:solidFill>
                  <a:srgbClr val="595959"/>
                </a:solidFill>
                <a:latin typeface="Arial MT"/>
                <a:cs typeface="Arial MT"/>
              </a:rPr>
              <a:t>to</a:t>
            </a:r>
            <a:r>
              <a:rPr sz="1300" spc="10" dirty="0">
                <a:solidFill>
                  <a:srgbClr val="595959"/>
                </a:solidFill>
                <a:latin typeface="Arial MT"/>
                <a:cs typeface="Arial MT"/>
              </a:rPr>
              <a:t> </a:t>
            </a:r>
            <a:r>
              <a:rPr sz="1300" spc="-5" dirty="0">
                <a:solidFill>
                  <a:srgbClr val="595959"/>
                </a:solidFill>
                <a:latin typeface="Arial MT"/>
                <a:cs typeface="Arial MT"/>
              </a:rPr>
              <a:t>separate</a:t>
            </a:r>
            <a:r>
              <a:rPr sz="1300" spc="5" dirty="0">
                <a:solidFill>
                  <a:srgbClr val="595959"/>
                </a:solidFill>
                <a:latin typeface="Arial MT"/>
                <a:cs typeface="Arial MT"/>
              </a:rPr>
              <a:t> </a:t>
            </a:r>
            <a:r>
              <a:rPr sz="1300" spc="-10" dirty="0">
                <a:solidFill>
                  <a:srgbClr val="595959"/>
                </a:solidFill>
                <a:latin typeface="Arial MT"/>
                <a:cs typeface="Arial MT"/>
              </a:rPr>
              <a:t>the</a:t>
            </a:r>
            <a:r>
              <a:rPr sz="1300" spc="5" dirty="0">
                <a:solidFill>
                  <a:srgbClr val="595959"/>
                </a:solidFill>
                <a:latin typeface="Arial MT"/>
                <a:cs typeface="Arial MT"/>
              </a:rPr>
              <a:t> </a:t>
            </a:r>
            <a:r>
              <a:rPr sz="1300" spc="-10" dirty="0">
                <a:solidFill>
                  <a:srgbClr val="595959"/>
                </a:solidFill>
                <a:latin typeface="Arial MT"/>
                <a:cs typeface="Arial MT"/>
              </a:rPr>
              <a:t>objects,</a:t>
            </a:r>
            <a:r>
              <a:rPr sz="1300" spc="10" dirty="0">
                <a:solidFill>
                  <a:srgbClr val="595959"/>
                </a:solidFill>
                <a:latin typeface="Arial MT"/>
                <a:cs typeface="Arial MT"/>
              </a:rPr>
              <a:t> </a:t>
            </a:r>
            <a:r>
              <a:rPr sz="1300" spc="-5" dirty="0">
                <a:solidFill>
                  <a:srgbClr val="595959"/>
                </a:solidFill>
                <a:latin typeface="Arial MT"/>
                <a:cs typeface="Arial MT"/>
              </a:rPr>
              <a:t>if</a:t>
            </a:r>
            <a:r>
              <a:rPr sz="1300" spc="5" dirty="0">
                <a:solidFill>
                  <a:srgbClr val="595959"/>
                </a:solidFill>
                <a:latin typeface="Arial MT"/>
                <a:cs typeface="Arial MT"/>
              </a:rPr>
              <a:t> </a:t>
            </a:r>
            <a:r>
              <a:rPr sz="1300" spc="-10" dirty="0">
                <a:solidFill>
                  <a:srgbClr val="595959"/>
                </a:solidFill>
                <a:latin typeface="Arial MT"/>
                <a:cs typeface="Arial MT"/>
              </a:rPr>
              <a:t>there</a:t>
            </a:r>
            <a:r>
              <a:rPr sz="1300" spc="10" dirty="0">
                <a:solidFill>
                  <a:srgbClr val="595959"/>
                </a:solidFill>
                <a:latin typeface="Arial MT"/>
                <a:cs typeface="Arial MT"/>
              </a:rPr>
              <a:t> </a:t>
            </a:r>
            <a:r>
              <a:rPr sz="1300" spc="-5" dirty="0">
                <a:solidFill>
                  <a:srgbClr val="595959"/>
                </a:solidFill>
                <a:latin typeface="Arial MT"/>
                <a:cs typeface="Arial MT"/>
              </a:rPr>
              <a:t>is</a:t>
            </a:r>
            <a:r>
              <a:rPr sz="1300" spc="5" dirty="0">
                <a:solidFill>
                  <a:srgbClr val="595959"/>
                </a:solidFill>
                <a:latin typeface="Arial MT"/>
                <a:cs typeface="Arial MT"/>
              </a:rPr>
              <a:t> </a:t>
            </a:r>
            <a:r>
              <a:rPr sz="1300" spc="-5" dirty="0">
                <a:solidFill>
                  <a:srgbClr val="595959"/>
                </a:solidFill>
                <a:latin typeface="Arial MT"/>
                <a:cs typeface="Arial MT"/>
              </a:rPr>
              <a:t>more</a:t>
            </a:r>
            <a:r>
              <a:rPr sz="1300" spc="10" dirty="0">
                <a:solidFill>
                  <a:srgbClr val="595959"/>
                </a:solidFill>
                <a:latin typeface="Arial MT"/>
                <a:cs typeface="Arial MT"/>
              </a:rPr>
              <a:t> </a:t>
            </a:r>
            <a:r>
              <a:rPr sz="1300" spc="-10" dirty="0">
                <a:solidFill>
                  <a:srgbClr val="595959"/>
                </a:solidFill>
                <a:latin typeface="Arial MT"/>
                <a:cs typeface="Arial MT"/>
              </a:rPr>
              <a:t>than</a:t>
            </a:r>
            <a:r>
              <a:rPr sz="1300" spc="5" dirty="0">
                <a:solidFill>
                  <a:srgbClr val="595959"/>
                </a:solidFill>
                <a:latin typeface="Arial MT"/>
                <a:cs typeface="Arial MT"/>
              </a:rPr>
              <a:t> </a:t>
            </a:r>
            <a:r>
              <a:rPr sz="1300" spc="-10" dirty="0">
                <a:solidFill>
                  <a:srgbClr val="595959"/>
                </a:solidFill>
                <a:latin typeface="Arial MT"/>
                <a:cs typeface="Arial MT"/>
              </a:rPr>
              <a:t>one.Default</a:t>
            </a:r>
            <a:r>
              <a:rPr sz="1300" spc="5" dirty="0">
                <a:solidFill>
                  <a:srgbClr val="595959"/>
                </a:solidFill>
                <a:latin typeface="Arial MT"/>
                <a:cs typeface="Arial MT"/>
              </a:rPr>
              <a:t> </a:t>
            </a:r>
            <a:r>
              <a:rPr sz="1300" spc="-10" dirty="0">
                <a:solidFill>
                  <a:srgbClr val="595959"/>
                </a:solidFill>
                <a:latin typeface="Arial MT"/>
                <a:cs typeface="Arial MT"/>
              </a:rPr>
              <a:t>:’ </a:t>
            </a:r>
            <a:r>
              <a:rPr sz="1300" spc="-345" dirty="0">
                <a:solidFill>
                  <a:srgbClr val="595959"/>
                </a:solidFill>
                <a:latin typeface="Arial MT"/>
                <a:cs typeface="Arial MT"/>
              </a:rPr>
              <a:t> </a:t>
            </a:r>
            <a:r>
              <a:rPr sz="1300" spc="-5" dirty="0">
                <a:solidFill>
                  <a:srgbClr val="595959"/>
                </a:solidFill>
                <a:latin typeface="Arial MT"/>
                <a:cs typeface="Arial MT"/>
              </a:rPr>
              <a:t>‘</a:t>
            </a:r>
            <a:endParaRPr sz="1300">
              <a:latin typeface="Arial MT"/>
              <a:cs typeface="Arial MT"/>
            </a:endParaRPr>
          </a:p>
          <a:p>
            <a:pPr marL="495300" lvl="1" indent="-147955">
              <a:lnSpc>
                <a:spcPct val="100000"/>
              </a:lnSpc>
              <a:spcBef>
                <a:spcPts val="60"/>
              </a:spcBef>
              <a:buClr>
                <a:srgbClr val="000000"/>
              </a:buClr>
              <a:buChar char="•"/>
              <a:tabLst>
                <a:tab pos="495934" algn="l"/>
              </a:tabLst>
            </a:pPr>
            <a:r>
              <a:rPr sz="1300" spc="-10" dirty="0">
                <a:solidFill>
                  <a:srgbClr val="595959"/>
                </a:solidFill>
                <a:latin typeface="Arial MT"/>
                <a:cs typeface="Arial MT"/>
              </a:rPr>
              <a:t>end=’end’:</a:t>
            </a:r>
            <a:r>
              <a:rPr sz="1300" dirty="0">
                <a:solidFill>
                  <a:srgbClr val="595959"/>
                </a:solidFill>
                <a:latin typeface="Arial MT"/>
                <a:cs typeface="Arial MT"/>
              </a:rPr>
              <a:t> </a:t>
            </a:r>
            <a:r>
              <a:rPr sz="1300" spc="-5" dirty="0">
                <a:solidFill>
                  <a:srgbClr val="595959"/>
                </a:solidFill>
                <a:latin typeface="Arial MT"/>
                <a:cs typeface="Arial MT"/>
              </a:rPr>
              <a:t>(Optional)</a:t>
            </a:r>
            <a:r>
              <a:rPr sz="1300" spc="5" dirty="0">
                <a:solidFill>
                  <a:srgbClr val="595959"/>
                </a:solidFill>
                <a:latin typeface="Arial MT"/>
                <a:cs typeface="Arial MT"/>
              </a:rPr>
              <a:t> </a:t>
            </a:r>
            <a:r>
              <a:rPr sz="1300" spc="-10" dirty="0">
                <a:solidFill>
                  <a:srgbClr val="595959"/>
                </a:solidFill>
                <a:latin typeface="Arial MT"/>
                <a:cs typeface="Arial MT"/>
              </a:rPr>
              <a:t>Specify</a:t>
            </a:r>
            <a:r>
              <a:rPr sz="1300" dirty="0">
                <a:solidFill>
                  <a:srgbClr val="595959"/>
                </a:solidFill>
                <a:latin typeface="Arial MT"/>
                <a:cs typeface="Arial MT"/>
              </a:rPr>
              <a:t> </a:t>
            </a:r>
            <a:r>
              <a:rPr sz="1300" spc="-10" dirty="0">
                <a:solidFill>
                  <a:srgbClr val="595959"/>
                </a:solidFill>
                <a:latin typeface="Arial MT"/>
                <a:cs typeface="Arial MT"/>
              </a:rPr>
              <a:t>what</a:t>
            </a:r>
            <a:r>
              <a:rPr sz="1300" spc="5" dirty="0">
                <a:solidFill>
                  <a:srgbClr val="595959"/>
                </a:solidFill>
                <a:latin typeface="Arial MT"/>
                <a:cs typeface="Arial MT"/>
              </a:rPr>
              <a:t> </a:t>
            </a:r>
            <a:r>
              <a:rPr sz="1300" spc="-5" dirty="0">
                <a:solidFill>
                  <a:srgbClr val="595959"/>
                </a:solidFill>
                <a:latin typeface="Arial MT"/>
                <a:cs typeface="Arial MT"/>
              </a:rPr>
              <a:t>to</a:t>
            </a:r>
            <a:r>
              <a:rPr sz="1300" dirty="0">
                <a:solidFill>
                  <a:srgbClr val="595959"/>
                </a:solidFill>
                <a:latin typeface="Arial MT"/>
                <a:cs typeface="Arial MT"/>
              </a:rPr>
              <a:t> </a:t>
            </a:r>
            <a:r>
              <a:rPr sz="1300" spc="-10" dirty="0">
                <a:solidFill>
                  <a:srgbClr val="595959"/>
                </a:solidFill>
                <a:latin typeface="Arial MT"/>
                <a:cs typeface="Arial MT"/>
              </a:rPr>
              <a:t>print</a:t>
            </a:r>
            <a:r>
              <a:rPr sz="1300" spc="5" dirty="0">
                <a:solidFill>
                  <a:srgbClr val="595959"/>
                </a:solidFill>
                <a:latin typeface="Arial MT"/>
                <a:cs typeface="Arial MT"/>
              </a:rPr>
              <a:t> </a:t>
            </a:r>
            <a:r>
              <a:rPr sz="1300" spc="-5" dirty="0">
                <a:solidFill>
                  <a:srgbClr val="595959"/>
                </a:solidFill>
                <a:latin typeface="Arial MT"/>
                <a:cs typeface="Arial MT"/>
              </a:rPr>
              <a:t>at</a:t>
            </a:r>
            <a:r>
              <a:rPr sz="1300" dirty="0">
                <a:solidFill>
                  <a:srgbClr val="595959"/>
                </a:solidFill>
                <a:latin typeface="Arial MT"/>
                <a:cs typeface="Arial MT"/>
              </a:rPr>
              <a:t> </a:t>
            </a:r>
            <a:r>
              <a:rPr sz="1300" spc="-10" dirty="0">
                <a:solidFill>
                  <a:srgbClr val="595959"/>
                </a:solidFill>
                <a:latin typeface="Arial MT"/>
                <a:cs typeface="Arial MT"/>
              </a:rPr>
              <a:t>the</a:t>
            </a:r>
            <a:r>
              <a:rPr sz="1300" spc="5" dirty="0">
                <a:solidFill>
                  <a:srgbClr val="595959"/>
                </a:solidFill>
                <a:latin typeface="Arial MT"/>
                <a:cs typeface="Arial MT"/>
              </a:rPr>
              <a:t> </a:t>
            </a:r>
            <a:r>
              <a:rPr sz="1300" spc="-10" dirty="0">
                <a:solidFill>
                  <a:srgbClr val="595959"/>
                </a:solidFill>
                <a:latin typeface="Arial MT"/>
                <a:cs typeface="Arial MT"/>
              </a:rPr>
              <a:t>end.Default</a:t>
            </a:r>
            <a:r>
              <a:rPr sz="1300" dirty="0">
                <a:solidFill>
                  <a:srgbClr val="595959"/>
                </a:solidFill>
                <a:latin typeface="Arial MT"/>
                <a:cs typeface="Arial MT"/>
              </a:rPr>
              <a:t> </a:t>
            </a:r>
            <a:r>
              <a:rPr sz="1300" spc="-5" dirty="0">
                <a:solidFill>
                  <a:srgbClr val="595959"/>
                </a:solidFill>
                <a:latin typeface="Arial MT"/>
                <a:cs typeface="Arial MT"/>
              </a:rPr>
              <a:t>:</a:t>
            </a:r>
            <a:r>
              <a:rPr sz="1300" spc="5" dirty="0">
                <a:solidFill>
                  <a:srgbClr val="595959"/>
                </a:solidFill>
                <a:latin typeface="Arial MT"/>
                <a:cs typeface="Arial MT"/>
              </a:rPr>
              <a:t> </a:t>
            </a:r>
            <a:r>
              <a:rPr sz="1300" spc="-10" dirty="0">
                <a:solidFill>
                  <a:srgbClr val="595959"/>
                </a:solidFill>
                <a:latin typeface="Arial MT"/>
                <a:cs typeface="Arial MT"/>
              </a:rPr>
              <a:t>‘\n’</a:t>
            </a:r>
            <a:endParaRPr sz="1300">
              <a:latin typeface="Arial MT"/>
              <a:cs typeface="Arial MT"/>
            </a:endParaRPr>
          </a:p>
          <a:p>
            <a:pPr marL="495300" lvl="1" indent="-147955">
              <a:lnSpc>
                <a:spcPct val="100000"/>
              </a:lnSpc>
              <a:spcBef>
                <a:spcPts val="55"/>
              </a:spcBef>
              <a:buClr>
                <a:srgbClr val="000000"/>
              </a:buClr>
              <a:buChar char="•"/>
              <a:tabLst>
                <a:tab pos="495934" algn="l"/>
              </a:tabLst>
            </a:pPr>
            <a:r>
              <a:rPr sz="1300" spc="-10" dirty="0">
                <a:solidFill>
                  <a:srgbClr val="595959"/>
                </a:solidFill>
                <a:latin typeface="Arial MT"/>
                <a:cs typeface="Arial MT"/>
              </a:rPr>
              <a:t>file</a:t>
            </a:r>
            <a:r>
              <a:rPr sz="1300" dirty="0">
                <a:solidFill>
                  <a:srgbClr val="595959"/>
                </a:solidFill>
                <a:latin typeface="Arial MT"/>
                <a:cs typeface="Arial MT"/>
              </a:rPr>
              <a:t> </a:t>
            </a:r>
            <a:r>
              <a:rPr sz="1300" spc="-5" dirty="0">
                <a:solidFill>
                  <a:srgbClr val="595959"/>
                </a:solidFill>
                <a:latin typeface="Arial MT"/>
                <a:cs typeface="Arial MT"/>
              </a:rPr>
              <a:t>:</a:t>
            </a:r>
            <a:r>
              <a:rPr sz="1300" spc="5" dirty="0">
                <a:solidFill>
                  <a:srgbClr val="595959"/>
                </a:solidFill>
                <a:latin typeface="Arial MT"/>
                <a:cs typeface="Arial MT"/>
              </a:rPr>
              <a:t> </a:t>
            </a:r>
            <a:r>
              <a:rPr sz="1300" spc="-5" dirty="0">
                <a:solidFill>
                  <a:srgbClr val="595959"/>
                </a:solidFill>
                <a:latin typeface="Arial MT"/>
                <a:cs typeface="Arial MT"/>
              </a:rPr>
              <a:t>(Optional)</a:t>
            </a:r>
            <a:r>
              <a:rPr sz="1300" spc="-70" dirty="0">
                <a:solidFill>
                  <a:srgbClr val="595959"/>
                </a:solidFill>
                <a:latin typeface="Arial MT"/>
                <a:cs typeface="Arial MT"/>
              </a:rPr>
              <a:t> </a:t>
            </a:r>
            <a:r>
              <a:rPr sz="1300" spc="-10" dirty="0">
                <a:solidFill>
                  <a:srgbClr val="595959"/>
                </a:solidFill>
                <a:latin typeface="Arial MT"/>
                <a:cs typeface="Arial MT"/>
              </a:rPr>
              <a:t>An</a:t>
            </a:r>
            <a:r>
              <a:rPr sz="1300" spc="5" dirty="0">
                <a:solidFill>
                  <a:srgbClr val="595959"/>
                </a:solidFill>
                <a:latin typeface="Arial MT"/>
                <a:cs typeface="Arial MT"/>
              </a:rPr>
              <a:t> </a:t>
            </a:r>
            <a:r>
              <a:rPr sz="1300" spc="-10" dirty="0">
                <a:solidFill>
                  <a:srgbClr val="595959"/>
                </a:solidFill>
                <a:latin typeface="Arial MT"/>
                <a:cs typeface="Arial MT"/>
              </a:rPr>
              <a:t>object</a:t>
            </a:r>
            <a:r>
              <a:rPr sz="1300" dirty="0">
                <a:solidFill>
                  <a:srgbClr val="595959"/>
                </a:solidFill>
                <a:latin typeface="Arial MT"/>
                <a:cs typeface="Arial MT"/>
              </a:rPr>
              <a:t> </a:t>
            </a:r>
            <a:r>
              <a:rPr sz="1300" spc="-10" dirty="0">
                <a:solidFill>
                  <a:srgbClr val="595959"/>
                </a:solidFill>
                <a:latin typeface="Arial MT"/>
                <a:cs typeface="Arial MT"/>
              </a:rPr>
              <a:t>with</a:t>
            </a:r>
            <a:r>
              <a:rPr sz="1300" spc="5" dirty="0">
                <a:solidFill>
                  <a:srgbClr val="595959"/>
                </a:solidFill>
                <a:latin typeface="Arial MT"/>
                <a:cs typeface="Arial MT"/>
              </a:rPr>
              <a:t> </a:t>
            </a:r>
            <a:r>
              <a:rPr sz="1300" spc="-5" dirty="0">
                <a:solidFill>
                  <a:srgbClr val="595959"/>
                </a:solidFill>
                <a:latin typeface="Arial MT"/>
                <a:cs typeface="Arial MT"/>
              </a:rPr>
              <a:t>a</a:t>
            </a:r>
            <a:r>
              <a:rPr sz="1300" spc="5" dirty="0">
                <a:solidFill>
                  <a:srgbClr val="595959"/>
                </a:solidFill>
                <a:latin typeface="Arial MT"/>
                <a:cs typeface="Arial MT"/>
              </a:rPr>
              <a:t> </a:t>
            </a:r>
            <a:r>
              <a:rPr sz="1300" spc="-10" dirty="0">
                <a:solidFill>
                  <a:srgbClr val="595959"/>
                </a:solidFill>
                <a:latin typeface="Arial MT"/>
                <a:cs typeface="Arial MT"/>
              </a:rPr>
              <a:t>write</a:t>
            </a:r>
            <a:r>
              <a:rPr sz="1300" dirty="0">
                <a:solidFill>
                  <a:srgbClr val="595959"/>
                </a:solidFill>
                <a:latin typeface="Arial MT"/>
                <a:cs typeface="Arial MT"/>
              </a:rPr>
              <a:t> </a:t>
            </a:r>
            <a:r>
              <a:rPr sz="1300" spc="-5" dirty="0">
                <a:solidFill>
                  <a:srgbClr val="595959"/>
                </a:solidFill>
                <a:latin typeface="Arial MT"/>
                <a:cs typeface="Arial MT"/>
              </a:rPr>
              <a:t>method.</a:t>
            </a:r>
            <a:r>
              <a:rPr sz="1300" spc="5" dirty="0">
                <a:solidFill>
                  <a:srgbClr val="595959"/>
                </a:solidFill>
                <a:latin typeface="Arial MT"/>
                <a:cs typeface="Arial MT"/>
              </a:rPr>
              <a:t> </a:t>
            </a:r>
            <a:r>
              <a:rPr sz="1300" spc="-10" dirty="0">
                <a:solidFill>
                  <a:srgbClr val="595959"/>
                </a:solidFill>
                <a:latin typeface="Arial MT"/>
                <a:cs typeface="Arial MT"/>
              </a:rPr>
              <a:t>Default</a:t>
            </a:r>
            <a:r>
              <a:rPr sz="1300" spc="5" dirty="0">
                <a:solidFill>
                  <a:srgbClr val="595959"/>
                </a:solidFill>
                <a:latin typeface="Arial MT"/>
                <a:cs typeface="Arial MT"/>
              </a:rPr>
              <a:t> </a:t>
            </a:r>
            <a:r>
              <a:rPr sz="1300" spc="-10" dirty="0">
                <a:solidFill>
                  <a:srgbClr val="595959"/>
                </a:solidFill>
                <a:latin typeface="Arial MT"/>
                <a:cs typeface="Arial MT"/>
              </a:rPr>
              <a:t>:sys.stdout</a:t>
            </a:r>
            <a:endParaRPr sz="1300">
              <a:latin typeface="Arial MT"/>
              <a:cs typeface="Arial MT"/>
            </a:endParaRPr>
          </a:p>
          <a:p>
            <a:pPr marL="495300" marR="191135" lvl="1" indent="-147320">
              <a:lnSpc>
                <a:spcPct val="79700"/>
              </a:lnSpc>
              <a:spcBef>
                <a:spcPts val="375"/>
              </a:spcBef>
              <a:buClr>
                <a:srgbClr val="000000"/>
              </a:buClr>
              <a:buChar char="•"/>
              <a:tabLst>
                <a:tab pos="495934" algn="l"/>
              </a:tabLst>
            </a:pPr>
            <a:r>
              <a:rPr sz="1300" spc="-10" dirty="0">
                <a:solidFill>
                  <a:srgbClr val="595959"/>
                </a:solidFill>
                <a:latin typeface="Arial MT"/>
                <a:cs typeface="Arial MT"/>
              </a:rPr>
              <a:t>flush</a:t>
            </a:r>
            <a:r>
              <a:rPr sz="1300" dirty="0">
                <a:solidFill>
                  <a:srgbClr val="595959"/>
                </a:solidFill>
                <a:latin typeface="Arial MT"/>
                <a:cs typeface="Arial MT"/>
              </a:rPr>
              <a:t> </a:t>
            </a:r>
            <a:r>
              <a:rPr sz="1300" spc="-5" dirty="0">
                <a:solidFill>
                  <a:srgbClr val="595959"/>
                </a:solidFill>
                <a:latin typeface="Arial MT"/>
                <a:cs typeface="Arial MT"/>
              </a:rPr>
              <a:t>:</a:t>
            </a:r>
            <a:r>
              <a:rPr sz="1300" spc="5" dirty="0">
                <a:solidFill>
                  <a:srgbClr val="595959"/>
                </a:solidFill>
                <a:latin typeface="Arial MT"/>
                <a:cs typeface="Arial MT"/>
              </a:rPr>
              <a:t> </a:t>
            </a:r>
            <a:r>
              <a:rPr sz="1300" spc="-5" dirty="0">
                <a:solidFill>
                  <a:srgbClr val="595959"/>
                </a:solidFill>
                <a:latin typeface="Arial MT"/>
                <a:cs typeface="Arial MT"/>
              </a:rPr>
              <a:t>(Optional)</a:t>
            </a:r>
            <a:r>
              <a:rPr sz="1300" spc="-65" dirty="0">
                <a:solidFill>
                  <a:srgbClr val="595959"/>
                </a:solidFill>
                <a:latin typeface="Arial MT"/>
                <a:cs typeface="Arial MT"/>
              </a:rPr>
              <a:t> </a:t>
            </a:r>
            <a:r>
              <a:rPr sz="1300" spc="-5" dirty="0">
                <a:solidFill>
                  <a:srgbClr val="595959"/>
                </a:solidFill>
                <a:latin typeface="Arial MT"/>
                <a:cs typeface="Arial MT"/>
              </a:rPr>
              <a:t>A</a:t>
            </a:r>
            <a:r>
              <a:rPr sz="1300" spc="-65" dirty="0">
                <a:solidFill>
                  <a:srgbClr val="595959"/>
                </a:solidFill>
                <a:latin typeface="Arial MT"/>
                <a:cs typeface="Arial MT"/>
              </a:rPr>
              <a:t> </a:t>
            </a:r>
            <a:r>
              <a:rPr sz="1300" spc="-10" dirty="0">
                <a:solidFill>
                  <a:srgbClr val="595959"/>
                </a:solidFill>
                <a:latin typeface="Arial MT"/>
                <a:cs typeface="Arial MT"/>
              </a:rPr>
              <a:t>Boolean,</a:t>
            </a:r>
            <a:r>
              <a:rPr sz="1300" dirty="0">
                <a:solidFill>
                  <a:srgbClr val="595959"/>
                </a:solidFill>
                <a:latin typeface="Arial MT"/>
                <a:cs typeface="Arial MT"/>
              </a:rPr>
              <a:t> </a:t>
            </a:r>
            <a:r>
              <a:rPr sz="1300" spc="-5" dirty="0">
                <a:solidFill>
                  <a:srgbClr val="595959"/>
                </a:solidFill>
                <a:latin typeface="Arial MT"/>
                <a:cs typeface="Arial MT"/>
              </a:rPr>
              <a:t>specifying</a:t>
            </a:r>
            <a:r>
              <a:rPr sz="1300" spc="5" dirty="0">
                <a:solidFill>
                  <a:srgbClr val="595959"/>
                </a:solidFill>
                <a:latin typeface="Arial MT"/>
                <a:cs typeface="Arial MT"/>
              </a:rPr>
              <a:t> </a:t>
            </a:r>
            <a:r>
              <a:rPr sz="1300" spc="-5" dirty="0">
                <a:solidFill>
                  <a:srgbClr val="595959"/>
                </a:solidFill>
                <a:latin typeface="Arial MT"/>
                <a:cs typeface="Arial MT"/>
              </a:rPr>
              <a:t>if</a:t>
            </a:r>
            <a:r>
              <a:rPr sz="1300" spc="5" dirty="0">
                <a:solidFill>
                  <a:srgbClr val="595959"/>
                </a:solidFill>
                <a:latin typeface="Arial MT"/>
                <a:cs typeface="Arial MT"/>
              </a:rPr>
              <a:t> </a:t>
            </a:r>
            <a:r>
              <a:rPr sz="1300" spc="-10" dirty="0">
                <a:solidFill>
                  <a:srgbClr val="595959"/>
                </a:solidFill>
                <a:latin typeface="Arial MT"/>
                <a:cs typeface="Arial MT"/>
              </a:rPr>
              <a:t>the</a:t>
            </a:r>
            <a:r>
              <a:rPr sz="1300" spc="5" dirty="0">
                <a:solidFill>
                  <a:srgbClr val="595959"/>
                </a:solidFill>
                <a:latin typeface="Arial MT"/>
                <a:cs typeface="Arial MT"/>
              </a:rPr>
              <a:t> </a:t>
            </a:r>
            <a:r>
              <a:rPr sz="1300" spc="-10" dirty="0">
                <a:solidFill>
                  <a:srgbClr val="595959"/>
                </a:solidFill>
                <a:latin typeface="Arial MT"/>
                <a:cs typeface="Arial MT"/>
              </a:rPr>
              <a:t>output</a:t>
            </a:r>
            <a:r>
              <a:rPr sz="1300" spc="5" dirty="0">
                <a:solidFill>
                  <a:srgbClr val="595959"/>
                </a:solidFill>
                <a:latin typeface="Arial MT"/>
                <a:cs typeface="Arial MT"/>
              </a:rPr>
              <a:t> </a:t>
            </a:r>
            <a:r>
              <a:rPr sz="1300" spc="-5" dirty="0">
                <a:solidFill>
                  <a:srgbClr val="595959"/>
                </a:solidFill>
                <a:latin typeface="Arial MT"/>
                <a:cs typeface="Arial MT"/>
              </a:rPr>
              <a:t>is</a:t>
            </a:r>
            <a:r>
              <a:rPr sz="1300" spc="5" dirty="0">
                <a:solidFill>
                  <a:srgbClr val="595959"/>
                </a:solidFill>
                <a:latin typeface="Arial MT"/>
                <a:cs typeface="Arial MT"/>
              </a:rPr>
              <a:t> </a:t>
            </a:r>
            <a:r>
              <a:rPr sz="1300" spc="-10" dirty="0">
                <a:solidFill>
                  <a:srgbClr val="595959"/>
                </a:solidFill>
                <a:latin typeface="Arial MT"/>
                <a:cs typeface="Arial MT"/>
              </a:rPr>
              <a:t>flushed</a:t>
            </a:r>
            <a:r>
              <a:rPr sz="1300" spc="5" dirty="0">
                <a:solidFill>
                  <a:srgbClr val="595959"/>
                </a:solidFill>
                <a:latin typeface="Arial MT"/>
                <a:cs typeface="Arial MT"/>
              </a:rPr>
              <a:t> </a:t>
            </a:r>
            <a:r>
              <a:rPr sz="1300" spc="-15" dirty="0">
                <a:solidFill>
                  <a:srgbClr val="595959"/>
                </a:solidFill>
                <a:latin typeface="Arial MT"/>
                <a:cs typeface="Arial MT"/>
              </a:rPr>
              <a:t>(True)</a:t>
            </a:r>
            <a:r>
              <a:rPr sz="1300" spc="5" dirty="0">
                <a:solidFill>
                  <a:srgbClr val="595959"/>
                </a:solidFill>
                <a:latin typeface="Arial MT"/>
                <a:cs typeface="Arial MT"/>
              </a:rPr>
              <a:t> </a:t>
            </a:r>
            <a:r>
              <a:rPr sz="1300" spc="-5" dirty="0">
                <a:solidFill>
                  <a:srgbClr val="595959"/>
                </a:solidFill>
                <a:latin typeface="Arial MT"/>
                <a:cs typeface="Arial MT"/>
              </a:rPr>
              <a:t>or</a:t>
            </a:r>
            <a:r>
              <a:rPr sz="1300" spc="5" dirty="0">
                <a:solidFill>
                  <a:srgbClr val="595959"/>
                </a:solidFill>
                <a:latin typeface="Arial MT"/>
                <a:cs typeface="Arial MT"/>
              </a:rPr>
              <a:t> </a:t>
            </a:r>
            <a:r>
              <a:rPr sz="1300" spc="-10" dirty="0">
                <a:solidFill>
                  <a:srgbClr val="595959"/>
                </a:solidFill>
                <a:latin typeface="Arial MT"/>
                <a:cs typeface="Arial MT"/>
              </a:rPr>
              <a:t>buffered</a:t>
            </a:r>
            <a:r>
              <a:rPr sz="1300" spc="5" dirty="0">
                <a:solidFill>
                  <a:srgbClr val="595959"/>
                </a:solidFill>
                <a:latin typeface="Arial MT"/>
                <a:cs typeface="Arial MT"/>
              </a:rPr>
              <a:t> </a:t>
            </a:r>
            <a:r>
              <a:rPr sz="1300" spc="-5" dirty="0">
                <a:solidFill>
                  <a:srgbClr val="595959"/>
                </a:solidFill>
                <a:latin typeface="Arial MT"/>
                <a:cs typeface="Arial MT"/>
              </a:rPr>
              <a:t>(False).</a:t>
            </a:r>
            <a:r>
              <a:rPr sz="1300" spc="5" dirty="0">
                <a:solidFill>
                  <a:srgbClr val="595959"/>
                </a:solidFill>
                <a:latin typeface="Arial MT"/>
                <a:cs typeface="Arial MT"/>
              </a:rPr>
              <a:t> </a:t>
            </a:r>
            <a:r>
              <a:rPr sz="1300" spc="-10" dirty="0">
                <a:solidFill>
                  <a:srgbClr val="595959"/>
                </a:solidFill>
                <a:latin typeface="Arial MT"/>
                <a:cs typeface="Arial MT"/>
              </a:rPr>
              <a:t>Default: </a:t>
            </a:r>
            <a:r>
              <a:rPr sz="1300" spc="-345" dirty="0">
                <a:solidFill>
                  <a:srgbClr val="595959"/>
                </a:solidFill>
                <a:latin typeface="Arial MT"/>
                <a:cs typeface="Arial MT"/>
              </a:rPr>
              <a:t> </a:t>
            </a:r>
            <a:r>
              <a:rPr sz="1300" spc="-10" dirty="0">
                <a:solidFill>
                  <a:srgbClr val="595959"/>
                </a:solidFill>
                <a:latin typeface="Arial MT"/>
                <a:cs typeface="Arial MT"/>
              </a:rPr>
              <a:t>False</a:t>
            </a:r>
            <a:endParaRPr sz="1300">
              <a:latin typeface="Arial MT"/>
              <a:cs typeface="Arial MT"/>
            </a:endParaRPr>
          </a:p>
          <a:p>
            <a:pPr lvl="1">
              <a:lnSpc>
                <a:spcPct val="100000"/>
              </a:lnSpc>
              <a:spcBef>
                <a:spcPts val="10"/>
              </a:spcBef>
              <a:buFont typeface="Arial MT"/>
              <a:buChar char="•"/>
            </a:pPr>
            <a:endParaRPr sz="1450">
              <a:latin typeface="Arial MT"/>
              <a:cs typeface="Arial MT"/>
            </a:endParaRPr>
          </a:p>
          <a:p>
            <a:pPr marL="495300" lvl="1" indent="-147955">
              <a:lnSpc>
                <a:spcPct val="100000"/>
              </a:lnSpc>
              <a:buClr>
                <a:srgbClr val="000000"/>
              </a:buClr>
              <a:buChar char="•"/>
              <a:tabLst>
                <a:tab pos="495934" algn="l"/>
              </a:tabLst>
            </a:pPr>
            <a:r>
              <a:rPr sz="1300" spc="-10" dirty="0">
                <a:solidFill>
                  <a:srgbClr val="595959"/>
                </a:solidFill>
                <a:latin typeface="Arial MT"/>
                <a:cs typeface="Arial MT"/>
              </a:rPr>
              <a:t>Returns:</a:t>
            </a:r>
            <a:r>
              <a:rPr sz="1300" spc="-5" dirty="0">
                <a:solidFill>
                  <a:srgbClr val="595959"/>
                </a:solidFill>
                <a:latin typeface="Arial MT"/>
                <a:cs typeface="Arial MT"/>
              </a:rPr>
              <a:t> It returns </a:t>
            </a:r>
            <a:r>
              <a:rPr sz="1300" spc="-10" dirty="0">
                <a:solidFill>
                  <a:srgbClr val="595959"/>
                </a:solidFill>
                <a:latin typeface="Arial MT"/>
                <a:cs typeface="Arial MT"/>
              </a:rPr>
              <a:t>output</a:t>
            </a:r>
            <a:r>
              <a:rPr sz="1300" spc="-5" dirty="0">
                <a:solidFill>
                  <a:srgbClr val="595959"/>
                </a:solidFill>
                <a:latin typeface="Arial MT"/>
                <a:cs typeface="Arial MT"/>
              </a:rPr>
              <a:t> to </a:t>
            </a:r>
            <a:r>
              <a:rPr sz="1300" spc="-10" dirty="0">
                <a:solidFill>
                  <a:srgbClr val="595959"/>
                </a:solidFill>
                <a:latin typeface="Arial MT"/>
                <a:cs typeface="Arial MT"/>
              </a:rPr>
              <a:t>the</a:t>
            </a:r>
            <a:r>
              <a:rPr sz="1300" spc="-5" dirty="0">
                <a:solidFill>
                  <a:srgbClr val="595959"/>
                </a:solidFill>
                <a:latin typeface="Arial MT"/>
                <a:cs typeface="Arial MT"/>
              </a:rPr>
              <a:t> screen.</a:t>
            </a:r>
            <a:endParaRPr sz="1300">
              <a:latin typeface="Arial MT"/>
              <a:cs typeface="Arial MT"/>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82625" y="483503"/>
            <a:ext cx="3645535" cy="513080"/>
          </a:xfrm>
          <a:prstGeom prst="rect">
            <a:avLst/>
          </a:prstGeom>
        </p:spPr>
        <p:txBody>
          <a:bodyPr vert="horz" wrap="square" lIns="0" tIns="12700" rIns="0" bIns="0" rtlCol="0">
            <a:spAutoFit/>
          </a:bodyPr>
          <a:lstStyle/>
          <a:p>
            <a:pPr marL="12700">
              <a:lnSpc>
                <a:spcPct val="100000"/>
              </a:lnSpc>
              <a:spcBef>
                <a:spcPts val="100"/>
              </a:spcBef>
            </a:pPr>
            <a:r>
              <a:rPr spc="320" dirty="0"/>
              <a:t>Output</a:t>
            </a:r>
            <a:r>
              <a:rPr spc="90" dirty="0"/>
              <a:t> </a:t>
            </a:r>
            <a:r>
              <a:rPr spc="295" dirty="0"/>
              <a:t>Function</a:t>
            </a:r>
          </a:p>
        </p:txBody>
      </p:sp>
      <p:sp>
        <p:nvSpPr>
          <p:cNvPr id="3" name="object 3"/>
          <p:cNvSpPr txBox="1"/>
          <p:nvPr/>
        </p:nvSpPr>
        <p:spPr>
          <a:xfrm>
            <a:off x="682625" y="1368482"/>
            <a:ext cx="4201160" cy="2817495"/>
          </a:xfrm>
          <a:prstGeom prst="rect">
            <a:avLst/>
          </a:prstGeom>
        </p:spPr>
        <p:txBody>
          <a:bodyPr vert="horz" wrap="square" lIns="0" tIns="0" rIns="0" bIns="0" rtlCol="0">
            <a:spAutoFit/>
          </a:bodyPr>
          <a:lstStyle/>
          <a:p>
            <a:pPr marL="184785" indent="-126364">
              <a:lnSpc>
                <a:spcPts val="3210"/>
              </a:lnSpc>
              <a:buSzPct val="150000"/>
              <a:buChar char="•"/>
              <a:tabLst>
                <a:tab pos="185420" algn="l"/>
              </a:tabLst>
            </a:pPr>
            <a:r>
              <a:rPr sz="1800" spc="-5" dirty="0">
                <a:latin typeface="Arial MT"/>
                <a:cs typeface="Arial MT"/>
              </a:rPr>
              <a:t>Example:</a:t>
            </a:r>
            <a:r>
              <a:rPr sz="1800" spc="-35" dirty="0">
                <a:latin typeface="Arial MT"/>
                <a:cs typeface="Arial MT"/>
              </a:rPr>
              <a:t> </a:t>
            </a:r>
            <a:r>
              <a:rPr sz="1800" spc="-5" dirty="0">
                <a:latin typeface="Arial MT"/>
                <a:cs typeface="Arial MT"/>
              </a:rPr>
              <a:t>Python</a:t>
            </a:r>
            <a:r>
              <a:rPr sz="1800" spc="-30" dirty="0">
                <a:latin typeface="Arial MT"/>
                <a:cs typeface="Arial MT"/>
              </a:rPr>
              <a:t> </a:t>
            </a:r>
            <a:r>
              <a:rPr sz="1800" spc="-5" dirty="0">
                <a:latin typeface="Arial MT"/>
                <a:cs typeface="Arial MT"/>
              </a:rPr>
              <a:t>Print</a:t>
            </a:r>
            <a:r>
              <a:rPr sz="1800" spc="-30" dirty="0">
                <a:latin typeface="Arial MT"/>
                <a:cs typeface="Arial MT"/>
              </a:rPr>
              <a:t> </a:t>
            </a:r>
            <a:r>
              <a:rPr sz="1800" spc="-5" dirty="0">
                <a:latin typeface="Arial MT"/>
                <a:cs typeface="Arial MT"/>
              </a:rPr>
              <a:t>Output</a:t>
            </a:r>
            <a:endParaRPr sz="1800">
              <a:latin typeface="Arial MT"/>
              <a:cs typeface="Arial MT"/>
            </a:endParaRPr>
          </a:p>
          <a:p>
            <a:pPr marL="12700" marR="779780">
              <a:lnSpc>
                <a:spcPct val="124700"/>
              </a:lnSpc>
              <a:spcBef>
                <a:spcPts val="15"/>
              </a:spcBef>
            </a:pPr>
            <a:r>
              <a:rPr sz="1800" dirty="0">
                <a:solidFill>
                  <a:srgbClr val="FF0000"/>
                </a:solidFill>
                <a:latin typeface="Arial MT"/>
                <a:cs typeface="Arial MT"/>
              </a:rPr>
              <a:t># </a:t>
            </a:r>
            <a:r>
              <a:rPr sz="1800" spc="-5" dirty="0">
                <a:solidFill>
                  <a:srgbClr val="FF0000"/>
                </a:solidFill>
                <a:latin typeface="Arial MT"/>
                <a:cs typeface="Arial MT"/>
              </a:rPr>
              <a:t>Python program to demonstrate </a:t>
            </a:r>
            <a:r>
              <a:rPr sz="1800" spc="-490" dirty="0">
                <a:solidFill>
                  <a:srgbClr val="FF0000"/>
                </a:solidFill>
                <a:latin typeface="Arial MT"/>
                <a:cs typeface="Arial MT"/>
              </a:rPr>
              <a:t> </a:t>
            </a:r>
            <a:r>
              <a:rPr sz="1800" dirty="0">
                <a:solidFill>
                  <a:srgbClr val="FF0000"/>
                </a:solidFill>
                <a:latin typeface="Arial MT"/>
                <a:cs typeface="Arial MT"/>
              </a:rPr>
              <a:t>#</a:t>
            </a:r>
            <a:r>
              <a:rPr sz="1800" spc="-10" dirty="0">
                <a:solidFill>
                  <a:srgbClr val="FF0000"/>
                </a:solidFill>
                <a:latin typeface="Arial MT"/>
                <a:cs typeface="Arial MT"/>
              </a:rPr>
              <a:t> </a:t>
            </a:r>
            <a:r>
              <a:rPr sz="1800" spc="-5" dirty="0">
                <a:solidFill>
                  <a:srgbClr val="FF0000"/>
                </a:solidFill>
                <a:latin typeface="Arial MT"/>
                <a:cs typeface="Arial MT"/>
              </a:rPr>
              <a:t>print()</a:t>
            </a:r>
            <a:r>
              <a:rPr sz="1800" spc="-10" dirty="0">
                <a:solidFill>
                  <a:srgbClr val="FF0000"/>
                </a:solidFill>
                <a:latin typeface="Arial MT"/>
                <a:cs typeface="Arial MT"/>
              </a:rPr>
              <a:t> </a:t>
            </a:r>
            <a:r>
              <a:rPr sz="1800" dirty="0">
                <a:solidFill>
                  <a:srgbClr val="FF0000"/>
                </a:solidFill>
                <a:latin typeface="Arial MT"/>
                <a:cs typeface="Arial MT"/>
              </a:rPr>
              <a:t>method</a:t>
            </a:r>
            <a:endParaRPr sz="1800">
              <a:latin typeface="Arial MT"/>
              <a:cs typeface="Arial MT"/>
            </a:endParaRPr>
          </a:p>
          <a:p>
            <a:pPr marL="12700">
              <a:lnSpc>
                <a:spcPct val="100000"/>
              </a:lnSpc>
              <a:spcBef>
                <a:spcPts val="535"/>
              </a:spcBef>
            </a:pPr>
            <a:r>
              <a:rPr sz="1800" spc="-5" dirty="0">
                <a:solidFill>
                  <a:srgbClr val="FF0000"/>
                </a:solidFill>
                <a:latin typeface="Arial MT"/>
                <a:cs typeface="Arial MT"/>
              </a:rPr>
              <a:t>print("GFG")</a:t>
            </a:r>
            <a:endParaRPr sz="1800">
              <a:latin typeface="Arial MT"/>
              <a:cs typeface="Arial MT"/>
            </a:endParaRPr>
          </a:p>
          <a:p>
            <a:pPr marL="12700" marR="5080">
              <a:lnSpc>
                <a:spcPct val="124700"/>
              </a:lnSpc>
            </a:pPr>
            <a:r>
              <a:rPr sz="1800" dirty="0">
                <a:solidFill>
                  <a:srgbClr val="FF0000"/>
                </a:solidFill>
                <a:latin typeface="Arial MT"/>
                <a:cs typeface="Arial MT"/>
              </a:rPr>
              <a:t>#</a:t>
            </a:r>
            <a:r>
              <a:rPr sz="1800" spc="-20" dirty="0">
                <a:solidFill>
                  <a:srgbClr val="FF0000"/>
                </a:solidFill>
                <a:latin typeface="Arial MT"/>
                <a:cs typeface="Arial MT"/>
              </a:rPr>
              <a:t> </a:t>
            </a:r>
            <a:r>
              <a:rPr sz="1800" dirty="0">
                <a:solidFill>
                  <a:srgbClr val="FF0000"/>
                </a:solidFill>
                <a:latin typeface="Arial MT"/>
                <a:cs typeface="Arial MT"/>
              </a:rPr>
              <a:t>code</a:t>
            </a:r>
            <a:r>
              <a:rPr sz="1800" spc="-20" dirty="0">
                <a:solidFill>
                  <a:srgbClr val="FF0000"/>
                </a:solidFill>
                <a:latin typeface="Arial MT"/>
                <a:cs typeface="Arial MT"/>
              </a:rPr>
              <a:t> </a:t>
            </a:r>
            <a:r>
              <a:rPr sz="1800" spc="-5" dirty="0">
                <a:solidFill>
                  <a:srgbClr val="FF0000"/>
                </a:solidFill>
                <a:latin typeface="Arial MT"/>
                <a:cs typeface="Arial MT"/>
              </a:rPr>
              <a:t>for</a:t>
            </a:r>
            <a:r>
              <a:rPr sz="1800" spc="-20" dirty="0">
                <a:solidFill>
                  <a:srgbClr val="FF0000"/>
                </a:solidFill>
                <a:latin typeface="Arial MT"/>
                <a:cs typeface="Arial MT"/>
              </a:rPr>
              <a:t> </a:t>
            </a:r>
            <a:r>
              <a:rPr sz="1800" spc="-5" dirty="0">
                <a:solidFill>
                  <a:srgbClr val="FF0000"/>
                </a:solidFill>
                <a:latin typeface="Arial MT"/>
                <a:cs typeface="Arial MT"/>
              </a:rPr>
              <a:t>disabling</a:t>
            </a:r>
            <a:r>
              <a:rPr sz="1800" spc="-15" dirty="0">
                <a:solidFill>
                  <a:srgbClr val="FF0000"/>
                </a:solidFill>
                <a:latin typeface="Arial MT"/>
                <a:cs typeface="Arial MT"/>
              </a:rPr>
              <a:t> </a:t>
            </a:r>
            <a:r>
              <a:rPr sz="1800" spc="-5" dirty="0">
                <a:solidFill>
                  <a:srgbClr val="FF0000"/>
                </a:solidFill>
                <a:latin typeface="Arial MT"/>
                <a:cs typeface="Arial MT"/>
              </a:rPr>
              <a:t>the</a:t>
            </a:r>
            <a:r>
              <a:rPr sz="1800" spc="-20" dirty="0">
                <a:solidFill>
                  <a:srgbClr val="FF0000"/>
                </a:solidFill>
                <a:latin typeface="Arial MT"/>
                <a:cs typeface="Arial MT"/>
              </a:rPr>
              <a:t> </a:t>
            </a:r>
            <a:r>
              <a:rPr sz="1800" dirty="0">
                <a:solidFill>
                  <a:srgbClr val="FF0000"/>
                </a:solidFill>
                <a:latin typeface="Arial MT"/>
                <a:cs typeface="Arial MT"/>
              </a:rPr>
              <a:t>softspace</a:t>
            </a:r>
            <a:r>
              <a:rPr sz="1800" spc="-20" dirty="0">
                <a:solidFill>
                  <a:srgbClr val="FF0000"/>
                </a:solidFill>
                <a:latin typeface="Arial MT"/>
                <a:cs typeface="Arial MT"/>
              </a:rPr>
              <a:t> </a:t>
            </a:r>
            <a:r>
              <a:rPr sz="1800" spc="-5" dirty="0">
                <a:solidFill>
                  <a:srgbClr val="FF0000"/>
                </a:solidFill>
                <a:latin typeface="Arial MT"/>
                <a:cs typeface="Arial MT"/>
              </a:rPr>
              <a:t>feature </a:t>
            </a:r>
            <a:r>
              <a:rPr sz="1800" spc="-484" dirty="0">
                <a:solidFill>
                  <a:srgbClr val="FF0000"/>
                </a:solidFill>
                <a:latin typeface="Arial MT"/>
                <a:cs typeface="Arial MT"/>
              </a:rPr>
              <a:t> </a:t>
            </a:r>
            <a:r>
              <a:rPr sz="1800" spc="-5" dirty="0">
                <a:solidFill>
                  <a:srgbClr val="FF0000"/>
                </a:solidFill>
                <a:latin typeface="Arial MT"/>
                <a:cs typeface="Arial MT"/>
              </a:rPr>
              <a:t>print('G',</a:t>
            </a:r>
            <a:r>
              <a:rPr sz="1800" spc="-10" dirty="0">
                <a:solidFill>
                  <a:srgbClr val="FF0000"/>
                </a:solidFill>
                <a:latin typeface="Arial MT"/>
                <a:cs typeface="Arial MT"/>
              </a:rPr>
              <a:t> </a:t>
            </a:r>
            <a:r>
              <a:rPr sz="1800" spc="-5" dirty="0">
                <a:solidFill>
                  <a:srgbClr val="FF0000"/>
                </a:solidFill>
                <a:latin typeface="Arial MT"/>
                <a:cs typeface="Arial MT"/>
              </a:rPr>
              <a:t>'F', 'G')</a:t>
            </a:r>
            <a:endParaRPr sz="1800">
              <a:latin typeface="Arial MT"/>
              <a:cs typeface="Arial MT"/>
            </a:endParaRPr>
          </a:p>
          <a:p>
            <a:pPr marL="12700" marR="3559175">
              <a:lnSpc>
                <a:spcPct val="124700"/>
              </a:lnSpc>
            </a:pPr>
            <a:r>
              <a:rPr sz="1800" spc="-5" dirty="0">
                <a:solidFill>
                  <a:srgbClr val="FF0000"/>
                </a:solidFill>
                <a:latin typeface="Arial MT"/>
                <a:cs typeface="Arial MT"/>
              </a:rPr>
              <a:t>GFG </a:t>
            </a:r>
            <a:r>
              <a:rPr sz="1800" dirty="0">
                <a:solidFill>
                  <a:srgbClr val="FF0000"/>
                </a:solidFill>
                <a:latin typeface="Arial MT"/>
                <a:cs typeface="Arial MT"/>
              </a:rPr>
              <a:t> G</a:t>
            </a:r>
            <a:r>
              <a:rPr sz="1800" spc="-55" dirty="0">
                <a:solidFill>
                  <a:srgbClr val="FF0000"/>
                </a:solidFill>
                <a:latin typeface="Arial MT"/>
                <a:cs typeface="Arial MT"/>
              </a:rPr>
              <a:t> </a:t>
            </a:r>
            <a:r>
              <a:rPr sz="1800" dirty="0">
                <a:solidFill>
                  <a:srgbClr val="FF0000"/>
                </a:solidFill>
                <a:latin typeface="Arial MT"/>
                <a:cs typeface="Arial MT"/>
              </a:rPr>
              <a:t>F</a:t>
            </a:r>
            <a:r>
              <a:rPr sz="1800" spc="-55" dirty="0">
                <a:solidFill>
                  <a:srgbClr val="FF0000"/>
                </a:solidFill>
                <a:latin typeface="Arial MT"/>
                <a:cs typeface="Arial MT"/>
              </a:rPr>
              <a:t> </a:t>
            </a:r>
            <a:r>
              <a:rPr sz="1800" dirty="0">
                <a:solidFill>
                  <a:srgbClr val="FF0000"/>
                </a:solidFill>
                <a:latin typeface="Arial MT"/>
                <a:cs typeface="Arial MT"/>
              </a:rPr>
              <a:t>G</a:t>
            </a:r>
            <a:endParaRPr sz="1800">
              <a:latin typeface="Arial MT"/>
              <a:cs typeface="Arial MT"/>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82625" y="483503"/>
            <a:ext cx="3645535" cy="513080"/>
          </a:xfrm>
          <a:prstGeom prst="rect">
            <a:avLst/>
          </a:prstGeom>
        </p:spPr>
        <p:txBody>
          <a:bodyPr vert="horz" wrap="square" lIns="0" tIns="12700" rIns="0" bIns="0" rtlCol="0">
            <a:spAutoFit/>
          </a:bodyPr>
          <a:lstStyle/>
          <a:p>
            <a:pPr marL="12700">
              <a:lnSpc>
                <a:spcPct val="100000"/>
              </a:lnSpc>
              <a:spcBef>
                <a:spcPts val="100"/>
              </a:spcBef>
            </a:pPr>
            <a:r>
              <a:rPr spc="320" dirty="0"/>
              <a:t>Output</a:t>
            </a:r>
            <a:r>
              <a:rPr spc="90" dirty="0"/>
              <a:t> </a:t>
            </a:r>
            <a:r>
              <a:rPr spc="295" dirty="0"/>
              <a:t>Function</a:t>
            </a:r>
          </a:p>
        </p:txBody>
      </p:sp>
      <p:sp>
        <p:nvSpPr>
          <p:cNvPr id="3" name="object 3"/>
          <p:cNvSpPr txBox="1"/>
          <p:nvPr/>
        </p:nvSpPr>
        <p:spPr>
          <a:xfrm>
            <a:off x="682625" y="1315736"/>
            <a:ext cx="7757795" cy="3257550"/>
          </a:xfrm>
          <a:prstGeom prst="rect">
            <a:avLst/>
          </a:prstGeom>
        </p:spPr>
        <p:txBody>
          <a:bodyPr vert="horz" wrap="square" lIns="0" tIns="14605" rIns="0" bIns="0" rtlCol="0">
            <a:spAutoFit/>
          </a:bodyPr>
          <a:lstStyle/>
          <a:p>
            <a:pPr marL="184150" indent="-140335">
              <a:lnSpc>
                <a:spcPts val="1689"/>
              </a:lnSpc>
              <a:spcBef>
                <a:spcPts val="115"/>
              </a:spcBef>
              <a:buChar char="•"/>
              <a:tabLst>
                <a:tab pos="184150" algn="l"/>
              </a:tabLst>
            </a:pPr>
            <a:r>
              <a:rPr sz="1650" dirty="0">
                <a:latin typeface="Arial MT"/>
                <a:cs typeface="Arial MT"/>
              </a:rPr>
              <a:t>In the</a:t>
            </a:r>
            <a:r>
              <a:rPr sz="1650" spc="5" dirty="0">
                <a:latin typeface="Arial MT"/>
                <a:cs typeface="Arial MT"/>
              </a:rPr>
              <a:t> </a:t>
            </a:r>
            <a:r>
              <a:rPr sz="1650" dirty="0">
                <a:latin typeface="Arial MT"/>
                <a:cs typeface="Arial MT"/>
              </a:rPr>
              <a:t>above</a:t>
            </a:r>
            <a:r>
              <a:rPr sz="1650" spc="5" dirty="0">
                <a:latin typeface="Arial MT"/>
                <a:cs typeface="Arial MT"/>
              </a:rPr>
              <a:t> </a:t>
            </a:r>
            <a:r>
              <a:rPr sz="1650" dirty="0">
                <a:latin typeface="Arial MT"/>
                <a:cs typeface="Arial MT"/>
              </a:rPr>
              <a:t>example,</a:t>
            </a:r>
            <a:r>
              <a:rPr sz="1650" spc="5" dirty="0">
                <a:latin typeface="Arial MT"/>
                <a:cs typeface="Arial MT"/>
              </a:rPr>
              <a:t> we can see </a:t>
            </a:r>
            <a:r>
              <a:rPr sz="1650" dirty="0">
                <a:latin typeface="Arial MT"/>
                <a:cs typeface="Arial MT"/>
              </a:rPr>
              <a:t>that</a:t>
            </a:r>
            <a:r>
              <a:rPr sz="1650" spc="5" dirty="0">
                <a:latin typeface="Arial MT"/>
                <a:cs typeface="Arial MT"/>
              </a:rPr>
              <a:t> </a:t>
            </a:r>
            <a:r>
              <a:rPr sz="1650" dirty="0">
                <a:latin typeface="Arial MT"/>
                <a:cs typeface="Arial MT"/>
              </a:rPr>
              <a:t>in</a:t>
            </a:r>
            <a:r>
              <a:rPr sz="1650" spc="5" dirty="0">
                <a:latin typeface="Arial MT"/>
                <a:cs typeface="Arial MT"/>
              </a:rPr>
              <a:t> </a:t>
            </a:r>
            <a:r>
              <a:rPr sz="1650" dirty="0">
                <a:latin typeface="Arial MT"/>
                <a:cs typeface="Arial MT"/>
              </a:rPr>
              <a:t>the</a:t>
            </a:r>
            <a:r>
              <a:rPr sz="1650" spc="5" dirty="0">
                <a:latin typeface="Arial MT"/>
                <a:cs typeface="Arial MT"/>
              </a:rPr>
              <a:t> case </a:t>
            </a:r>
            <a:r>
              <a:rPr sz="1650" dirty="0">
                <a:latin typeface="Arial MT"/>
                <a:cs typeface="Arial MT"/>
              </a:rPr>
              <a:t>of</a:t>
            </a:r>
            <a:r>
              <a:rPr sz="1650" spc="5" dirty="0">
                <a:latin typeface="Arial MT"/>
                <a:cs typeface="Arial MT"/>
              </a:rPr>
              <a:t> </a:t>
            </a:r>
            <a:r>
              <a:rPr sz="1650" dirty="0">
                <a:latin typeface="Arial MT"/>
                <a:cs typeface="Arial MT"/>
              </a:rPr>
              <a:t>the</a:t>
            </a:r>
            <a:r>
              <a:rPr sz="1650" spc="5" dirty="0">
                <a:latin typeface="Arial MT"/>
                <a:cs typeface="Arial MT"/>
              </a:rPr>
              <a:t> 2nd </a:t>
            </a:r>
            <a:r>
              <a:rPr sz="1650" dirty="0">
                <a:latin typeface="Arial MT"/>
                <a:cs typeface="Arial MT"/>
              </a:rPr>
              <a:t>print </a:t>
            </a:r>
            <a:r>
              <a:rPr sz="1650" spc="5" dirty="0">
                <a:latin typeface="Arial MT"/>
                <a:cs typeface="Arial MT"/>
              </a:rPr>
              <a:t>statement</a:t>
            </a:r>
            <a:endParaRPr sz="1650">
              <a:latin typeface="Arial MT"/>
              <a:cs typeface="Arial MT"/>
            </a:endParaRPr>
          </a:p>
          <a:p>
            <a:pPr marL="184150" marR="156210">
              <a:lnSpc>
                <a:spcPct val="70600"/>
              </a:lnSpc>
              <a:spcBef>
                <a:spcPts val="290"/>
              </a:spcBef>
            </a:pPr>
            <a:r>
              <a:rPr sz="1650" dirty="0">
                <a:latin typeface="Arial MT"/>
                <a:cs typeface="Arial MT"/>
              </a:rPr>
              <a:t>there is</a:t>
            </a:r>
            <a:r>
              <a:rPr sz="1650" spc="5" dirty="0">
                <a:latin typeface="Arial MT"/>
                <a:cs typeface="Arial MT"/>
              </a:rPr>
              <a:t> a space </a:t>
            </a:r>
            <a:r>
              <a:rPr sz="1650" dirty="0">
                <a:latin typeface="Arial MT"/>
                <a:cs typeface="Arial MT"/>
              </a:rPr>
              <a:t>between</a:t>
            </a:r>
            <a:r>
              <a:rPr sz="1650" spc="5" dirty="0">
                <a:latin typeface="Arial MT"/>
                <a:cs typeface="Arial MT"/>
              </a:rPr>
              <a:t> </a:t>
            </a:r>
            <a:r>
              <a:rPr sz="1650" dirty="0">
                <a:latin typeface="Arial MT"/>
                <a:cs typeface="Arial MT"/>
              </a:rPr>
              <a:t>every</a:t>
            </a:r>
            <a:r>
              <a:rPr sz="1650" spc="5" dirty="0">
                <a:latin typeface="Arial MT"/>
                <a:cs typeface="Arial MT"/>
              </a:rPr>
              <a:t> </a:t>
            </a:r>
            <a:r>
              <a:rPr sz="1650" dirty="0">
                <a:latin typeface="Arial MT"/>
                <a:cs typeface="Arial MT"/>
              </a:rPr>
              <a:t>letter</a:t>
            </a:r>
            <a:r>
              <a:rPr sz="1650" spc="5" dirty="0">
                <a:latin typeface="Arial MT"/>
                <a:cs typeface="Arial MT"/>
              </a:rPr>
              <a:t> and </a:t>
            </a:r>
            <a:r>
              <a:rPr sz="1650" dirty="0">
                <a:latin typeface="Arial MT"/>
                <a:cs typeface="Arial MT"/>
              </a:rPr>
              <a:t>the</a:t>
            </a:r>
            <a:r>
              <a:rPr sz="1650" spc="5" dirty="0">
                <a:latin typeface="Arial MT"/>
                <a:cs typeface="Arial MT"/>
              </a:rPr>
              <a:t> </a:t>
            </a:r>
            <a:r>
              <a:rPr sz="1650" dirty="0">
                <a:latin typeface="Arial MT"/>
                <a:cs typeface="Arial MT"/>
              </a:rPr>
              <a:t>print</a:t>
            </a:r>
            <a:r>
              <a:rPr sz="1650" spc="5" dirty="0">
                <a:latin typeface="Arial MT"/>
                <a:cs typeface="Arial MT"/>
              </a:rPr>
              <a:t> statement </a:t>
            </a:r>
            <a:r>
              <a:rPr sz="1650" dirty="0">
                <a:latin typeface="Arial MT"/>
                <a:cs typeface="Arial MT"/>
              </a:rPr>
              <a:t>always</a:t>
            </a:r>
            <a:r>
              <a:rPr sz="1650" spc="5" dirty="0">
                <a:latin typeface="Arial MT"/>
                <a:cs typeface="Arial MT"/>
              </a:rPr>
              <a:t> add a </a:t>
            </a:r>
            <a:r>
              <a:rPr sz="1650" dirty="0">
                <a:latin typeface="Arial MT"/>
                <a:cs typeface="Arial MT"/>
              </a:rPr>
              <a:t>new </a:t>
            </a:r>
            <a:r>
              <a:rPr sz="1650" spc="-445" dirty="0">
                <a:latin typeface="Arial MT"/>
                <a:cs typeface="Arial MT"/>
              </a:rPr>
              <a:t> </a:t>
            </a:r>
            <a:r>
              <a:rPr sz="1650" dirty="0">
                <a:latin typeface="Arial MT"/>
                <a:cs typeface="Arial MT"/>
              </a:rPr>
              <a:t>line</a:t>
            </a:r>
            <a:r>
              <a:rPr sz="1650" spc="-5" dirty="0">
                <a:latin typeface="Arial MT"/>
                <a:cs typeface="Arial MT"/>
              </a:rPr>
              <a:t> </a:t>
            </a:r>
            <a:r>
              <a:rPr sz="1650" spc="5" dirty="0">
                <a:latin typeface="Arial MT"/>
                <a:cs typeface="Arial MT"/>
              </a:rPr>
              <a:t>character</a:t>
            </a:r>
            <a:r>
              <a:rPr sz="1650" dirty="0">
                <a:latin typeface="Arial MT"/>
                <a:cs typeface="Arial MT"/>
              </a:rPr>
              <a:t> at the </a:t>
            </a:r>
            <a:r>
              <a:rPr sz="1650" spc="5" dirty="0">
                <a:latin typeface="Arial MT"/>
                <a:cs typeface="Arial MT"/>
              </a:rPr>
              <a:t>end</a:t>
            </a:r>
            <a:r>
              <a:rPr sz="1650" dirty="0">
                <a:latin typeface="Arial MT"/>
                <a:cs typeface="Arial MT"/>
              </a:rPr>
              <a:t> of the </a:t>
            </a:r>
            <a:r>
              <a:rPr sz="1650" spc="5" dirty="0">
                <a:latin typeface="Arial MT"/>
                <a:cs typeface="Arial MT"/>
              </a:rPr>
              <a:t>string.</a:t>
            </a:r>
            <a:endParaRPr sz="1650">
              <a:latin typeface="Arial MT"/>
              <a:cs typeface="Arial MT"/>
            </a:endParaRPr>
          </a:p>
          <a:p>
            <a:pPr marL="184150" marR="5080" indent="-140335">
              <a:lnSpc>
                <a:spcPct val="70600"/>
              </a:lnSpc>
              <a:spcBef>
                <a:spcPts val="750"/>
              </a:spcBef>
              <a:buChar char="•"/>
              <a:tabLst>
                <a:tab pos="184150" algn="l"/>
              </a:tabLst>
            </a:pPr>
            <a:r>
              <a:rPr sz="1650" dirty="0">
                <a:latin typeface="Arial MT"/>
                <a:cs typeface="Arial MT"/>
              </a:rPr>
              <a:t>This</a:t>
            </a:r>
            <a:r>
              <a:rPr sz="1650" spc="5" dirty="0">
                <a:latin typeface="Arial MT"/>
                <a:cs typeface="Arial MT"/>
              </a:rPr>
              <a:t> </a:t>
            </a:r>
            <a:r>
              <a:rPr sz="1650" dirty="0">
                <a:latin typeface="Arial MT"/>
                <a:cs typeface="Arial MT"/>
              </a:rPr>
              <a:t>is</a:t>
            </a:r>
            <a:r>
              <a:rPr sz="1650" spc="5" dirty="0">
                <a:latin typeface="Arial MT"/>
                <a:cs typeface="Arial MT"/>
              </a:rPr>
              <a:t> </a:t>
            </a:r>
            <a:r>
              <a:rPr sz="1650" dirty="0">
                <a:latin typeface="Arial MT"/>
                <a:cs typeface="Arial MT"/>
              </a:rPr>
              <a:t>because</a:t>
            </a:r>
            <a:r>
              <a:rPr sz="1650" spc="5" dirty="0">
                <a:latin typeface="Arial MT"/>
                <a:cs typeface="Arial MT"/>
              </a:rPr>
              <a:t> </a:t>
            </a:r>
            <a:r>
              <a:rPr sz="1650" dirty="0">
                <a:latin typeface="Arial MT"/>
                <a:cs typeface="Arial MT"/>
              </a:rPr>
              <a:t>after</a:t>
            </a:r>
            <a:r>
              <a:rPr sz="1650" spc="5" dirty="0">
                <a:latin typeface="Arial MT"/>
                <a:cs typeface="Arial MT"/>
              </a:rPr>
              <a:t> </a:t>
            </a:r>
            <a:r>
              <a:rPr sz="1650" dirty="0">
                <a:latin typeface="Arial MT"/>
                <a:cs typeface="Arial MT"/>
              </a:rPr>
              <a:t>every</a:t>
            </a:r>
            <a:r>
              <a:rPr sz="1650" spc="10" dirty="0">
                <a:latin typeface="Arial MT"/>
                <a:cs typeface="Arial MT"/>
              </a:rPr>
              <a:t> </a:t>
            </a:r>
            <a:r>
              <a:rPr sz="1650" spc="5" dirty="0">
                <a:latin typeface="Arial MT"/>
                <a:cs typeface="Arial MT"/>
              </a:rPr>
              <a:t>character </a:t>
            </a:r>
            <a:r>
              <a:rPr sz="1650" dirty="0">
                <a:latin typeface="Arial MT"/>
                <a:cs typeface="Arial MT"/>
              </a:rPr>
              <a:t>the</a:t>
            </a:r>
            <a:r>
              <a:rPr sz="1650" spc="5" dirty="0">
                <a:latin typeface="Arial MT"/>
                <a:cs typeface="Arial MT"/>
              </a:rPr>
              <a:t> sep </a:t>
            </a:r>
            <a:r>
              <a:rPr sz="1650" dirty="0">
                <a:latin typeface="Arial MT"/>
                <a:cs typeface="Arial MT"/>
              </a:rPr>
              <a:t>parameter</a:t>
            </a:r>
            <a:r>
              <a:rPr sz="1650" spc="10" dirty="0">
                <a:latin typeface="Arial MT"/>
                <a:cs typeface="Arial MT"/>
              </a:rPr>
              <a:t> </a:t>
            </a:r>
            <a:r>
              <a:rPr sz="1650" dirty="0">
                <a:latin typeface="Arial MT"/>
                <a:cs typeface="Arial MT"/>
              </a:rPr>
              <a:t>is</a:t>
            </a:r>
            <a:r>
              <a:rPr sz="1650" spc="5" dirty="0">
                <a:latin typeface="Arial MT"/>
                <a:cs typeface="Arial MT"/>
              </a:rPr>
              <a:t> </a:t>
            </a:r>
            <a:r>
              <a:rPr sz="1650" dirty="0">
                <a:latin typeface="Arial MT"/>
                <a:cs typeface="Arial MT"/>
              </a:rPr>
              <a:t>printed</a:t>
            </a:r>
            <a:r>
              <a:rPr sz="1650" spc="5" dirty="0">
                <a:latin typeface="Arial MT"/>
                <a:cs typeface="Arial MT"/>
              </a:rPr>
              <a:t> and </a:t>
            </a:r>
            <a:r>
              <a:rPr sz="1650" dirty="0">
                <a:latin typeface="Arial MT"/>
                <a:cs typeface="Arial MT"/>
              </a:rPr>
              <a:t>at</a:t>
            </a:r>
            <a:r>
              <a:rPr sz="1650" spc="5" dirty="0">
                <a:latin typeface="Arial MT"/>
                <a:cs typeface="Arial MT"/>
              </a:rPr>
              <a:t> </a:t>
            </a:r>
            <a:r>
              <a:rPr sz="1650" dirty="0">
                <a:latin typeface="Arial MT"/>
                <a:cs typeface="Arial MT"/>
              </a:rPr>
              <a:t>the</a:t>
            </a:r>
            <a:r>
              <a:rPr sz="1650" spc="10" dirty="0">
                <a:latin typeface="Arial MT"/>
                <a:cs typeface="Arial MT"/>
              </a:rPr>
              <a:t> </a:t>
            </a:r>
            <a:r>
              <a:rPr sz="1650" dirty="0">
                <a:latin typeface="Arial MT"/>
                <a:cs typeface="Arial MT"/>
              </a:rPr>
              <a:t>end </a:t>
            </a:r>
            <a:r>
              <a:rPr sz="1650" spc="-445" dirty="0">
                <a:latin typeface="Arial MT"/>
                <a:cs typeface="Arial MT"/>
              </a:rPr>
              <a:t> </a:t>
            </a:r>
            <a:r>
              <a:rPr sz="1650" dirty="0">
                <a:latin typeface="Arial MT"/>
                <a:cs typeface="Arial MT"/>
              </a:rPr>
              <a:t>of</a:t>
            </a:r>
            <a:r>
              <a:rPr sz="1650" spc="-5" dirty="0">
                <a:latin typeface="Arial MT"/>
                <a:cs typeface="Arial MT"/>
              </a:rPr>
              <a:t> </a:t>
            </a:r>
            <a:r>
              <a:rPr sz="1650" dirty="0">
                <a:latin typeface="Arial MT"/>
                <a:cs typeface="Arial MT"/>
              </a:rPr>
              <a:t>the </a:t>
            </a:r>
            <a:r>
              <a:rPr sz="1650" spc="5" dirty="0">
                <a:latin typeface="Arial MT"/>
                <a:cs typeface="Arial MT"/>
              </a:rPr>
              <a:t>string</a:t>
            </a:r>
            <a:r>
              <a:rPr sz="1650" dirty="0">
                <a:latin typeface="Arial MT"/>
                <a:cs typeface="Arial MT"/>
              </a:rPr>
              <a:t> the </a:t>
            </a:r>
            <a:r>
              <a:rPr sz="1650" spc="5" dirty="0">
                <a:latin typeface="Arial MT"/>
                <a:cs typeface="Arial MT"/>
              </a:rPr>
              <a:t>end</a:t>
            </a:r>
            <a:r>
              <a:rPr sz="1650" dirty="0">
                <a:latin typeface="Arial MT"/>
                <a:cs typeface="Arial MT"/>
              </a:rPr>
              <a:t> parameter is printed.</a:t>
            </a:r>
            <a:endParaRPr sz="1650">
              <a:latin typeface="Arial MT"/>
              <a:cs typeface="Arial MT"/>
            </a:endParaRPr>
          </a:p>
          <a:p>
            <a:pPr marL="12700" marR="3166745" indent="31115">
              <a:lnSpc>
                <a:spcPct val="108500"/>
              </a:lnSpc>
              <a:buChar char="•"/>
              <a:tabLst>
                <a:tab pos="184150" algn="l"/>
              </a:tabLst>
            </a:pPr>
            <a:r>
              <a:rPr sz="1650" spc="-5" dirty="0">
                <a:latin typeface="Arial MT"/>
                <a:cs typeface="Arial MT"/>
              </a:rPr>
              <a:t>Let’s </a:t>
            </a:r>
            <a:r>
              <a:rPr sz="1650" dirty="0">
                <a:latin typeface="Arial MT"/>
                <a:cs typeface="Arial MT"/>
              </a:rPr>
              <a:t>try to </a:t>
            </a:r>
            <a:r>
              <a:rPr sz="1650" spc="5" dirty="0">
                <a:latin typeface="Arial MT"/>
                <a:cs typeface="Arial MT"/>
              </a:rPr>
              <a:t>change </a:t>
            </a:r>
            <a:r>
              <a:rPr sz="1650" dirty="0">
                <a:latin typeface="Arial MT"/>
                <a:cs typeface="Arial MT"/>
              </a:rPr>
              <a:t>this </a:t>
            </a:r>
            <a:r>
              <a:rPr sz="1650" spc="5" dirty="0">
                <a:latin typeface="Arial MT"/>
                <a:cs typeface="Arial MT"/>
              </a:rPr>
              <a:t>sep and end </a:t>
            </a:r>
            <a:r>
              <a:rPr sz="1650" spc="-10" dirty="0">
                <a:latin typeface="Arial MT"/>
                <a:cs typeface="Arial MT"/>
              </a:rPr>
              <a:t>parameter. </a:t>
            </a:r>
            <a:r>
              <a:rPr sz="1650" spc="-445" dirty="0">
                <a:latin typeface="Arial MT"/>
                <a:cs typeface="Arial MT"/>
              </a:rPr>
              <a:t> </a:t>
            </a:r>
            <a:r>
              <a:rPr sz="1650" spc="5" dirty="0">
                <a:solidFill>
                  <a:srgbClr val="FF0000"/>
                </a:solidFill>
                <a:latin typeface="Arial MT"/>
                <a:cs typeface="Arial MT"/>
              </a:rPr>
              <a:t>#</a:t>
            </a:r>
            <a:r>
              <a:rPr sz="1650" spc="-5" dirty="0">
                <a:solidFill>
                  <a:srgbClr val="FF0000"/>
                </a:solidFill>
                <a:latin typeface="Arial MT"/>
                <a:cs typeface="Arial MT"/>
              </a:rPr>
              <a:t> </a:t>
            </a:r>
            <a:r>
              <a:rPr sz="1650" dirty="0">
                <a:solidFill>
                  <a:srgbClr val="FF0000"/>
                </a:solidFill>
                <a:latin typeface="Arial MT"/>
                <a:cs typeface="Arial MT"/>
              </a:rPr>
              <a:t>Python</a:t>
            </a:r>
            <a:r>
              <a:rPr sz="1650" spc="-5" dirty="0">
                <a:solidFill>
                  <a:srgbClr val="FF0000"/>
                </a:solidFill>
                <a:latin typeface="Arial MT"/>
                <a:cs typeface="Arial MT"/>
              </a:rPr>
              <a:t> </a:t>
            </a:r>
            <a:r>
              <a:rPr sz="1650" dirty="0">
                <a:solidFill>
                  <a:srgbClr val="FF0000"/>
                </a:solidFill>
                <a:latin typeface="Arial MT"/>
                <a:cs typeface="Arial MT"/>
              </a:rPr>
              <a:t>program to demonstrate</a:t>
            </a:r>
            <a:endParaRPr sz="1650">
              <a:latin typeface="Arial MT"/>
              <a:cs typeface="Arial MT"/>
            </a:endParaRPr>
          </a:p>
          <a:p>
            <a:pPr marL="12700" marR="5502910">
              <a:lnSpc>
                <a:spcPct val="108500"/>
              </a:lnSpc>
            </a:pPr>
            <a:r>
              <a:rPr sz="1650" spc="5" dirty="0">
                <a:solidFill>
                  <a:srgbClr val="FF0000"/>
                </a:solidFill>
                <a:latin typeface="Arial MT"/>
                <a:cs typeface="Arial MT"/>
              </a:rPr>
              <a:t># </a:t>
            </a:r>
            <a:r>
              <a:rPr sz="1650" dirty="0">
                <a:solidFill>
                  <a:srgbClr val="FF0000"/>
                </a:solidFill>
                <a:latin typeface="Arial MT"/>
                <a:cs typeface="Arial MT"/>
              </a:rPr>
              <a:t>print() </a:t>
            </a:r>
            <a:r>
              <a:rPr sz="1650" spc="5" dirty="0">
                <a:solidFill>
                  <a:srgbClr val="FF0000"/>
                </a:solidFill>
                <a:latin typeface="Arial MT"/>
                <a:cs typeface="Arial MT"/>
              </a:rPr>
              <a:t>method </a:t>
            </a:r>
            <a:r>
              <a:rPr sz="1650" spc="10" dirty="0">
                <a:solidFill>
                  <a:srgbClr val="FF0000"/>
                </a:solidFill>
                <a:latin typeface="Arial MT"/>
                <a:cs typeface="Arial MT"/>
              </a:rPr>
              <a:t> </a:t>
            </a:r>
            <a:r>
              <a:rPr sz="1650" dirty="0">
                <a:solidFill>
                  <a:srgbClr val="FF0000"/>
                </a:solidFill>
                <a:latin typeface="Arial MT"/>
                <a:cs typeface="Arial MT"/>
              </a:rPr>
              <a:t>print("GFG",</a:t>
            </a:r>
            <a:r>
              <a:rPr sz="1650" spc="-20" dirty="0">
                <a:solidFill>
                  <a:srgbClr val="FF0000"/>
                </a:solidFill>
                <a:latin typeface="Arial MT"/>
                <a:cs typeface="Arial MT"/>
              </a:rPr>
              <a:t> </a:t>
            </a:r>
            <a:r>
              <a:rPr sz="1650" spc="5" dirty="0">
                <a:solidFill>
                  <a:srgbClr val="FF0000"/>
                </a:solidFill>
                <a:latin typeface="Arial MT"/>
                <a:cs typeface="Arial MT"/>
              </a:rPr>
              <a:t>end</a:t>
            </a:r>
            <a:r>
              <a:rPr sz="1650" spc="-20" dirty="0">
                <a:solidFill>
                  <a:srgbClr val="FF0000"/>
                </a:solidFill>
                <a:latin typeface="Arial MT"/>
                <a:cs typeface="Arial MT"/>
              </a:rPr>
              <a:t> </a:t>
            </a:r>
            <a:r>
              <a:rPr sz="1650" spc="5" dirty="0">
                <a:solidFill>
                  <a:srgbClr val="FF0000"/>
                </a:solidFill>
                <a:latin typeface="Arial MT"/>
                <a:cs typeface="Arial MT"/>
              </a:rPr>
              <a:t>=</a:t>
            </a:r>
            <a:r>
              <a:rPr sz="1650" spc="-20" dirty="0">
                <a:solidFill>
                  <a:srgbClr val="FF0000"/>
                </a:solidFill>
                <a:latin typeface="Arial MT"/>
                <a:cs typeface="Arial MT"/>
              </a:rPr>
              <a:t> </a:t>
            </a:r>
            <a:r>
              <a:rPr sz="1650" dirty="0">
                <a:solidFill>
                  <a:srgbClr val="FF0000"/>
                </a:solidFill>
                <a:latin typeface="Arial MT"/>
                <a:cs typeface="Arial MT"/>
              </a:rPr>
              <a:t>"@")</a:t>
            </a:r>
            <a:endParaRPr sz="1650">
              <a:latin typeface="Arial MT"/>
              <a:cs typeface="Arial MT"/>
            </a:endParaRPr>
          </a:p>
          <a:p>
            <a:pPr>
              <a:lnSpc>
                <a:spcPct val="100000"/>
              </a:lnSpc>
              <a:spcBef>
                <a:spcPts val="20"/>
              </a:spcBef>
            </a:pPr>
            <a:endParaRPr sz="1850">
              <a:latin typeface="Arial MT"/>
              <a:cs typeface="Arial MT"/>
            </a:endParaRPr>
          </a:p>
          <a:p>
            <a:pPr marL="12700" marR="3875404">
              <a:lnSpc>
                <a:spcPct val="108500"/>
              </a:lnSpc>
              <a:spcBef>
                <a:spcPts val="5"/>
              </a:spcBef>
            </a:pPr>
            <a:r>
              <a:rPr sz="1650" spc="5" dirty="0">
                <a:solidFill>
                  <a:srgbClr val="FF0000"/>
                </a:solidFill>
                <a:latin typeface="Arial MT"/>
                <a:cs typeface="Arial MT"/>
              </a:rPr>
              <a:t># code </a:t>
            </a:r>
            <a:r>
              <a:rPr sz="1650" dirty="0">
                <a:solidFill>
                  <a:srgbClr val="FF0000"/>
                </a:solidFill>
                <a:latin typeface="Arial MT"/>
                <a:cs typeface="Arial MT"/>
              </a:rPr>
              <a:t>for disabling the </a:t>
            </a:r>
            <a:r>
              <a:rPr sz="1650" spc="5" dirty="0">
                <a:solidFill>
                  <a:srgbClr val="FF0000"/>
                </a:solidFill>
                <a:latin typeface="Arial MT"/>
                <a:cs typeface="Arial MT"/>
              </a:rPr>
              <a:t>softspace </a:t>
            </a:r>
            <a:r>
              <a:rPr sz="1650" dirty="0">
                <a:solidFill>
                  <a:srgbClr val="FF0000"/>
                </a:solidFill>
                <a:latin typeface="Arial MT"/>
                <a:cs typeface="Arial MT"/>
              </a:rPr>
              <a:t>feature </a:t>
            </a:r>
            <a:r>
              <a:rPr sz="1650" spc="-445" dirty="0">
                <a:solidFill>
                  <a:srgbClr val="FF0000"/>
                </a:solidFill>
                <a:latin typeface="Arial MT"/>
                <a:cs typeface="Arial MT"/>
              </a:rPr>
              <a:t> </a:t>
            </a:r>
            <a:r>
              <a:rPr sz="1650" dirty="0">
                <a:solidFill>
                  <a:srgbClr val="FF0000"/>
                </a:solidFill>
                <a:latin typeface="Arial MT"/>
                <a:cs typeface="Arial MT"/>
              </a:rPr>
              <a:t>print('G',</a:t>
            </a:r>
            <a:r>
              <a:rPr sz="1650" spc="-5" dirty="0">
                <a:solidFill>
                  <a:srgbClr val="FF0000"/>
                </a:solidFill>
                <a:latin typeface="Arial MT"/>
                <a:cs typeface="Arial MT"/>
              </a:rPr>
              <a:t> </a:t>
            </a:r>
            <a:r>
              <a:rPr sz="1650" dirty="0">
                <a:solidFill>
                  <a:srgbClr val="FF0000"/>
                </a:solidFill>
                <a:latin typeface="Arial MT"/>
                <a:cs typeface="Arial MT"/>
              </a:rPr>
              <a:t>'F',</a:t>
            </a:r>
            <a:r>
              <a:rPr sz="1650" spc="-5" dirty="0">
                <a:solidFill>
                  <a:srgbClr val="FF0000"/>
                </a:solidFill>
                <a:latin typeface="Arial MT"/>
                <a:cs typeface="Arial MT"/>
              </a:rPr>
              <a:t> </a:t>
            </a:r>
            <a:r>
              <a:rPr sz="1650" dirty="0">
                <a:solidFill>
                  <a:srgbClr val="FF0000"/>
                </a:solidFill>
                <a:latin typeface="Arial MT"/>
                <a:cs typeface="Arial MT"/>
              </a:rPr>
              <a:t>'G',</a:t>
            </a:r>
            <a:r>
              <a:rPr sz="1650" spc="-10" dirty="0">
                <a:solidFill>
                  <a:srgbClr val="FF0000"/>
                </a:solidFill>
                <a:latin typeface="Arial MT"/>
                <a:cs typeface="Arial MT"/>
              </a:rPr>
              <a:t> </a:t>
            </a:r>
            <a:r>
              <a:rPr sz="1650" spc="5" dirty="0">
                <a:solidFill>
                  <a:srgbClr val="FF0000"/>
                </a:solidFill>
                <a:latin typeface="Arial MT"/>
                <a:cs typeface="Arial MT"/>
              </a:rPr>
              <a:t>sep="#")</a:t>
            </a:r>
            <a:endParaRPr sz="1650">
              <a:latin typeface="Arial MT"/>
              <a:cs typeface="Arial MT"/>
            </a:endParaRPr>
          </a:p>
          <a:p>
            <a:pPr marR="124460" algn="r">
              <a:lnSpc>
                <a:spcPts val="2065"/>
              </a:lnSpc>
            </a:pPr>
            <a:r>
              <a:rPr sz="1800" spc="-10" dirty="0">
                <a:solidFill>
                  <a:srgbClr val="FF0000"/>
                </a:solidFill>
                <a:latin typeface="Calibri"/>
                <a:cs typeface="Calibri"/>
              </a:rPr>
              <a:t>GFG@G#F#G</a:t>
            </a:r>
            <a:endParaRPr sz="1800">
              <a:latin typeface="Calibri"/>
              <a:cs typeface="Calibri"/>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82625" y="483503"/>
            <a:ext cx="4101465" cy="513080"/>
          </a:xfrm>
          <a:prstGeom prst="rect">
            <a:avLst/>
          </a:prstGeom>
        </p:spPr>
        <p:txBody>
          <a:bodyPr vert="horz" wrap="square" lIns="0" tIns="12700" rIns="0" bIns="0" rtlCol="0">
            <a:spAutoFit/>
          </a:bodyPr>
          <a:lstStyle/>
          <a:p>
            <a:pPr marL="12700">
              <a:lnSpc>
                <a:spcPct val="100000"/>
              </a:lnSpc>
              <a:spcBef>
                <a:spcPts val="100"/>
              </a:spcBef>
            </a:pPr>
            <a:r>
              <a:rPr spc="245" dirty="0"/>
              <a:t>Formatting</a:t>
            </a:r>
            <a:r>
              <a:rPr spc="55" dirty="0"/>
              <a:t> </a:t>
            </a:r>
            <a:r>
              <a:rPr spc="320" dirty="0"/>
              <a:t>Output</a:t>
            </a:r>
          </a:p>
        </p:txBody>
      </p:sp>
      <p:sp>
        <p:nvSpPr>
          <p:cNvPr id="3" name="object 3"/>
          <p:cNvSpPr txBox="1"/>
          <p:nvPr/>
        </p:nvSpPr>
        <p:spPr>
          <a:xfrm>
            <a:off x="682625" y="1291536"/>
            <a:ext cx="7766050" cy="2221230"/>
          </a:xfrm>
          <a:prstGeom prst="rect">
            <a:avLst/>
          </a:prstGeom>
        </p:spPr>
        <p:txBody>
          <a:bodyPr vert="horz" wrap="square" lIns="0" tIns="59055" rIns="0" bIns="0" rtlCol="0">
            <a:spAutoFit/>
          </a:bodyPr>
          <a:lstStyle/>
          <a:p>
            <a:pPr marL="12700">
              <a:lnSpc>
                <a:spcPct val="100000"/>
              </a:lnSpc>
              <a:spcBef>
                <a:spcPts val="465"/>
              </a:spcBef>
            </a:pPr>
            <a:r>
              <a:rPr sz="1650" b="1" dirty="0">
                <a:latin typeface="Arial"/>
                <a:cs typeface="Arial"/>
              </a:rPr>
              <a:t>Using</a:t>
            </a:r>
            <a:r>
              <a:rPr sz="1650" b="1" spc="-10" dirty="0">
                <a:latin typeface="Arial"/>
                <a:cs typeface="Arial"/>
              </a:rPr>
              <a:t> </a:t>
            </a:r>
            <a:r>
              <a:rPr sz="1650" b="1" spc="5" dirty="0">
                <a:latin typeface="Arial"/>
                <a:cs typeface="Arial"/>
              </a:rPr>
              <a:t>formatted</a:t>
            </a:r>
            <a:r>
              <a:rPr sz="1650" b="1" spc="-5" dirty="0">
                <a:latin typeface="Arial"/>
                <a:cs typeface="Arial"/>
              </a:rPr>
              <a:t> </a:t>
            </a:r>
            <a:r>
              <a:rPr sz="1650" b="1" dirty="0">
                <a:latin typeface="Arial"/>
                <a:cs typeface="Arial"/>
              </a:rPr>
              <a:t>string</a:t>
            </a:r>
            <a:r>
              <a:rPr sz="1650" b="1" spc="-10" dirty="0">
                <a:latin typeface="Arial"/>
                <a:cs typeface="Arial"/>
              </a:rPr>
              <a:t> </a:t>
            </a:r>
            <a:r>
              <a:rPr sz="1650" b="1" dirty="0">
                <a:latin typeface="Arial"/>
                <a:cs typeface="Arial"/>
              </a:rPr>
              <a:t>literals</a:t>
            </a:r>
            <a:endParaRPr sz="1650">
              <a:latin typeface="Arial"/>
              <a:cs typeface="Arial"/>
            </a:endParaRPr>
          </a:p>
          <a:p>
            <a:pPr marL="184150" marR="781685" indent="-140335">
              <a:lnSpc>
                <a:spcPts val="1600"/>
              </a:lnSpc>
              <a:spcBef>
                <a:spcPts val="735"/>
              </a:spcBef>
              <a:buChar char="•"/>
              <a:tabLst>
                <a:tab pos="184150" algn="l"/>
              </a:tabLst>
            </a:pPr>
            <a:r>
              <a:rPr sz="1650" spc="-10" dirty="0">
                <a:latin typeface="Arial MT"/>
                <a:cs typeface="Arial MT"/>
              </a:rPr>
              <a:t>We</a:t>
            </a:r>
            <a:r>
              <a:rPr sz="1650" dirty="0">
                <a:latin typeface="Arial MT"/>
                <a:cs typeface="Arial MT"/>
              </a:rPr>
              <a:t> </a:t>
            </a:r>
            <a:r>
              <a:rPr sz="1650" spc="5" dirty="0">
                <a:latin typeface="Arial MT"/>
                <a:cs typeface="Arial MT"/>
              </a:rPr>
              <a:t>can</a:t>
            </a:r>
            <a:r>
              <a:rPr sz="1650" dirty="0">
                <a:latin typeface="Arial MT"/>
                <a:cs typeface="Arial MT"/>
              </a:rPr>
              <a:t> use</a:t>
            </a:r>
            <a:r>
              <a:rPr sz="1650" spc="5" dirty="0">
                <a:latin typeface="Arial MT"/>
                <a:cs typeface="Arial MT"/>
              </a:rPr>
              <a:t> </a:t>
            </a:r>
            <a:r>
              <a:rPr sz="1650" dirty="0">
                <a:latin typeface="Arial MT"/>
                <a:cs typeface="Arial MT"/>
              </a:rPr>
              <a:t>formatted </a:t>
            </a:r>
            <a:r>
              <a:rPr sz="1650" spc="5" dirty="0">
                <a:latin typeface="Arial MT"/>
                <a:cs typeface="Arial MT"/>
              </a:rPr>
              <a:t>string </a:t>
            </a:r>
            <a:r>
              <a:rPr sz="1650" dirty="0">
                <a:latin typeface="Arial MT"/>
                <a:cs typeface="Arial MT"/>
              </a:rPr>
              <a:t>literals, </a:t>
            </a:r>
            <a:r>
              <a:rPr sz="1650" spc="5" dirty="0">
                <a:latin typeface="Arial MT"/>
                <a:cs typeface="Arial MT"/>
              </a:rPr>
              <a:t>by</a:t>
            </a:r>
            <a:r>
              <a:rPr sz="1650" dirty="0">
                <a:latin typeface="Arial MT"/>
                <a:cs typeface="Arial MT"/>
              </a:rPr>
              <a:t> </a:t>
            </a:r>
            <a:r>
              <a:rPr sz="1650" spc="5" dirty="0">
                <a:latin typeface="Arial MT"/>
                <a:cs typeface="Arial MT"/>
              </a:rPr>
              <a:t>starting a</a:t>
            </a:r>
            <a:r>
              <a:rPr sz="1650" dirty="0">
                <a:latin typeface="Arial MT"/>
                <a:cs typeface="Arial MT"/>
              </a:rPr>
              <a:t> </a:t>
            </a:r>
            <a:r>
              <a:rPr sz="1650" spc="5" dirty="0">
                <a:latin typeface="Arial MT"/>
                <a:cs typeface="Arial MT"/>
              </a:rPr>
              <a:t>string </a:t>
            </a:r>
            <a:r>
              <a:rPr sz="1650" dirty="0">
                <a:latin typeface="Arial MT"/>
                <a:cs typeface="Arial MT"/>
              </a:rPr>
              <a:t>with f or</a:t>
            </a:r>
            <a:r>
              <a:rPr sz="1650" spc="5" dirty="0">
                <a:latin typeface="Arial MT"/>
                <a:cs typeface="Arial MT"/>
              </a:rPr>
              <a:t> F</a:t>
            </a:r>
            <a:r>
              <a:rPr sz="1650" dirty="0">
                <a:latin typeface="Arial MT"/>
                <a:cs typeface="Arial MT"/>
              </a:rPr>
              <a:t> before </a:t>
            </a:r>
            <a:r>
              <a:rPr sz="1650" spc="-440" dirty="0">
                <a:latin typeface="Arial MT"/>
                <a:cs typeface="Arial MT"/>
              </a:rPr>
              <a:t> </a:t>
            </a:r>
            <a:r>
              <a:rPr sz="1650" dirty="0">
                <a:latin typeface="Arial MT"/>
                <a:cs typeface="Arial MT"/>
              </a:rPr>
              <a:t>opening quotation </a:t>
            </a:r>
            <a:r>
              <a:rPr sz="1650" spc="5" dirty="0">
                <a:latin typeface="Arial MT"/>
                <a:cs typeface="Arial MT"/>
              </a:rPr>
              <a:t>marks</a:t>
            </a:r>
            <a:r>
              <a:rPr sz="1650" dirty="0">
                <a:latin typeface="Arial MT"/>
                <a:cs typeface="Arial MT"/>
              </a:rPr>
              <a:t> or triple quotation </a:t>
            </a:r>
            <a:r>
              <a:rPr sz="1650" spc="5" dirty="0">
                <a:latin typeface="Arial MT"/>
                <a:cs typeface="Arial MT"/>
              </a:rPr>
              <a:t>marks.</a:t>
            </a:r>
            <a:endParaRPr sz="1650">
              <a:latin typeface="Arial MT"/>
              <a:cs typeface="Arial MT"/>
            </a:endParaRPr>
          </a:p>
          <a:p>
            <a:pPr marL="184150" marR="5080" indent="-140335">
              <a:lnSpc>
                <a:spcPts val="1600"/>
              </a:lnSpc>
              <a:spcBef>
                <a:spcPts val="750"/>
              </a:spcBef>
              <a:buChar char="•"/>
              <a:tabLst>
                <a:tab pos="184150" algn="l"/>
              </a:tabLst>
            </a:pPr>
            <a:r>
              <a:rPr sz="1650" dirty="0">
                <a:latin typeface="Arial MT"/>
                <a:cs typeface="Arial MT"/>
              </a:rPr>
              <a:t>In this</a:t>
            </a:r>
            <a:r>
              <a:rPr sz="1650" spc="5" dirty="0">
                <a:latin typeface="Arial MT"/>
                <a:cs typeface="Arial MT"/>
              </a:rPr>
              <a:t> string, we</a:t>
            </a:r>
            <a:r>
              <a:rPr sz="1650" dirty="0">
                <a:latin typeface="Arial MT"/>
                <a:cs typeface="Arial MT"/>
              </a:rPr>
              <a:t> </a:t>
            </a:r>
            <a:r>
              <a:rPr sz="1650" spc="5" dirty="0">
                <a:latin typeface="Arial MT"/>
                <a:cs typeface="Arial MT"/>
              </a:rPr>
              <a:t>can </a:t>
            </a:r>
            <a:r>
              <a:rPr sz="1650" dirty="0">
                <a:latin typeface="Arial MT"/>
                <a:cs typeface="Arial MT"/>
              </a:rPr>
              <a:t>write</a:t>
            </a:r>
            <a:r>
              <a:rPr sz="1650" spc="5" dirty="0">
                <a:latin typeface="Arial MT"/>
                <a:cs typeface="Arial MT"/>
              </a:rPr>
              <a:t> </a:t>
            </a:r>
            <a:r>
              <a:rPr sz="1650" dirty="0">
                <a:latin typeface="Arial MT"/>
                <a:cs typeface="Arial MT"/>
              </a:rPr>
              <a:t>Python expressions between</a:t>
            </a:r>
            <a:r>
              <a:rPr sz="1650" spc="5" dirty="0">
                <a:latin typeface="Arial MT"/>
                <a:cs typeface="Arial MT"/>
              </a:rPr>
              <a:t> {</a:t>
            </a:r>
            <a:r>
              <a:rPr sz="1650" dirty="0">
                <a:latin typeface="Arial MT"/>
                <a:cs typeface="Arial MT"/>
              </a:rPr>
              <a:t> </a:t>
            </a:r>
            <a:r>
              <a:rPr sz="1650" spc="5" dirty="0">
                <a:latin typeface="Arial MT"/>
                <a:cs typeface="Arial MT"/>
              </a:rPr>
              <a:t>and }</a:t>
            </a:r>
            <a:r>
              <a:rPr sz="1650" spc="-5" dirty="0">
                <a:latin typeface="Arial MT"/>
                <a:cs typeface="Arial MT"/>
              </a:rPr>
              <a:t> </a:t>
            </a:r>
            <a:r>
              <a:rPr sz="1650" dirty="0">
                <a:latin typeface="Arial MT"/>
                <a:cs typeface="Arial MT"/>
              </a:rPr>
              <a:t>that</a:t>
            </a:r>
            <a:r>
              <a:rPr sz="1650" spc="5" dirty="0">
                <a:latin typeface="Arial MT"/>
                <a:cs typeface="Arial MT"/>
              </a:rPr>
              <a:t> can refer </a:t>
            </a:r>
            <a:r>
              <a:rPr sz="1650" dirty="0">
                <a:latin typeface="Arial MT"/>
                <a:cs typeface="Arial MT"/>
              </a:rPr>
              <a:t>to </a:t>
            </a:r>
            <a:r>
              <a:rPr sz="1650" spc="5" dirty="0">
                <a:latin typeface="Arial MT"/>
                <a:cs typeface="Arial MT"/>
              </a:rPr>
              <a:t>a </a:t>
            </a:r>
            <a:r>
              <a:rPr sz="1650" spc="-440" dirty="0">
                <a:latin typeface="Arial MT"/>
                <a:cs typeface="Arial MT"/>
              </a:rPr>
              <a:t> </a:t>
            </a:r>
            <a:r>
              <a:rPr sz="1650" spc="5" dirty="0">
                <a:latin typeface="Arial MT"/>
                <a:cs typeface="Arial MT"/>
              </a:rPr>
              <a:t>variable</a:t>
            </a:r>
            <a:r>
              <a:rPr sz="1650" spc="-5" dirty="0">
                <a:latin typeface="Arial MT"/>
                <a:cs typeface="Arial MT"/>
              </a:rPr>
              <a:t> </a:t>
            </a:r>
            <a:r>
              <a:rPr sz="1650" dirty="0">
                <a:latin typeface="Arial MT"/>
                <a:cs typeface="Arial MT"/>
              </a:rPr>
              <a:t>or any literal </a:t>
            </a:r>
            <a:r>
              <a:rPr sz="1650" spc="5" dirty="0">
                <a:latin typeface="Arial MT"/>
                <a:cs typeface="Arial MT"/>
              </a:rPr>
              <a:t>value.</a:t>
            </a:r>
            <a:endParaRPr sz="1650">
              <a:latin typeface="Arial MT"/>
              <a:cs typeface="Arial MT"/>
            </a:endParaRPr>
          </a:p>
          <a:p>
            <a:pPr>
              <a:lnSpc>
                <a:spcPct val="100000"/>
              </a:lnSpc>
            </a:pPr>
            <a:endParaRPr sz="2050">
              <a:latin typeface="Arial MT"/>
              <a:cs typeface="Arial MT"/>
            </a:endParaRPr>
          </a:p>
          <a:p>
            <a:pPr marL="12700" marR="5701665">
              <a:lnSpc>
                <a:spcPct val="118600"/>
              </a:lnSpc>
            </a:pPr>
            <a:r>
              <a:rPr sz="1650" spc="5" dirty="0">
                <a:solidFill>
                  <a:srgbClr val="FF0000"/>
                </a:solidFill>
                <a:latin typeface="Arial MT"/>
                <a:cs typeface="Arial MT"/>
              </a:rPr>
              <a:t>#</a:t>
            </a:r>
            <a:r>
              <a:rPr sz="1650" spc="-20" dirty="0">
                <a:solidFill>
                  <a:srgbClr val="FF0000"/>
                </a:solidFill>
                <a:latin typeface="Arial MT"/>
                <a:cs typeface="Arial MT"/>
              </a:rPr>
              <a:t> </a:t>
            </a:r>
            <a:r>
              <a:rPr sz="1650" dirty="0">
                <a:solidFill>
                  <a:srgbClr val="FF0000"/>
                </a:solidFill>
                <a:latin typeface="Arial MT"/>
                <a:cs typeface="Arial MT"/>
              </a:rPr>
              <a:t>Declaring</a:t>
            </a:r>
            <a:r>
              <a:rPr sz="1650" spc="-20" dirty="0">
                <a:solidFill>
                  <a:srgbClr val="FF0000"/>
                </a:solidFill>
                <a:latin typeface="Arial MT"/>
                <a:cs typeface="Arial MT"/>
              </a:rPr>
              <a:t> </a:t>
            </a:r>
            <a:r>
              <a:rPr sz="1650" spc="5" dirty="0">
                <a:solidFill>
                  <a:srgbClr val="FF0000"/>
                </a:solidFill>
                <a:latin typeface="Arial MT"/>
                <a:cs typeface="Arial MT"/>
              </a:rPr>
              <a:t>a</a:t>
            </a:r>
            <a:r>
              <a:rPr sz="1650" spc="-20" dirty="0">
                <a:solidFill>
                  <a:srgbClr val="FF0000"/>
                </a:solidFill>
                <a:latin typeface="Arial MT"/>
                <a:cs typeface="Arial MT"/>
              </a:rPr>
              <a:t> </a:t>
            </a:r>
            <a:r>
              <a:rPr sz="1650" spc="5" dirty="0">
                <a:solidFill>
                  <a:srgbClr val="FF0000"/>
                </a:solidFill>
                <a:latin typeface="Arial MT"/>
                <a:cs typeface="Arial MT"/>
              </a:rPr>
              <a:t>variable </a:t>
            </a:r>
            <a:r>
              <a:rPr sz="1650" spc="-440" dirty="0">
                <a:solidFill>
                  <a:srgbClr val="FF0000"/>
                </a:solidFill>
                <a:latin typeface="Arial MT"/>
                <a:cs typeface="Arial MT"/>
              </a:rPr>
              <a:t> </a:t>
            </a:r>
            <a:r>
              <a:rPr sz="1650" spc="5" dirty="0">
                <a:solidFill>
                  <a:srgbClr val="FF0000"/>
                </a:solidFill>
                <a:latin typeface="Arial MT"/>
                <a:cs typeface="Arial MT"/>
              </a:rPr>
              <a:t>name</a:t>
            </a:r>
            <a:r>
              <a:rPr sz="1650" spc="-10" dirty="0">
                <a:solidFill>
                  <a:srgbClr val="FF0000"/>
                </a:solidFill>
                <a:latin typeface="Arial MT"/>
                <a:cs typeface="Arial MT"/>
              </a:rPr>
              <a:t> </a:t>
            </a:r>
            <a:r>
              <a:rPr sz="1650" spc="5" dirty="0">
                <a:solidFill>
                  <a:srgbClr val="FF0000"/>
                </a:solidFill>
                <a:latin typeface="Arial MT"/>
                <a:cs typeface="Arial MT"/>
              </a:rPr>
              <a:t>=</a:t>
            </a:r>
            <a:r>
              <a:rPr sz="1650" spc="-10" dirty="0">
                <a:solidFill>
                  <a:srgbClr val="FF0000"/>
                </a:solidFill>
                <a:latin typeface="Arial MT"/>
                <a:cs typeface="Arial MT"/>
              </a:rPr>
              <a:t> </a:t>
            </a:r>
            <a:r>
              <a:rPr sz="1650" dirty="0">
                <a:solidFill>
                  <a:srgbClr val="FF0000"/>
                </a:solidFill>
                <a:latin typeface="Arial MT"/>
                <a:cs typeface="Arial MT"/>
              </a:rPr>
              <a:t>"Gfg"</a:t>
            </a:r>
            <a:endParaRPr sz="1650">
              <a:latin typeface="Arial MT"/>
              <a:cs typeface="Arial MT"/>
            </a:endParaRPr>
          </a:p>
        </p:txBody>
      </p:sp>
      <p:sp>
        <p:nvSpPr>
          <p:cNvPr id="4" name="object 4"/>
          <p:cNvSpPr txBox="1"/>
          <p:nvPr/>
        </p:nvSpPr>
        <p:spPr>
          <a:xfrm>
            <a:off x="682625" y="3785256"/>
            <a:ext cx="3345179" cy="622300"/>
          </a:xfrm>
          <a:prstGeom prst="rect">
            <a:avLst/>
          </a:prstGeom>
        </p:spPr>
        <p:txBody>
          <a:bodyPr vert="horz" wrap="square" lIns="0" tIns="59055" rIns="0" bIns="0" rtlCol="0">
            <a:spAutoFit/>
          </a:bodyPr>
          <a:lstStyle/>
          <a:p>
            <a:pPr marL="12700">
              <a:lnSpc>
                <a:spcPct val="100000"/>
              </a:lnSpc>
              <a:spcBef>
                <a:spcPts val="465"/>
              </a:spcBef>
            </a:pPr>
            <a:r>
              <a:rPr sz="1650" spc="5" dirty="0">
                <a:solidFill>
                  <a:srgbClr val="FF0000"/>
                </a:solidFill>
                <a:latin typeface="Arial MT"/>
                <a:cs typeface="Arial MT"/>
              </a:rPr>
              <a:t>#</a:t>
            </a:r>
            <a:r>
              <a:rPr sz="1650" spc="-40" dirty="0">
                <a:solidFill>
                  <a:srgbClr val="FF0000"/>
                </a:solidFill>
                <a:latin typeface="Arial MT"/>
                <a:cs typeface="Arial MT"/>
              </a:rPr>
              <a:t> </a:t>
            </a:r>
            <a:r>
              <a:rPr sz="1650" dirty="0">
                <a:solidFill>
                  <a:srgbClr val="FF0000"/>
                </a:solidFill>
                <a:latin typeface="Arial MT"/>
                <a:cs typeface="Arial MT"/>
              </a:rPr>
              <a:t>Output</a:t>
            </a:r>
            <a:endParaRPr sz="1650">
              <a:latin typeface="Arial MT"/>
              <a:cs typeface="Arial MT"/>
            </a:endParaRPr>
          </a:p>
          <a:p>
            <a:pPr marL="12700">
              <a:lnSpc>
                <a:spcPct val="100000"/>
              </a:lnSpc>
              <a:spcBef>
                <a:spcPts val="365"/>
              </a:spcBef>
            </a:pPr>
            <a:r>
              <a:rPr sz="1650" dirty="0">
                <a:solidFill>
                  <a:srgbClr val="FF0000"/>
                </a:solidFill>
                <a:latin typeface="Arial MT"/>
                <a:cs typeface="Arial MT"/>
              </a:rPr>
              <a:t>print(f'Hello</a:t>
            </a:r>
            <a:r>
              <a:rPr sz="1650" spc="-10" dirty="0">
                <a:solidFill>
                  <a:srgbClr val="FF0000"/>
                </a:solidFill>
                <a:latin typeface="Arial MT"/>
                <a:cs typeface="Arial MT"/>
              </a:rPr>
              <a:t> </a:t>
            </a:r>
            <a:r>
              <a:rPr sz="1650" dirty="0">
                <a:solidFill>
                  <a:srgbClr val="FF0000"/>
                </a:solidFill>
                <a:latin typeface="Arial MT"/>
                <a:cs typeface="Arial MT"/>
              </a:rPr>
              <a:t>{name}!</a:t>
            </a:r>
            <a:r>
              <a:rPr sz="1650" spc="-15" dirty="0">
                <a:solidFill>
                  <a:srgbClr val="FF0000"/>
                </a:solidFill>
                <a:latin typeface="Arial MT"/>
                <a:cs typeface="Arial MT"/>
              </a:rPr>
              <a:t> </a:t>
            </a:r>
            <a:r>
              <a:rPr sz="1650" spc="5" dirty="0">
                <a:solidFill>
                  <a:srgbClr val="FF0000"/>
                </a:solidFill>
                <a:latin typeface="Arial MT"/>
                <a:cs typeface="Arial MT"/>
              </a:rPr>
              <a:t>How</a:t>
            </a:r>
            <a:r>
              <a:rPr sz="1650" spc="-5" dirty="0">
                <a:solidFill>
                  <a:srgbClr val="FF0000"/>
                </a:solidFill>
                <a:latin typeface="Arial MT"/>
                <a:cs typeface="Arial MT"/>
              </a:rPr>
              <a:t> </a:t>
            </a:r>
            <a:r>
              <a:rPr sz="1650" dirty="0">
                <a:solidFill>
                  <a:srgbClr val="FF0000"/>
                </a:solidFill>
                <a:latin typeface="Arial MT"/>
                <a:cs typeface="Arial MT"/>
              </a:rPr>
              <a:t>are</a:t>
            </a:r>
            <a:r>
              <a:rPr sz="1650" spc="-10" dirty="0">
                <a:solidFill>
                  <a:srgbClr val="FF0000"/>
                </a:solidFill>
                <a:latin typeface="Arial MT"/>
                <a:cs typeface="Arial MT"/>
              </a:rPr>
              <a:t> </a:t>
            </a:r>
            <a:r>
              <a:rPr sz="1650" spc="5" dirty="0">
                <a:solidFill>
                  <a:srgbClr val="FF0000"/>
                </a:solidFill>
                <a:latin typeface="Arial MT"/>
                <a:cs typeface="Arial MT"/>
              </a:rPr>
              <a:t>you?')</a:t>
            </a:r>
            <a:endParaRPr sz="1650">
              <a:latin typeface="Arial MT"/>
              <a:cs typeface="Arial MT"/>
            </a:endParaRPr>
          </a:p>
        </p:txBody>
      </p:sp>
      <p:sp>
        <p:nvSpPr>
          <p:cNvPr id="5" name="object 5"/>
          <p:cNvSpPr txBox="1"/>
          <p:nvPr/>
        </p:nvSpPr>
        <p:spPr>
          <a:xfrm>
            <a:off x="5954784" y="4272991"/>
            <a:ext cx="2274570" cy="299720"/>
          </a:xfrm>
          <a:prstGeom prst="rect">
            <a:avLst/>
          </a:prstGeom>
        </p:spPr>
        <p:txBody>
          <a:bodyPr vert="horz" wrap="square" lIns="0" tIns="12700" rIns="0" bIns="0" rtlCol="0">
            <a:spAutoFit/>
          </a:bodyPr>
          <a:lstStyle/>
          <a:p>
            <a:pPr marL="12700">
              <a:lnSpc>
                <a:spcPct val="100000"/>
              </a:lnSpc>
              <a:spcBef>
                <a:spcPts val="100"/>
              </a:spcBef>
            </a:pPr>
            <a:r>
              <a:rPr sz="1800" spc="-5" dirty="0">
                <a:solidFill>
                  <a:srgbClr val="FF0000"/>
                </a:solidFill>
                <a:latin typeface="Calibri"/>
                <a:cs typeface="Calibri"/>
              </a:rPr>
              <a:t>Hello</a:t>
            </a:r>
            <a:r>
              <a:rPr sz="1800" spc="-25" dirty="0">
                <a:solidFill>
                  <a:srgbClr val="FF0000"/>
                </a:solidFill>
                <a:latin typeface="Calibri"/>
                <a:cs typeface="Calibri"/>
              </a:rPr>
              <a:t> </a:t>
            </a:r>
            <a:r>
              <a:rPr sz="1800" spc="-20" dirty="0">
                <a:solidFill>
                  <a:srgbClr val="FF0000"/>
                </a:solidFill>
                <a:latin typeface="Calibri"/>
                <a:cs typeface="Calibri"/>
              </a:rPr>
              <a:t>Gfg! </a:t>
            </a:r>
            <a:r>
              <a:rPr sz="1800" spc="-5" dirty="0">
                <a:solidFill>
                  <a:srgbClr val="FF0000"/>
                </a:solidFill>
                <a:latin typeface="Calibri"/>
                <a:cs typeface="Calibri"/>
              </a:rPr>
              <a:t>How</a:t>
            </a:r>
            <a:r>
              <a:rPr sz="1800" spc="-25" dirty="0">
                <a:solidFill>
                  <a:srgbClr val="FF0000"/>
                </a:solidFill>
                <a:latin typeface="Calibri"/>
                <a:cs typeface="Calibri"/>
              </a:rPr>
              <a:t> </a:t>
            </a:r>
            <a:r>
              <a:rPr sz="1800" spc="-10" dirty="0">
                <a:solidFill>
                  <a:srgbClr val="FF0000"/>
                </a:solidFill>
                <a:latin typeface="Calibri"/>
                <a:cs typeface="Calibri"/>
              </a:rPr>
              <a:t>are</a:t>
            </a:r>
            <a:r>
              <a:rPr sz="1800" spc="-20" dirty="0">
                <a:solidFill>
                  <a:srgbClr val="FF0000"/>
                </a:solidFill>
                <a:latin typeface="Calibri"/>
                <a:cs typeface="Calibri"/>
              </a:rPr>
              <a:t> </a:t>
            </a:r>
            <a:r>
              <a:rPr sz="1800" spc="-10" dirty="0">
                <a:solidFill>
                  <a:srgbClr val="FF0000"/>
                </a:solidFill>
                <a:latin typeface="Calibri"/>
                <a:cs typeface="Calibri"/>
              </a:rPr>
              <a:t>you?</a:t>
            </a:r>
            <a:endParaRPr sz="1800">
              <a:latin typeface="Calibri"/>
              <a:cs typeface="Calibri"/>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82625" y="483503"/>
            <a:ext cx="4101465" cy="513080"/>
          </a:xfrm>
          <a:prstGeom prst="rect">
            <a:avLst/>
          </a:prstGeom>
        </p:spPr>
        <p:txBody>
          <a:bodyPr vert="horz" wrap="square" lIns="0" tIns="12700" rIns="0" bIns="0" rtlCol="0">
            <a:spAutoFit/>
          </a:bodyPr>
          <a:lstStyle/>
          <a:p>
            <a:pPr marL="12700">
              <a:lnSpc>
                <a:spcPct val="100000"/>
              </a:lnSpc>
              <a:spcBef>
                <a:spcPts val="100"/>
              </a:spcBef>
            </a:pPr>
            <a:r>
              <a:rPr spc="245" dirty="0"/>
              <a:t>Formatting</a:t>
            </a:r>
            <a:r>
              <a:rPr spc="55" dirty="0"/>
              <a:t> </a:t>
            </a:r>
            <a:r>
              <a:rPr spc="320" dirty="0"/>
              <a:t>Output</a:t>
            </a:r>
          </a:p>
        </p:txBody>
      </p:sp>
      <p:sp>
        <p:nvSpPr>
          <p:cNvPr id="3" name="object 3"/>
          <p:cNvSpPr txBox="1"/>
          <p:nvPr/>
        </p:nvSpPr>
        <p:spPr>
          <a:xfrm>
            <a:off x="682625" y="1321510"/>
            <a:ext cx="7192645" cy="1536065"/>
          </a:xfrm>
          <a:prstGeom prst="rect">
            <a:avLst/>
          </a:prstGeom>
        </p:spPr>
        <p:txBody>
          <a:bodyPr vert="horz" wrap="square" lIns="0" tIns="45085" rIns="0" bIns="0" rtlCol="0">
            <a:spAutoFit/>
          </a:bodyPr>
          <a:lstStyle/>
          <a:p>
            <a:pPr marL="12700">
              <a:lnSpc>
                <a:spcPct val="100000"/>
              </a:lnSpc>
              <a:spcBef>
                <a:spcPts val="355"/>
              </a:spcBef>
            </a:pPr>
            <a:r>
              <a:rPr sz="1800" b="1" spc="-5" dirty="0">
                <a:latin typeface="Arial"/>
                <a:cs typeface="Arial"/>
              </a:rPr>
              <a:t>Using</a:t>
            </a:r>
            <a:r>
              <a:rPr sz="1800" b="1" spc="-50" dirty="0">
                <a:latin typeface="Arial"/>
                <a:cs typeface="Arial"/>
              </a:rPr>
              <a:t> </a:t>
            </a:r>
            <a:r>
              <a:rPr sz="1800" b="1" dirty="0">
                <a:latin typeface="Arial"/>
                <a:cs typeface="Arial"/>
              </a:rPr>
              <a:t>format()</a:t>
            </a:r>
            <a:endParaRPr sz="1800">
              <a:latin typeface="Arial"/>
              <a:cs typeface="Arial"/>
            </a:endParaRPr>
          </a:p>
          <a:p>
            <a:pPr marL="184150" marR="5080" indent="-125095">
              <a:lnSpc>
                <a:spcPct val="91500"/>
              </a:lnSpc>
              <a:spcBef>
                <a:spcPts val="685"/>
              </a:spcBef>
              <a:buSzPct val="150000"/>
              <a:buChar char="•"/>
              <a:tabLst>
                <a:tab pos="185420" algn="l"/>
              </a:tabLst>
            </a:pPr>
            <a:r>
              <a:rPr sz="1800" spc="-20" dirty="0">
                <a:latin typeface="Arial MT"/>
                <a:cs typeface="Arial MT"/>
              </a:rPr>
              <a:t>We </a:t>
            </a:r>
            <a:r>
              <a:rPr sz="1800" dirty="0">
                <a:latin typeface="Arial MT"/>
                <a:cs typeface="Arial MT"/>
              </a:rPr>
              <a:t>can </a:t>
            </a:r>
            <a:r>
              <a:rPr sz="1800" spc="-5" dirty="0">
                <a:latin typeface="Arial MT"/>
                <a:cs typeface="Arial MT"/>
              </a:rPr>
              <a:t>also use format() function to format our output to </a:t>
            </a:r>
            <a:r>
              <a:rPr sz="1800" dirty="0">
                <a:latin typeface="Arial MT"/>
                <a:cs typeface="Arial MT"/>
              </a:rPr>
              <a:t>make </a:t>
            </a:r>
            <a:r>
              <a:rPr sz="1800" spc="-5" dirty="0">
                <a:latin typeface="Arial MT"/>
                <a:cs typeface="Arial MT"/>
              </a:rPr>
              <a:t>it look </a:t>
            </a:r>
            <a:r>
              <a:rPr sz="1800" spc="-490" dirty="0">
                <a:latin typeface="Arial MT"/>
                <a:cs typeface="Arial MT"/>
              </a:rPr>
              <a:t> </a:t>
            </a:r>
            <a:r>
              <a:rPr sz="1800" spc="-5" dirty="0">
                <a:latin typeface="Arial MT"/>
                <a:cs typeface="Arial MT"/>
              </a:rPr>
              <a:t>presentable.</a:t>
            </a:r>
            <a:endParaRPr sz="1800">
              <a:latin typeface="Arial MT"/>
              <a:cs typeface="Arial MT"/>
            </a:endParaRPr>
          </a:p>
          <a:p>
            <a:pPr marL="184785" indent="-126364">
              <a:lnSpc>
                <a:spcPct val="100000"/>
              </a:lnSpc>
              <a:spcBef>
                <a:spcPts val="395"/>
              </a:spcBef>
              <a:buSzPct val="150000"/>
              <a:buChar char="•"/>
              <a:tabLst>
                <a:tab pos="185420" algn="l"/>
              </a:tabLst>
            </a:pPr>
            <a:r>
              <a:rPr sz="1800" spc="-5" dirty="0">
                <a:latin typeface="Arial MT"/>
                <a:cs typeface="Arial MT"/>
              </a:rPr>
              <a:t>The</a:t>
            </a:r>
            <a:r>
              <a:rPr sz="1800" spc="-15" dirty="0">
                <a:latin typeface="Arial MT"/>
                <a:cs typeface="Arial MT"/>
              </a:rPr>
              <a:t> </a:t>
            </a:r>
            <a:r>
              <a:rPr sz="1800" dirty="0">
                <a:latin typeface="Arial MT"/>
                <a:cs typeface="Arial MT"/>
              </a:rPr>
              <a:t>curly</a:t>
            </a:r>
            <a:r>
              <a:rPr sz="1800" spc="-15" dirty="0">
                <a:latin typeface="Arial MT"/>
                <a:cs typeface="Arial MT"/>
              </a:rPr>
              <a:t> </a:t>
            </a:r>
            <a:r>
              <a:rPr sz="1800" spc="-5" dirty="0">
                <a:latin typeface="Arial MT"/>
                <a:cs typeface="Arial MT"/>
              </a:rPr>
              <a:t>braces</a:t>
            </a:r>
            <a:r>
              <a:rPr sz="1800" spc="-15" dirty="0">
                <a:latin typeface="Arial MT"/>
                <a:cs typeface="Arial MT"/>
              </a:rPr>
              <a:t> </a:t>
            </a:r>
            <a:r>
              <a:rPr sz="1800" dirty="0">
                <a:latin typeface="Arial MT"/>
                <a:cs typeface="Arial MT"/>
              </a:rPr>
              <a:t>{</a:t>
            </a:r>
            <a:r>
              <a:rPr sz="1800" spc="-15" dirty="0">
                <a:latin typeface="Arial MT"/>
                <a:cs typeface="Arial MT"/>
              </a:rPr>
              <a:t> </a:t>
            </a:r>
            <a:r>
              <a:rPr sz="1800" dirty="0">
                <a:latin typeface="Arial MT"/>
                <a:cs typeface="Arial MT"/>
              </a:rPr>
              <a:t>}</a:t>
            </a:r>
            <a:r>
              <a:rPr sz="1800" spc="-15" dirty="0">
                <a:latin typeface="Arial MT"/>
                <a:cs typeface="Arial MT"/>
              </a:rPr>
              <a:t> </a:t>
            </a:r>
            <a:r>
              <a:rPr sz="1800" spc="-5" dirty="0">
                <a:latin typeface="Arial MT"/>
                <a:cs typeface="Arial MT"/>
              </a:rPr>
              <a:t>work</a:t>
            </a:r>
            <a:r>
              <a:rPr sz="1800" spc="-15" dirty="0">
                <a:latin typeface="Arial MT"/>
                <a:cs typeface="Arial MT"/>
              </a:rPr>
              <a:t> </a:t>
            </a:r>
            <a:r>
              <a:rPr sz="1800" spc="-5" dirty="0">
                <a:latin typeface="Arial MT"/>
                <a:cs typeface="Arial MT"/>
              </a:rPr>
              <a:t>as</a:t>
            </a:r>
            <a:r>
              <a:rPr sz="1800" spc="-15" dirty="0">
                <a:latin typeface="Arial MT"/>
                <a:cs typeface="Arial MT"/>
              </a:rPr>
              <a:t> </a:t>
            </a:r>
            <a:r>
              <a:rPr sz="1800" spc="-5" dirty="0">
                <a:latin typeface="Arial MT"/>
                <a:cs typeface="Arial MT"/>
              </a:rPr>
              <a:t>placeholders.</a:t>
            </a:r>
            <a:endParaRPr sz="1800">
              <a:latin typeface="Arial MT"/>
              <a:cs typeface="Arial MT"/>
            </a:endParaRPr>
          </a:p>
        </p:txBody>
      </p:sp>
      <p:sp>
        <p:nvSpPr>
          <p:cNvPr id="4" name="object 4"/>
          <p:cNvSpPr txBox="1"/>
          <p:nvPr/>
        </p:nvSpPr>
        <p:spPr>
          <a:xfrm>
            <a:off x="729597" y="3011354"/>
            <a:ext cx="6543675" cy="299720"/>
          </a:xfrm>
          <a:prstGeom prst="rect">
            <a:avLst/>
          </a:prstGeom>
        </p:spPr>
        <p:txBody>
          <a:bodyPr vert="horz" wrap="square" lIns="0" tIns="0" rIns="0" bIns="0" rtlCol="0">
            <a:spAutoFit/>
          </a:bodyPr>
          <a:lstStyle/>
          <a:p>
            <a:pPr marL="137795" indent="-125730">
              <a:lnSpc>
                <a:spcPts val="2360"/>
              </a:lnSpc>
              <a:buSzPct val="150000"/>
              <a:buChar char="•"/>
              <a:tabLst>
                <a:tab pos="138430" algn="l"/>
              </a:tabLst>
            </a:pPr>
            <a:r>
              <a:rPr sz="1800" spc="-20" dirty="0">
                <a:latin typeface="Arial MT"/>
                <a:cs typeface="Arial MT"/>
              </a:rPr>
              <a:t>We</a:t>
            </a:r>
            <a:r>
              <a:rPr sz="1800" spc="-15" dirty="0">
                <a:latin typeface="Arial MT"/>
                <a:cs typeface="Arial MT"/>
              </a:rPr>
              <a:t> </a:t>
            </a:r>
            <a:r>
              <a:rPr sz="1800" dirty="0">
                <a:latin typeface="Arial MT"/>
                <a:cs typeface="Arial MT"/>
              </a:rPr>
              <a:t>can</a:t>
            </a:r>
            <a:r>
              <a:rPr sz="1800" spc="-10" dirty="0">
                <a:latin typeface="Arial MT"/>
                <a:cs typeface="Arial MT"/>
              </a:rPr>
              <a:t> </a:t>
            </a:r>
            <a:r>
              <a:rPr sz="1800" dirty="0">
                <a:latin typeface="Arial MT"/>
                <a:cs typeface="Arial MT"/>
              </a:rPr>
              <a:t>specify</a:t>
            </a:r>
            <a:r>
              <a:rPr sz="1800" spc="-10" dirty="0">
                <a:latin typeface="Arial MT"/>
                <a:cs typeface="Arial MT"/>
              </a:rPr>
              <a:t> </a:t>
            </a:r>
            <a:r>
              <a:rPr sz="1800" spc="-5" dirty="0">
                <a:latin typeface="Arial MT"/>
                <a:cs typeface="Arial MT"/>
              </a:rPr>
              <a:t>the</a:t>
            </a:r>
            <a:r>
              <a:rPr sz="1800" spc="-10" dirty="0">
                <a:latin typeface="Arial MT"/>
                <a:cs typeface="Arial MT"/>
              </a:rPr>
              <a:t> </a:t>
            </a:r>
            <a:r>
              <a:rPr sz="1800" spc="-5" dirty="0">
                <a:latin typeface="Arial MT"/>
                <a:cs typeface="Arial MT"/>
              </a:rPr>
              <a:t>order</a:t>
            </a:r>
            <a:r>
              <a:rPr sz="1800" spc="-10" dirty="0">
                <a:latin typeface="Arial MT"/>
                <a:cs typeface="Arial MT"/>
              </a:rPr>
              <a:t> </a:t>
            </a:r>
            <a:r>
              <a:rPr sz="1800" spc="-5" dirty="0">
                <a:latin typeface="Arial MT"/>
                <a:cs typeface="Arial MT"/>
              </a:rPr>
              <a:t>in</a:t>
            </a:r>
            <a:r>
              <a:rPr sz="1800" spc="-10" dirty="0">
                <a:latin typeface="Arial MT"/>
                <a:cs typeface="Arial MT"/>
              </a:rPr>
              <a:t> </a:t>
            </a:r>
            <a:r>
              <a:rPr sz="1800" spc="-5" dirty="0">
                <a:latin typeface="Arial MT"/>
                <a:cs typeface="Arial MT"/>
              </a:rPr>
              <a:t>which</a:t>
            </a:r>
            <a:r>
              <a:rPr sz="1800" spc="-10" dirty="0">
                <a:latin typeface="Arial MT"/>
                <a:cs typeface="Arial MT"/>
              </a:rPr>
              <a:t> </a:t>
            </a:r>
            <a:r>
              <a:rPr sz="1800" dirty="0">
                <a:latin typeface="Arial MT"/>
                <a:cs typeface="Arial MT"/>
              </a:rPr>
              <a:t>variables</a:t>
            </a:r>
            <a:r>
              <a:rPr sz="1800" spc="-10" dirty="0">
                <a:latin typeface="Arial MT"/>
                <a:cs typeface="Arial MT"/>
              </a:rPr>
              <a:t> </a:t>
            </a:r>
            <a:r>
              <a:rPr sz="1800" spc="-5" dirty="0">
                <a:latin typeface="Arial MT"/>
                <a:cs typeface="Arial MT"/>
              </a:rPr>
              <a:t>occur</a:t>
            </a:r>
            <a:r>
              <a:rPr sz="1800" spc="-10" dirty="0">
                <a:latin typeface="Arial MT"/>
                <a:cs typeface="Arial MT"/>
              </a:rPr>
              <a:t> </a:t>
            </a:r>
            <a:r>
              <a:rPr sz="1800" spc="-5" dirty="0">
                <a:latin typeface="Arial MT"/>
                <a:cs typeface="Arial MT"/>
              </a:rPr>
              <a:t>in</a:t>
            </a:r>
            <a:r>
              <a:rPr sz="1800" spc="-10" dirty="0">
                <a:latin typeface="Arial MT"/>
                <a:cs typeface="Arial MT"/>
              </a:rPr>
              <a:t> </a:t>
            </a:r>
            <a:r>
              <a:rPr sz="1800" spc="-5" dirty="0">
                <a:latin typeface="Arial MT"/>
                <a:cs typeface="Arial MT"/>
              </a:rPr>
              <a:t>the</a:t>
            </a:r>
            <a:r>
              <a:rPr sz="1800" spc="-10" dirty="0">
                <a:latin typeface="Arial MT"/>
                <a:cs typeface="Arial MT"/>
              </a:rPr>
              <a:t> </a:t>
            </a:r>
            <a:r>
              <a:rPr sz="1800" spc="-5" dirty="0">
                <a:latin typeface="Arial MT"/>
                <a:cs typeface="Arial MT"/>
              </a:rPr>
              <a:t>output.</a:t>
            </a:r>
            <a:endParaRPr sz="1800">
              <a:latin typeface="Arial MT"/>
              <a:cs typeface="Arial MT"/>
            </a:endParaRPr>
          </a:p>
        </p:txBody>
      </p:sp>
      <p:sp>
        <p:nvSpPr>
          <p:cNvPr id="5" name="object 5"/>
          <p:cNvSpPr txBox="1"/>
          <p:nvPr/>
        </p:nvSpPr>
        <p:spPr>
          <a:xfrm>
            <a:off x="615950" y="3165958"/>
            <a:ext cx="459740" cy="238760"/>
          </a:xfrm>
          <a:prstGeom prst="rect">
            <a:avLst/>
          </a:prstGeom>
        </p:spPr>
        <p:txBody>
          <a:bodyPr vert="horz" wrap="square" lIns="0" tIns="12700" rIns="0" bIns="0" rtlCol="0">
            <a:spAutoFit/>
          </a:bodyPr>
          <a:lstStyle/>
          <a:p>
            <a:pPr marL="12700">
              <a:lnSpc>
                <a:spcPct val="100000"/>
              </a:lnSpc>
              <a:spcBef>
                <a:spcPts val="100"/>
              </a:spcBef>
            </a:pPr>
            <a:r>
              <a:rPr sz="1400" dirty="0">
                <a:solidFill>
                  <a:srgbClr val="FF0000"/>
                </a:solidFill>
                <a:latin typeface="Calibri"/>
                <a:cs typeface="Calibri"/>
              </a:rPr>
              <a:t>a</a:t>
            </a:r>
            <a:r>
              <a:rPr sz="1400" spc="-50" dirty="0">
                <a:solidFill>
                  <a:srgbClr val="FF0000"/>
                </a:solidFill>
                <a:latin typeface="Calibri"/>
                <a:cs typeface="Calibri"/>
              </a:rPr>
              <a:t> </a:t>
            </a:r>
            <a:r>
              <a:rPr sz="1400" dirty="0">
                <a:solidFill>
                  <a:srgbClr val="FF0000"/>
                </a:solidFill>
                <a:latin typeface="Calibri"/>
                <a:cs typeface="Calibri"/>
              </a:rPr>
              <a:t>=</a:t>
            </a:r>
            <a:r>
              <a:rPr sz="1400" spc="-45" dirty="0">
                <a:solidFill>
                  <a:srgbClr val="FF0000"/>
                </a:solidFill>
                <a:latin typeface="Calibri"/>
                <a:cs typeface="Calibri"/>
              </a:rPr>
              <a:t> </a:t>
            </a:r>
            <a:r>
              <a:rPr sz="1400" spc="-5" dirty="0">
                <a:solidFill>
                  <a:srgbClr val="FF0000"/>
                </a:solidFill>
                <a:latin typeface="Calibri"/>
                <a:cs typeface="Calibri"/>
              </a:rPr>
              <a:t>20</a:t>
            </a:r>
            <a:endParaRPr sz="1400">
              <a:latin typeface="Calibri"/>
              <a:cs typeface="Calibri"/>
            </a:endParaRPr>
          </a:p>
        </p:txBody>
      </p:sp>
      <p:sp>
        <p:nvSpPr>
          <p:cNvPr id="6" name="object 6"/>
          <p:cNvSpPr txBox="1"/>
          <p:nvPr/>
        </p:nvSpPr>
        <p:spPr>
          <a:xfrm>
            <a:off x="615950" y="3379318"/>
            <a:ext cx="1710689" cy="452120"/>
          </a:xfrm>
          <a:prstGeom prst="rect">
            <a:avLst/>
          </a:prstGeom>
        </p:spPr>
        <p:txBody>
          <a:bodyPr vert="horz" wrap="square" lIns="0" tIns="12700" rIns="0" bIns="0" rtlCol="0">
            <a:spAutoFit/>
          </a:bodyPr>
          <a:lstStyle/>
          <a:p>
            <a:pPr marL="12700">
              <a:lnSpc>
                <a:spcPct val="100000"/>
              </a:lnSpc>
              <a:spcBef>
                <a:spcPts val="100"/>
              </a:spcBef>
            </a:pPr>
            <a:r>
              <a:rPr sz="1400" dirty="0">
                <a:solidFill>
                  <a:srgbClr val="FF0000"/>
                </a:solidFill>
                <a:latin typeface="Calibri"/>
                <a:cs typeface="Calibri"/>
              </a:rPr>
              <a:t>b</a:t>
            </a:r>
            <a:r>
              <a:rPr sz="1400" spc="-35" dirty="0">
                <a:solidFill>
                  <a:srgbClr val="FF0000"/>
                </a:solidFill>
                <a:latin typeface="Calibri"/>
                <a:cs typeface="Calibri"/>
              </a:rPr>
              <a:t> </a:t>
            </a:r>
            <a:r>
              <a:rPr sz="1400" dirty="0">
                <a:solidFill>
                  <a:srgbClr val="FF0000"/>
                </a:solidFill>
                <a:latin typeface="Calibri"/>
                <a:cs typeface="Calibri"/>
              </a:rPr>
              <a:t>=</a:t>
            </a:r>
            <a:r>
              <a:rPr sz="1400" spc="-35" dirty="0">
                <a:solidFill>
                  <a:srgbClr val="FF0000"/>
                </a:solidFill>
                <a:latin typeface="Calibri"/>
                <a:cs typeface="Calibri"/>
              </a:rPr>
              <a:t> </a:t>
            </a:r>
            <a:r>
              <a:rPr sz="1400" spc="-5" dirty="0">
                <a:solidFill>
                  <a:srgbClr val="FF0000"/>
                </a:solidFill>
                <a:latin typeface="Calibri"/>
                <a:cs typeface="Calibri"/>
              </a:rPr>
              <a:t>10</a:t>
            </a:r>
            <a:endParaRPr sz="1400">
              <a:latin typeface="Calibri"/>
              <a:cs typeface="Calibri"/>
            </a:endParaRPr>
          </a:p>
          <a:p>
            <a:pPr marL="12700">
              <a:lnSpc>
                <a:spcPct val="100000"/>
              </a:lnSpc>
            </a:pPr>
            <a:r>
              <a:rPr sz="1400" spc="-5" dirty="0">
                <a:solidFill>
                  <a:srgbClr val="FF0000"/>
                </a:solidFill>
                <a:latin typeface="Calibri"/>
                <a:cs typeface="Calibri"/>
              </a:rPr>
              <a:t>sum</a:t>
            </a:r>
            <a:r>
              <a:rPr sz="1400" spc="-20" dirty="0">
                <a:solidFill>
                  <a:srgbClr val="FF0000"/>
                </a:solidFill>
                <a:latin typeface="Calibri"/>
                <a:cs typeface="Calibri"/>
              </a:rPr>
              <a:t> </a:t>
            </a:r>
            <a:r>
              <a:rPr sz="1400" dirty="0">
                <a:solidFill>
                  <a:srgbClr val="FF0000"/>
                </a:solidFill>
                <a:latin typeface="Calibri"/>
                <a:cs typeface="Calibri"/>
              </a:rPr>
              <a:t>=</a:t>
            </a:r>
            <a:r>
              <a:rPr sz="1400" spc="-15" dirty="0">
                <a:solidFill>
                  <a:srgbClr val="FF0000"/>
                </a:solidFill>
                <a:latin typeface="Calibri"/>
                <a:cs typeface="Calibri"/>
              </a:rPr>
              <a:t> </a:t>
            </a:r>
            <a:r>
              <a:rPr sz="1400" dirty="0">
                <a:solidFill>
                  <a:srgbClr val="FF0000"/>
                </a:solidFill>
                <a:latin typeface="Calibri"/>
                <a:cs typeface="Calibri"/>
              </a:rPr>
              <a:t>a</a:t>
            </a:r>
            <a:r>
              <a:rPr sz="1400" spc="-15" dirty="0">
                <a:solidFill>
                  <a:srgbClr val="FF0000"/>
                </a:solidFill>
                <a:latin typeface="Calibri"/>
                <a:cs typeface="Calibri"/>
              </a:rPr>
              <a:t> </a:t>
            </a:r>
            <a:r>
              <a:rPr sz="1400" dirty="0">
                <a:solidFill>
                  <a:srgbClr val="FF0000"/>
                </a:solidFill>
                <a:latin typeface="Calibri"/>
                <a:cs typeface="Calibri"/>
              </a:rPr>
              <a:t>+</a:t>
            </a:r>
            <a:r>
              <a:rPr sz="1400" spc="-20" dirty="0">
                <a:solidFill>
                  <a:srgbClr val="FF0000"/>
                </a:solidFill>
                <a:latin typeface="Calibri"/>
                <a:cs typeface="Calibri"/>
              </a:rPr>
              <a:t> </a:t>
            </a:r>
            <a:r>
              <a:rPr sz="1400" dirty="0">
                <a:solidFill>
                  <a:srgbClr val="FF0000"/>
                </a:solidFill>
                <a:latin typeface="Calibri"/>
                <a:cs typeface="Calibri"/>
              </a:rPr>
              <a:t>b</a:t>
            </a:r>
            <a:r>
              <a:rPr sz="1400" spc="390" dirty="0">
                <a:solidFill>
                  <a:srgbClr val="FF0000"/>
                </a:solidFill>
                <a:latin typeface="Calibri"/>
                <a:cs typeface="Calibri"/>
              </a:rPr>
              <a:t> </a:t>
            </a:r>
            <a:r>
              <a:rPr sz="1400" dirty="0">
                <a:solidFill>
                  <a:srgbClr val="FF0000"/>
                </a:solidFill>
                <a:latin typeface="Arial MT"/>
                <a:cs typeface="Arial MT"/>
              </a:rPr>
              <a:t>#</a:t>
            </a:r>
            <a:r>
              <a:rPr sz="1400" spc="-20" dirty="0">
                <a:solidFill>
                  <a:srgbClr val="FF0000"/>
                </a:solidFill>
                <a:latin typeface="Arial MT"/>
                <a:cs typeface="Arial MT"/>
              </a:rPr>
              <a:t> </a:t>
            </a:r>
            <a:r>
              <a:rPr sz="1400" spc="-5" dirty="0">
                <a:solidFill>
                  <a:srgbClr val="FF0000"/>
                </a:solidFill>
                <a:latin typeface="Arial MT"/>
                <a:cs typeface="Arial MT"/>
              </a:rPr>
              <a:t>addition</a:t>
            </a:r>
            <a:endParaRPr sz="1400">
              <a:latin typeface="Arial MT"/>
              <a:cs typeface="Arial MT"/>
            </a:endParaRPr>
          </a:p>
        </p:txBody>
      </p:sp>
      <p:sp>
        <p:nvSpPr>
          <p:cNvPr id="7" name="object 7"/>
          <p:cNvSpPr txBox="1"/>
          <p:nvPr/>
        </p:nvSpPr>
        <p:spPr>
          <a:xfrm>
            <a:off x="615950" y="3806039"/>
            <a:ext cx="2414905" cy="238760"/>
          </a:xfrm>
          <a:prstGeom prst="rect">
            <a:avLst/>
          </a:prstGeom>
        </p:spPr>
        <p:txBody>
          <a:bodyPr vert="horz" wrap="square" lIns="0" tIns="12700" rIns="0" bIns="0" rtlCol="0">
            <a:spAutoFit/>
          </a:bodyPr>
          <a:lstStyle/>
          <a:p>
            <a:pPr marL="12700">
              <a:lnSpc>
                <a:spcPct val="100000"/>
              </a:lnSpc>
              <a:spcBef>
                <a:spcPts val="100"/>
              </a:spcBef>
              <a:tabLst>
                <a:tab pos="1383665" algn="l"/>
              </a:tabLst>
            </a:pPr>
            <a:r>
              <a:rPr sz="1400" spc="-5" dirty="0">
                <a:solidFill>
                  <a:srgbClr val="FF0000"/>
                </a:solidFill>
                <a:latin typeface="Calibri"/>
                <a:cs typeface="Calibri"/>
              </a:rPr>
              <a:t>sub </a:t>
            </a:r>
            <a:r>
              <a:rPr sz="1400" dirty="0">
                <a:solidFill>
                  <a:srgbClr val="FF0000"/>
                </a:solidFill>
                <a:latin typeface="Calibri"/>
                <a:cs typeface="Calibri"/>
              </a:rPr>
              <a:t>=</a:t>
            </a:r>
            <a:r>
              <a:rPr sz="1400" spc="-5" dirty="0">
                <a:solidFill>
                  <a:srgbClr val="FF0000"/>
                </a:solidFill>
                <a:latin typeface="Calibri"/>
                <a:cs typeface="Calibri"/>
              </a:rPr>
              <a:t> </a:t>
            </a:r>
            <a:r>
              <a:rPr sz="1400" dirty="0">
                <a:solidFill>
                  <a:srgbClr val="FF0000"/>
                </a:solidFill>
                <a:latin typeface="Calibri"/>
                <a:cs typeface="Calibri"/>
              </a:rPr>
              <a:t>a-</a:t>
            </a:r>
            <a:r>
              <a:rPr sz="1400" spc="-5" dirty="0">
                <a:solidFill>
                  <a:srgbClr val="FF0000"/>
                </a:solidFill>
                <a:latin typeface="Calibri"/>
                <a:cs typeface="Calibri"/>
              </a:rPr>
              <a:t> </a:t>
            </a:r>
            <a:r>
              <a:rPr sz="1400" dirty="0">
                <a:solidFill>
                  <a:srgbClr val="FF0000"/>
                </a:solidFill>
                <a:latin typeface="Calibri"/>
                <a:cs typeface="Calibri"/>
              </a:rPr>
              <a:t>b	</a:t>
            </a:r>
            <a:r>
              <a:rPr sz="1400" dirty="0">
                <a:solidFill>
                  <a:srgbClr val="FF0000"/>
                </a:solidFill>
                <a:latin typeface="Arial MT"/>
                <a:cs typeface="Arial MT"/>
              </a:rPr>
              <a:t>#</a:t>
            </a:r>
            <a:r>
              <a:rPr sz="1400" spc="-85" dirty="0">
                <a:solidFill>
                  <a:srgbClr val="FF0000"/>
                </a:solidFill>
                <a:latin typeface="Arial MT"/>
                <a:cs typeface="Arial MT"/>
              </a:rPr>
              <a:t> </a:t>
            </a:r>
            <a:r>
              <a:rPr sz="1400" dirty="0">
                <a:solidFill>
                  <a:srgbClr val="FF0000"/>
                </a:solidFill>
                <a:latin typeface="Arial MT"/>
                <a:cs typeface="Arial MT"/>
              </a:rPr>
              <a:t>subtraction</a:t>
            </a:r>
            <a:endParaRPr sz="1400">
              <a:latin typeface="Arial MT"/>
              <a:cs typeface="Arial MT"/>
            </a:endParaRPr>
          </a:p>
        </p:txBody>
      </p:sp>
      <p:sp>
        <p:nvSpPr>
          <p:cNvPr id="8" name="object 8"/>
          <p:cNvSpPr txBox="1"/>
          <p:nvPr/>
        </p:nvSpPr>
        <p:spPr>
          <a:xfrm>
            <a:off x="615950" y="4019398"/>
            <a:ext cx="4364355" cy="452120"/>
          </a:xfrm>
          <a:prstGeom prst="rect">
            <a:avLst/>
          </a:prstGeom>
        </p:spPr>
        <p:txBody>
          <a:bodyPr vert="horz" wrap="square" lIns="0" tIns="12700" rIns="0" bIns="0" rtlCol="0">
            <a:spAutoFit/>
          </a:bodyPr>
          <a:lstStyle/>
          <a:p>
            <a:pPr marL="12700">
              <a:lnSpc>
                <a:spcPct val="100000"/>
              </a:lnSpc>
              <a:spcBef>
                <a:spcPts val="100"/>
              </a:spcBef>
              <a:tabLst>
                <a:tab pos="3669665" algn="l"/>
              </a:tabLst>
            </a:pPr>
            <a:r>
              <a:rPr sz="1400" spc="-10" dirty="0">
                <a:solidFill>
                  <a:srgbClr val="FF0000"/>
                </a:solidFill>
                <a:latin typeface="Calibri"/>
                <a:cs typeface="Calibri"/>
              </a:rPr>
              <a:t>print('The</a:t>
            </a:r>
            <a:r>
              <a:rPr sz="1400" dirty="0">
                <a:solidFill>
                  <a:srgbClr val="FF0000"/>
                </a:solidFill>
                <a:latin typeface="Calibri"/>
                <a:cs typeface="Calibri"/>
              </a:rPr>
              <a:t> </a:t>
            </a:r>
            <a:r>
              <a:rPr sz="1400" spc="-5" dirty="0">
                <a:solidFill>
                  <a:srgbClr val="FF0000"/>
                </a:solidFill>
                <a:latin typeface="Calibri"/>
                <a:cs typeface="Calibri"/>
              </a:rPr>
              <a:t>value</a:t>
            </a:r>
            <a:r>
              <a:rPr sz="1400" spc="5" dirty="0">
                <a:solidFill>
                  <a:srgbClr val="FF0000"/>
                </a:solidFill>
                <a:latin typeface="Calibri"/>
                <a:cs typeface="Calibri"/>
              </a:rPr>
              <a:t> </a:t>
            </a:r>
            <a:r>
              <a:rPr sz="1400" spc="-5" dirty="0">
                <a:solidFill>
                  <a:srgbClr val="FF0000"/>
                </a:solidFill>
                <a:latin typeface="Calibri"/>
                <a:cs typeface="Calibri"/>
              </a:rPr>
              <a:t>of</a:t>
            </a:r>
            <a:r>
              <a:rPr sz="1400" dirty="0">
                <a:solidFill>
                  <a:srgbClr val="FF0000"/>
                </a:solidFill>
                <a:latin typeface="Calibri"/>
                <a:cs typeface="Calibri"/>
              </a:rPr>
              <a:t> a</a:t>
            </a:r>
            <a:r>
              <a:rPr sz="1400" spc="5" dirty="0">
                <a:solidFill>
                  <a:srgbClr val="FF0000"/>
                </a:solidFill>
                <a:latin typeface="Calibri"/>
                <a:cs typeface="Calibri"/>
              </a:rPr>
              <a:t> </a:t>
            </a:r>
            <a:r>
              <a:rPr sz="1400" spc="-5" dirty="0">
                <a:solidFill>
                  <a:srgbClr val="FF0000"/>
                </a:solidFill>
                <a:latin typeface="Calibri"/>
                <a:cs typeface="Calibri"/>
              </a:rPr>
              <a:t>is</a:t>
            </a:r>
            <a:r>
              <a:rPr sz="1400" dirty="0">
                <a:solidFill>
                  <a:srgbClr val="FF0000"/>
                </a:solidFill>
                <a:latin typeface="Calibri"/>
                <a:cs typeface="Calibri"/>
              </a:rPr>
              <a:t> </a:t>
            </a:r>
            <a:r>
              <a:rPr sz="1400" spc="-5" dirty="0">
                <a:solidFill>
                  <a:srgbClr val="FF0000"/>
                </a:solidFill>
                <a:latin typeface="Calibri"/>
                <a:cs typeface="Calibri"/>
              </a:rPr>
              <a:t>{}</a:t>
            </a:r>
            <a:r>
              <a:rPr sz="1400" spc="5" dirty="0">
                <a:solidFill>
                  <a:srgbClr val="FF0000"/>
                </a:solidFill>
                <a:latin typeface="Calibri"/>
                <a:cs typeface="Calibri"/>
              </a:rPr>
              <a:t> </a:t>
            </a:r>
            <a:r>
              <a:rPr sz="1400" dirty="0">
                <a:solidFill>
                  <a:srgbClr val="FF0000"/>
                </a:solidFill>
                <a:latin typeface="Calibri"/>
                <a:cs typeface="Calibri"/>
              </a:rPr>
              <a:t>and b</a:t>
            </a:r>
            <a:r>
              <a:rPr sz="1400" spc="5" dirty="0">
                <a:solidFill>
                  <a:srgbClr val="FF0000"/>
                </a:solidFill>
                <a:latin typeface="Calibri"/>
                <a:cs typeface="Calibri"/>
              </a:rPr>
              <a:t> </a:t>
            </a:r>
            <a:r>
              <a:rPr sz="1400" spc="-5" dirty="0">
                <a:solidFill>
                  <a:srgbClr val="FF0000"/>
                </a:solidFill>
                <a:latin typeface="Calibri"/>
                <a:cs typeface="Calibri"/>
              </a:rPr>
              <a:t>is</a:t>
            </a:r>
            <a:r>
              <a:rPr sz="1400" dirty="0">
                <a:solidFill>
                  <a:srgbClr val="FF0000"/>
                </a:solidFill>
                <a:latin typeface="Calibri"/>
                <a:cs typeface="Calibri"/>
              </a:rPr>
              <a:t> </a:t>
            </a:r>
            <a:r>
              <a:rPr sz="1400" spc="-10" dirty="0">
                <a:solidFill>
                  <a:srgbClr val="FF0000"/>
                </a:solidFill>
                <a:latin typeface="Calibri"/>
                <a:cs typeface="Calibri"/>
              </a:rPr>
              <a:t>{}'.format(a,b))	</a:t>
            </a:r>
            <a:r>
              <a:rPr sz="1400" dirty="0">
                <a:solidFill>
                  <a:srgbClr val="FF0000"/>
                </a:solidFill>
                <a:latin typeface="Arial MT"/>
                <a:cs typeface="Arial MT"/>
              </a:rPr>
              <a:t>#</a:t>
            </a:r>
            <a:r>
              <a:rPr sz="1400" spc="-80" dirty="0">
                <a:solidFill>
                  <a:srgbClr val="FF0000"/>
                </a:solidFill>
                <a:latin typeface="Arial MT"/>
                <a:cs typeface="Arial MT"/>
              </a:rPr>
              <a:t> </a:t>
            </a:r>
            <a:r>
              <a:rPr sz="1400" spc="-5" dirty="0">
                <a:solidFill>
                  <a:srgbClr val="FF0000"/>
                </a:solidFill>
                <a:latin typeface="Arial MT"/>
                <a:cs typeface="Arial MT"/>
              </a:rPr>
              <a:t>Output</a:t>
            </a:r>
            <a:endParaRPr sz="1400">
              <a:latin typeface="Arial MT"/>
              <a:cs typeface="Arial MT"/>
            </a:endParaRPr>
          </a:p>
          <a:p>
            <a:pPr marL="12700">
              <a:lnSpc>
                <a:spcPct val="100000"/>
              </a:lnSpc>
            </a:pPr>
            <a:r>
              <a:rPr sz="1400" spc="-10" dirty="0">
                <a:solidFill>
                  <a:srgbClr val="FF0000"/>
                </a:solidFill>
                <a:latin typeface="Calibri"/>
                <a:cs typeface="Calibri"/>
              </a:rPr>
              <a:t>print('{2}</a:t>
            </a:r>
            <a:r>
              <a:rPr sz="1400" spc="-5" dirty="0">
                <a:solidFill>
                  <a:srgbClr val="FF0000"/>
                </a:solidFill>
                <a:latin typeface="Calibri"/>
                <a:cs typeface="Calibri"/>
              </a:rPr>
              <a:t> is the</a:t>
            </a:r>
            <a:r>
              <a:rPr sz="1400" dirty="0">
                <a:solidFill>
                  <a:srgbClr val="FF0000"/>
                </a:solidFill>
                <a:latin typeface="Calibri"/>
                <a:cs typeface="Calibri"/>
              </a:rPr>
              <a:t> </a:t>
            </a:r>
            <a:r>
              <a:rPr sz="1400" spc="-5" dirty="0">
                <a:solidFill>
                  <a:srgbClr val="FF0000"/>
                </a:solidFill>
                <a:latin typeface="Calibri"/>
                <a:cs typeface="Calibri"/>
              </a:rPr>
              <a:t>sum of {0}</a:t>
            </a:r>
            <a:r>
              <a:rPr sz="1400" dirty="0">
                <a:solidFill>
                  <a:srgbClr val="FF0000"/>
                </a:solidFill>
                <a:latin typeface="Calibri"/>
                <a:cs typeface="Calibri"/>
              </a:rPr>
              <a:t> and</a:t>
            </a:r>
            <a:r>
              <a:rPr sz="1400" spc="-5" dirty="0">
                <a:solidFill>
                  <a:srgbClr val="FF0000"/>
                </a:solidFill>
                <a:latin typeface="Calibri"/>
                <a:cs typeface="Calibri"/>
              </a:rPr>
              <a:t> </a:t>
            </a:r>
            <a:r>
              <a:rPr sz="1400" spc="-10" dirty="0">
                <a:solidFill>
                  <a:srgbClr val="FF0000"/>
                </a:solidFill>
                <a:latin typeface="Calibri"/>
                <a:cs typeface="Calibri"/>
              </a:rPr>
              <a:t>{1}'.format(a,b,sum))</a:t>
            </a:r>
            <a:endParaRPr sz="1400">
              <a:latin typeface="Calibri"/>
              <a:cs typeface="Calibri"/>
            </a:endParaRPr>
          </a:p>
        </p:txBody>
      </p:sp>
      <p:sp>
        <p:nvSpPr>
          <p:cNvPr id="9" name="object 9"/>
          <p:cNvSpPr txBox="1"/>
          <p:nvPr/>
        </p:nvSpPr>
        <p:spPr>
          <a:xfrm>
            <a:off x="615950" y="4446118"/>
            <a:ext cx="8314690" cy="238760"/>
          </a:xfrm>
          <a:prstGeom prst="rect">
            <a:avLst/>
          </a:prstGeom>
        </p:spPr>
        <p:txBody>
          <a:bodyPr vert="horz" wrap="square" lIns="0" tIns="12700" rIns="0" bIns="0" rtlCol="0">
            <a:spAutoFit/>
          </a:bodyPr>
          <a:lstStyle/>
          <a:p>
            <a:pPr marL="12700">
              <a:lnSpc>
                <a:spcPct val="100000"/>
              </a:lnSpc>
              <a:spcBef>
                <a:spcPts val="100"/>
              </a:spcBef>
            </a:pPr>
            <a:r>
              <a:rPr sz="1400" spc="-10" dirty="0">
                <a:solidFill>
                  <a:srgbClr val="FF0000"/>
                </a:solidFill>
                <a:latin typeface="Calibri"/>
                <a:cs typeface="Calibri"/>
              </a:rPr>
              <a:t>print('{sub_value}</a:t>
            </a:r>
            <a:r>
              <a:rPr sz="1400" dirty="0">
                <a:solidFill>
                  <a:srgbClr val="FF0000"/>
                </a:solidFill>
                <a:latin typeface="Calibri"/>
                <a:cs typeface="Calibri"/>
              </a:rPr>
              <a:t> </a:t>
            </a:r>
            <a:r>
              <a:rPr sz="1400" spc="-5" dirty="0">
                <a:solidFill>
                  <a:srgbClr val="FF0000"/>
                </a:solidFill>
                <a:latin typeface="Calibri"/>
                <a:cs typeface="Calibri"/>
              </a:rPr>
              <a:t>is</a:t>
            </a:r>
            <a:r>
              <a:rPr sz="1400" dirty="0">
                <a:solidFill>
                  <a:srgbClr val="FF0000"/>
                </a:solidFill>
                <a:latin typeface="Calibri"/>
                <a:cs typeface="Calibri"/>
              </a:rPr>
              <a:t> </a:t>
            </a:r>
            <a:r>
              <a:rPr sz="1400" spc="-5" dirty="0">
                <a:solidFill>
                  <a:srgbClr val="FF0000"/>
                </a:solidFill>
                <a:latin typeface="Calibri"/>
                <a:cs typeface="Calibri"/>
              </a:rPr>
              <a:t>the</a:t>
            </a:r>
            <a:r>
              <a:rPr sz="1400" dirty="0">
                <a:solidFill>
                  <a:srgbClr val="FF0000"/>
                </a:solidFill>
                <a:latin typeface="Calibri"/>
                <a:cs typeface="Calibri"/>
              </a:rPr>
              <a:t> </a:t>
            </a:r>
            <a:r>
              <a:rPr sz="1400" spc="-5" dirty="0">
                <a:solidFill>
                  <a:srgbClr val="FF0000"/>
                </a:solidFill>
                <a:latin typeface="Calibri"/>
                <a:cs typeface="Calibri"/>
              </a:rPr>
              <a:t>subtraction</a:t>
            </a:r>
            <a:r>
              <a:rPr sz="1400" dirty="0">
                <a:solidFill>
                  <a:srgbClr val="FF0000"/>
                </a:solidFill>
                <a:latin typeface="Calibri"/>
                <a:cs typeface="Calibri"/>
              </a:rPr>
              <a:t> </a:t>
            </a:r>
            <a:r>
              <a:rPr sz="1400" spc="-5" dirty="0">
                <a:solidFill>
                  <a:srgbClr val="FF0000"/>
                </a:solidFill>
                <a:latin typeface="Calibri"/>
                <a:cs typeface="Calibri"/>
              </a:rPr>
              <a:t>of</a:t>
            </a:r>
            <a:r>
              <a:rPr sz="1400" dirty="0">
                <a:solidFill>
                  <a:srgbClr val="FF0000"/>
                </a:solidFill>
                <a:latin typeface="Calibri"/>
                <a:cs typeface="Calibri"/>
              </a:rPr>
              <a:t> </a:t>
            </a:r>
            <a:r>
              <a:rPr sz="1400" spc="-5" dirty="0">
                <a:solidFill>
                  <a:srgbClr val="FF0000"/>
                </a:solidFill>
                <a:latin typeface="Calibri"/>
                <a:cs typeface="Calibri"/>
              </a:rPr>
              <a:t>{value_a}</a:t>
            </a:r>
            <a:r>
              <a:rPr sz="1400" dirty="0">
                <a:solidFill>
                  <a:srgbClr val="FF0000"/>
                </a:solidFill>
                <a:latin typeface="Calibri"/>
                <a:cs typeface="Calibri"/>
              </a:rPr>
              <a:t> and</a:t>
            </a:r>
            <a:r>
              <a:rPr sz="1400" spc="5" dirty="0">
                <a:solidFill>
                  <a:srgbClr val="FF0000"/>
                </a:solidFill>
                <a:latin typeface="Calibri"/>
                <a:cs typeface="Calibri"/>
              </a:rPr>
              <a:t> </a:t>
            </a:r>
            <a:r>
              <a:rPr sz="1400" spc="-5" dirty="0">
                <a:solidFill>
                  <a:srgbClr val="FF0000"/>
                </a:solidFill>
                <a:latin typeface="Calibri"/>
                <a:cs typeface="Calibri"/>
              </a:rPr>
              <a:t>{value_b}'.</a:t>
            </a:r>
            <a:r>
              <a:rPr sz="1400" dirty="0">
                <a:solidFill>
                  <a:srgbClr val="FF0000"/>
                </a:solidFill>
                <a:latin typeface="Calibri"/>
                <a:cs typeface="Calibri"/>
              </a:rPr>
              <a:t> </a:t>
            </a:r>
            <a:r>
              <a:rPr sz="1400" spc="-10" dirty="0">
                <a:solidFill>
                  <a:srgbClr val="FF0000"/>
                </a:solidFill>
                <a:latin typeface="Calibri"/>
                <a:cs typeface="Calibri"/>
              </a:rPr>
              <a:t>format(value_a</a:t>
            </a:r>
            <a:r>
              <a:rPr sz="1400" dirty="0">
                <a:solidFill>
                  <a:srgbClr val="FF0000"/>
                </a:solidFill>
                <a:latin typeface="Calibri"/>
                <a:cs typeface="Calibri"/>
              </a:rPr>
              <a:t> = a , </a:t>
            </a:r>
            <a:r>
              <a:rPr sz="1400" spc="-5" dirty="0">
                <a:solidFill>
                  <a:srgbClr val="FF0000"/>
                </a:solidFill>
                <a:latin typeface="Calibri"/>
                <a:cs typeface="Calibri"/>
              </a:rPr>
              <a:t>value_b</a:t>
            </a:r>
            <a:r>
              <a:rPr sz="1400" spc="5" dirty="0">
                <a:solidFill>
                  <a:srgbClr val="FF0000"/>
                </a:solidFill>
                <a:latin typeface="Calibri"/>
                <a:cs typeface="Calibri"/>
              </a:rPr>
              <a:t> </a:t>
            </a:r>
            <a:r>
              <a:rPr sz="1400" dirty="0">
                <a:solidFill>
                  <a:srgbClr val="FF0000"/>
                </a:solidFill>
                <a:latin typeface="Calibri"/>
                <a:cs typeface="Calibri"/>
              </a:rPr>
              <a:t>= </a:t>
            </a:r>
            <a:r>
              <a:rPr sz="1400" spc="-5" dirty="0">
                <a:solidFill>
                  <a:srgbClr val="FF0000"/>
                </a:solidFill>
                <a:latin typeface="Calibri"/>
                <a:cs typeface="Calibri"/>
              </a:rPr>
              <a:t>b,</a:t>
            </a:r>
            <a:r>
              <a:rPr sz="1400" dirty="0">
                <a:solidFill>
                  <a:srgbClr val="FF0000"/>
                </a:solidFill>
                <a:latin typeface="Calibri"/>
                <a:cs typeface="Calibri"/>
              </a:rPr>
              <a:t> </a:t>
            </a:r>
            <a:r>
              <a:rPr sz="1400" spc="-5" dirty="0">
                <a:solidFill>
                  <a:srgbClr val="FF0000"/>
                </a:solidFill>
                <a:latin typeface="Calibri"/>
                <a:cs typeface="Calibri"/>
              </a:rPr>
              <a:t>sub_value</a:t>
            </a:r>
            <a:r>
              <a:rPr sz="1400" dirty="0">
                <a:solidFill>
                  <a:srgbClr val="FF0000"/>
                </a:solidFill>
                <a:latin typeface="Calibri"/>
                <a:cs typeface="Calibri"/>
              </a:rPr>
              <a:t> = </a:t>
            </a:r>
            <a:r>
              <a:rPr sz="1400" spc="-5" dirty="0">
                <a:solidFill>
                  <a:srgbClr val="FF0000"/>
                </a:solidFill>
                <a:latin typeface="Calibri"/>
                <a:cs typeface="Calibri"/>
              </a:rPr>
              <a:t>sub))</a:t>
            </a:r>
            <a:endParaRPr sz="1400">
              <a:latin typeface="Calibri"/>
              <a:cs typeface="Calibri"/>
            </a:endParaRPr>
          </a:p>
        </p:txBody>
      </p:sp>
      <p:sp>
        <p:nvSpPr>
          <p:cNvPr id="10" name="object 10"/>
          <p:cNvSpPr txBox="1"/>
          <p:nvPr/>
        </p:nvSpPr>
        <p:spPr>
          <a:xfrm>
            <a:off x="6118780" y="3365844"/>
            <a:ext cx="2397125" cy="929640"/>
          </a:xfrm>
          <a:prstGeom prst="rect">
            <a:avLst/>
          </a:prstGeom>
          <a:ln w="9524">
            <a:solidFill>
              <a:srgbClr val="000000"/>
            </a:solidFill>
          </a:ln>
        </p:spPr>
        <p:txBody>
          <a:bodyPr vert="horz" wrap="square" lIns="0" tIns="1905" rIns="0" bIns="0" rtlCol="0">
            <a:spAutoFit/>
          </a:bodyPr>
          <a:lstStyle/>
          <a:p>
            <a:pPr marR="195580">
              <a:lnSpc>
                <a:spcPct val="100000"/>
              </a:lnSpc>
              <a:spcBef>
                <a:spcPts val="15"/>
              </a:spcBef>
            </a:pPr>
            <a:r>
              <a:rPr sz="1400" spc="-5" dirty="0">
                <a:solidFill>
                  <a:srgbClr val="FF0000"/>
                </a:solidFill>
                <a:latin typeface="Calibri"/>
                <a:cs typeface="Calibri"/>
              </a:rPr>
              <a:t>The</a:t>
            </a:r>
            <a:r>
              <a:rPr sz="1400" spc="-15" dirty="0">
                <a:solidFill>
                  <a:srgbClr val="FF0000"/>
                </a:solidFill>
                <a:latin typeface="Calibri"/>
                <a:cs typeface="Calibri"/>
              </a:rPr>
              <a:t> </a:t>
            </a:r>
            <a:r>
              <a:rPr sz="1400" spc="-5" dirty="0">
                <a:solidFill>
                  <a:srgbClr val="FF0000"/>
                </a:solidFill>
                <a:latin typeface="Calibri"/>
                <a:cs typeface="Calibri"/>
              </a:rPr>
              <a:t>value</a:t>
            </a:r>
            <a:r>
              <a:rPr sz="1400" spc="-15" dirty="0">
                <a:solidFill>
                  <a:srgbClr val="FF0000"/>
                </a:solidFill>
                <a:latin typeface="Calibri"/>
                <a:cs typeface="Calibri"/>
              </a:rPr>
              <a:t> </a:t>
            </a:r>
            <a:r>
              <a:rPr sz="1400" spc="-5" dirty="0">
                <a:solidFill>
                  <a:srgbClr val="FF0000"/>
                </a:solidFill>
                <a:latin typeface="Calibri"/>
                <a:cs typeface="Calibri"/>
              </a:rPr>
              <a:t>of</a:t>
            </a:r>
            <a:r>
              <a:rPr sz="1400" spc="-10" dirty="0">
                <a:solidFill>
                  <a:srgbClr val="FF0000"/>
                </a:solidFill>
                <a:latin typeface="Calibri"/>
                <a:cs typeface="Calibri"/>
              </a:rPr>
              <a:t> </a:t>
            </a:r>
            <a:r>
              <a:rPr sz="1400" dirty="0">
                <a:solidFill>
                  <a:srgbClr val="FF0000"/>
                </a:solidFill>
                <a:latin typeface="Calibri"/>
                <a:cs typeface="Calibri"/>
              </a:rPr>
              <a:t>a</a:t>
            </a:r>
            <a:r>
              <a:rPr sz="1400" spc="-15" dirty="0">
                <a:solidFill>
                  <a:srgbClr val="FF0000"/>
                </a:solidFill>
                <a:latin typeface="Calibri"/>
                <a:cs typeface="Calibri"/>
              </a:rPr>
              <a:t> </a:t>
            </a:r>
            <a:r>
              <a:rPr sz="1400" spc="-5" dirty="0">
                <a:solidFill>
                  <a:srgbClr val="FF0000"/>
                </a:solidFill>
                <a:latin typeface="Calibri"/>
                <a:cs typeface="Calibri"/>
              </a:rPr>
              <a:t>is</a:t>
            </a:r>
            <a:r>
              <a:rPr sz="1400" spc="-15" dirty="0">
                <a:solidFill>
                  <a:srgbClr val="FF0000"/>
                </a:solidFill>
                <a:latin typeface="Calibri"/>
                <a:cs typeface="Calibri"/>
              </a:rPr>
              <a:t> </a:t>
            </a:r>
            <a:r>
              <a:rPr sz="1400" spc="-5" dirty="0">
                <a:solidFill>
                  <a:srgbClr val="FF0000"/>
                </a:solidFill>
                <a:latin typeface="Calibri"/>
                <a:cs typeface="Calibri"/>
              </a:rPr>
              <a:t>20</a:t>
            </a:r>
            <a:r>
              <a:rPr sz="1400" spc="-10" dirty="0">
                <a:solidFill>
                  <a:srgbClr val="FF0000"/>
                </a:solidFill>
                <a:latin typeface="Calibri"/>
                <a:cs typeface="Calibri"/>
              </a:rPr>
              <a:t> </a:t>
            </a:r>
            <a:r>
              <a:rPr sz="1400" dirty="0">
                <a:solidFill>
                  <a:srgbClr val="FF0000"/>
                </a:solidFill>
                <a:latin typeface="Calibri"/>
                <a:cs typeface="Calibri"/>
              </a:rPr>
              <a:t>and</a:t>
            </a:r>
            <a:r>
              <a:rPr sz="1400" spc="-15" dirty="0">
                <a:solidFill>
                  <a:srgbClr val="FF0000"/>
                </a:solidFill>
                <a:latin typeface="Calibri"/>
                <a:cs typeface="Calibri"/>
              </a:rPr>
              <a:t> </a:t>
            </a:r>
            <a:r>
              <a:rPr sz="1400" dirty="0">
                <a:solidFill>
                  <a:srgbClr val="FF0000"/>
                </a:solidFill>
                <a:latin typeface="Calibri"/>
                <a:cs typeface="Calibri"/>
              </a:rPr>
              <a:t>b</a:t>
            </a:r>
            <a:r>
              <a:rPr sz="1400" spc="-10" dirty="0">
                <a:solidFill>
                  <a:srgbClr val="FF0000"/>
                </a:solidFill>
                <a:latin typeface="Calibri"/>
                <a:cs typeface="Calibri"/>
              </a:rPr>
              <a:t> </a:t>
            </a:r>
            <a:r>
              <a:rPr sz="1400" spc="-5" dirty="0">
                <a:solidFill>
                  <a:srgbClr val="FF0000"/>
                </a:solidFill>
                <a:latin typeface="Calibri"/>
                <a:cs typeface="Calibri"/>
              </a:rPr>
              <a:t>is</a:t>
            </a:r>
            <a:r>
              <a:rPr sz="1400" spc="-15" dirty="0">
                <a:solidFill>
                  <a:srgbClr val="FF0000"/>
                </a:solidFill>
                <a:latin typeface="Calibri"/>
                <a:cs typeface="Calibri"/>
              </a:rPr>
              <a:t> </a:t>
            </a:r>
            <a:r>
              <a:rPr sz="1400" spc="-5" dirty="0">
                <a:solidFill>
                  <a:srgbClr val="FF0000"/>
                </a:solidFill>
                <a:latin typeface="Calibri"/>
                <a:cs typeface="Calibri"/>
              </a:rPr>
              <a:t>10 </a:t>
            </a:r>
            <a:r>
              <a:rPr sz="1400" spc="-300" dirty="0">
                <a:solidFill>
                  <a:srgbClr val="FF0000"/>
                </a:solidFill>
                <a:latin typeface="Calibri"/>
                <a:cs typeface="Calibri"/>
              </a:rPr>
              <a:t> </a:t>
            </a:r>
            <a:r>
              <a:rPr sz="1400" spc="-5" dirty="0">
                <a:solidFill>
                  <a:srgbClr val="FF0000"/>
                </a:solidFill>
                <a:latin typeface="Calibri"/>
                <a:cs typeface="Calibri"/>
              </a:rPr>
              <a:t>30</a:t>
            </a:r>
            <a:r>
              <a:rPr sz="1400" spc="-10" dirty="0">
                <a:solidFill>
                  <a:srgbClr val="FF0000"/>
                </a:solidFill>
                <a:latin typeface="Calibri"/>
                <a:cs typeface="Calibri"/>
              </a:rPr>
              <a:t> </a:t>
            </a:r>
            <a:r>
              <a:rPr sz="1400" spc="-5" dirty="0">
                <a:solidFill>
                  <a:srgbClr val="FF0000"/>
                </a:solidFill>
                <a:latin typeface="Calibri"/>
                <a:cs typeface="Calibri"/>
              </a:rPr>
              <a:t>is</a:t>
            </a:r>
            <a:r>
              <a:rPr sz="1400" spc="-10" dirty="0">
                <a:solidFill>
                  <a:srgbClr val="FF0000"/>
                </a:solidFill>
                <a:latin typeface="Calibri"/>
                <a:cs typeface="Calibri"/>
              </a:rPr>
              <a:t> </a:t>
            </a:r>
            <a:r>
              <a:rPr sz="1400" spc="-5" dirty="0">
                <a:solidFill>
                  <a:srgbClr val="FF0000"/>
                </a:solidFill>
                <a:latin typeface="Calibri"/>
                <a:cs typeface="Calibri"/>
              </a:rPr>
              <a:t>the</a:t>
            </a:r>
            <a:r>
              <a:rPr sz="1400" spc="-10" dirty="0">
                <a:solidFill>
                  <a:srgbClr val="FF0000"/>
                </a:solidFill>
                <a:latin typeface="Calibri"/>
                <a:cs typeface="Calibri"/>
              </a:rPr>
              <a:t> </a:t>
            </a:r>
            <a:r>
              <a:rPr sz="1400" spc="-5" dirty="0">
                <a:solidFill>
                  <a:srgbClr val="FF0000"/>
                </a:solidFill>
                <a:latin typeface="Calibri"/>
                <a:cs typeface="Calibri"/>
              </a:rPr>
              <a:t>sum</a:t>
            </a:r>
            <a:r>
              <a:rPr sz="1400" spc="-10" dirty="0">
                <a:solidFill>
                  <a:srgbClr val="FF0000"/>
                </a:solidFill>
                <a:latin typeface="Calibri"/>
                <a:cs typeface="Calibri"/>
              </a:rPr>
              <a:t> </a:t>
            </a:r>
            <a:r>
              <a:rPr sz="1400" spc="-5" dirty="0">
                <a:solidFill>
                  <a:srgbClr val="FF0000"/>
                </a:solidFill>
                <a:latin typeface="Calibri"/>
                <a:cs typeface="Calibri"/>
              </a:rPr>
              <a:t>of</a:t>
            </a:r>
            <a:r>
              <a:rPr sz="1400" spc="-10" dirty="0">
                <a:solidFill>
                  <a:srgbClr val="FF0000"/>
                </a:solidFill>
                <a:latin typeface="Calibri"/>
                <a:cs typeface="Calibri"/>
              </a:rPr>
              <a:t> </a:t>
            </a:r>
            <a:r>
              <a:rPr sz="1400" spc="-5" dirty="0">
                <a:solidFill>
                  <a:srgbClr val="FF0000"/>
                </a:solidFill>
                <a:latin typeface="Calibri"/>
                <a:cs typeface="Calibri"/>
              </a:rPr>
              <a:t>20</a:t>
            </a:r>
            <a:r>
              <a:rPr sz="1400" spc="-10" dirty="0">
                <a:solidFill>
                  <a:srgbClr val="FF0000"/>
                </a:solidFill>
                <a:latin typeface="Calibri"/>
                <a:cs typeface="Calibri"/>
              </a:rPr>
              <a:t> </a:t>
            </a:r>
            <a:r>
              <a:rPr sz="1400" dirty="0">
                <a:solidFill>
                  <a:srgbClr val="FF0000"/>
                </a:solidFill>
                <a:latin typeface="Calibri"/>
                <a:cs typeface="Calibri"/>
              </a:rPr>
              <a:t>and</a:t>
            </a:r>
            <a:r>
              <a:rPr sz="1400" spc="-10" dirty="0">
                <a:solidFill>
                  <a:srgbClr val="FF0000"/>
                </a:solidFill>
                <a:latin typeface="Calibri"/>
                <a:cs typeface="Calibri"/>
              </a:rPr>
              <a:t> </a:t>
            </a:r>
            <a:r>
              <a:rPr sz="1400" spc="-5" dirty="0">
                <a:solidFill>
                  <a:srgbClr val="FF0000"/>
                </a:solidFill>
                <a:latin typeface="Calibri"/>
                <a:cs typeface="Calibri"/>
              </a:rPr>
              <a:t>10</a:t>
            </a:r>
            <a:endParaRPr sz="1400">
              <a:latin typeface="Calibri"/>
              <a:cs typeface="Calibri"/>
            </a:endParaRPr>
          </a:p>
          <a:p>
            <a:pPr marR="196850">
              <a:lnSpc>
                <a:spcPct val="100000"/>
              </a:lnSpc>
            </a:pPr>
            <a:r>
              <a:rPr sz="1400" spc="-5" dirty="0">
                <a:solidFill>
                  <a:srgbClr val="FF0000"/>
                </a:solidFill>
                <a:latin typeface="Calibri"/>
                <a:cs typeface="Calibri"/>
              </a:rPr>
              <a:t>10</a:t>
            </a:r>
            <a:r>
              <a:rPr sz="1400" spc="-20" dirty="0">
                <a:solidFill>
                  <a:srgbClr val="FF0000"/>
                </a:solidFill>
                <a:latin typeface="Calibri"/>
                <a:cs typeface="Calibri"/>
              </a:rPr>
              <a:t> </a:t>
            </a:r>
            <a:r>
              <a:rPr sz="1400" spc="-5" dirty="0">
                <a:solidFill>
                  <a:srgbClr val="FF0000"/>
                </a:solidFill>
                <a:latin typeface="Calibri"/>
                <a:cs typeface="Calibri"/>
              </a:rPr>
              <a:t>is</a:t>
            </a:r>
            <a:r>
              <a:rPr sz="1400" spc="-15" dirty="0">
                <a:solidFill>
                  <a:srgbClr val="FF0000"/>
                </a:solidFill>
                <a:latin typeface="Calibri"/>
                <a:cs typeface="Calibri"/>
              </a:rPr>
              <a:t> </a:t>
            </a:r>
            <a:r>
              <a:rPr sz="1400" spc="-5" dirty="0">
                <a:solidFill>
                  <a:srgbClr val="FF0000"/>
                </a:solidFill>
                <a:latin typeface="Calibri"/>
                <a:cs typeface="Calibri"/>
              </a:rPr>
              <a:t>the</a:t>
            </a:r>
            <a:r>
              <a:rPr sz="1400" spc="-20" dirty="0">
                <a:solidFill>
                  <a:srgbClr val="FF0000"/>
                </a:solidFill>
                <a:latin typeface="Calibri"/>
                <a:cs typeface="Calibri"/>
              </a:rPr>
              <a:t> </a:t>
            </a:r>
            <a:r>
              <a:rPr sz="1400" spc="-5" dirty="0">
                <a:solidFill>
                  <a:srgbClr val="FF0000"/>
                </a:solidFill>
                <a:latin typeface="Calibri"/>
                <a:cs typeface="Calibri"/>
              </a:rPr>
              <a:t>subtraction</a:t>
            </a:r>
            <a:r>
              <a:rPr sz="1400" spc="-15" dirty="0">
                <a:solidFill>
                  <a:srgbClr val="FF0000"/>
                </a:solidFill>
                <a:latin typeface="Calibri"/>
                <a:cs typeface="Calibri"/>
              </a:rPr>
              <a:t> </a:t>
            </a:r>
            <a:r>
              <a:rPr sz="1400" spc="-5" dirty="0">
                <a:solidFill>
                  <a:srgbClr val="FF0000"/>
                </a:solidFill>
                <a:latin typeface="Calibri"/>
                <a:cs typeface="Calibri"/>
              </a:rPr>
              <a:t>of</a:t>
            </a:r>
            <a:r>
              <a:rPr sz="1400" spc="-20" dirty="0">
                <a:solidFill>
                  <a:srgbClr val="FF0000"/>
                </a:solidFill>
                <a:latin typeface="Calibri"/>
                <a:cs typeface="Calibri"/>
              </a:rPr>
              <a:t> </a:t>
            </a:r>
            <a:r>
              <a:rPr sz="1400" spc="-5" dirty="0">
                <a:solidFill>
                  <a:srgbClr val="FF0000"/>
                </a:solidFill>
                <a:latin typeface="Calibri"/>
                <a:cs typeface="Calibri"/>
              </a:rPr>
              <a:t>20</a:t>
            </a:r>
            <a:r>
              <a:rPr sz="1400" spc="-15" dirty="0">
                <a:solidFill>
                  <a:srgbClr val="FF0000"/>
                </a:solidFill>
                <a:latin typeface="Calibri"/>
                <a:cs typeface="Calibri"/>
              </a:rPr>
              <a:t> </a:t>
            </a:r>
            <a:r>
              <a:rPr sz="1400" dirty="0">
                <a:solidFill>
                  <a:srgbClr val="FF0000"/>
                </a:solidFill>
                <a:latin typeface="Calibri"/>
                <a:cs typeface="Calibri"/>
              </a:rPr>
              <a:t>and </a:t>
            </a:r>
            <a:r>
              <a:rPr sz="1400" spc="-300" dirty="0">
                <a:solidFill>
                  <a:srgbClr val="FF0000"/>
                </a:solidFill>
                <a:latin typeface="Calibri"/>
                <a:cs typeface="Calibri"/>
              </a:rPr>
              <a:t> </a:t>
            </a:r>
            <a:r>
              <a:rPr sz="1400" spc="-5" dirty="0">
                <a:solidFill>
                  <a:srgbClr val="FF0000"/>
                </a:solidFill>
                <a:latin typeface="Calibri"/>
                <a:cs typeface="Calibri"/>
              </a:rPr>
              <a:t>10</a:t>
            </a:r>
            <a:endParaRPr sz="1400">
              <a:latin typeface="Calibri"/>
              <a:cs typeface="Calibri"/>
            </a:endParaRP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82625" y="483503"/>
            <a:ext cx="4101465" cy="513080"/>
          </a:xfrm>
          <a:prstGeom prst="rect">
            <a:avLst/>
          </a:prstGeom>
        </p:spPr>
        <p:txBody>
          <a:bodyPr vert="horz" wrap="square" lIns="0" tIns="12700" rIns="0" bIns="0" rtlCol="0">
            <a:spAutoFit/>
          </a:bodyPr>
          <a:lstStyle/>
          <a:p>
            <a:pPr marL="12700">
              <a:lnSpc>
                <a:spcPct val="100000"/>
              </a:lnSpc>
              <a:spcBef>
                <a:spcPts val="100"/>
              </a:spcBef>
            </a:pPr>
            <a:r>
              <a:rPr spc="245" dirty="0"/>
              <a:t>Formatting</a:t>
            </a:r>
            <a:r>
              <a:rPr spc="55" dirty="0"/>
              <a:t> </a:t>
            </a:r>
            <a:r>
              <a:rPr spc="320" dirty="0"/>
              <a:t>Output</a:t>
            </a:r>
          </a:p>
        </p:txBody>
      </p:sp>
      <p:sp>
        <p:nvSpPr>
          <p:cNvPr id="3" name="object 3"/>
          <p:cNvSpPr txBox="1">
            <a:spLocks noGrp="1"/>
          </p:cNvSpPr>
          <p:nvPr>
            <p:ph type="body" idx="1"/>
          </p:nvPr>
        </p:nvSpPr>
        <p:spPr>
          <a:xfrm>
            <a:off x="428596" y="1000114"/>
            <a:ext cx="6797992" cy="7057644"/>
          </a:xfrm>
          <a:prstGeom prst="rect">
            <a:avLst/>
          </a:prstGeom>
        </p:spPr>
        <p:txBody>
          <a:bodyPr vert="horz" wrap="square" lIns="0" tIns="33655" rIns="0" bIns="0" rtlCol="0">
            <a:spAutoFit/>
          </a:bodyPr>
          <a:lstStyle/>
          <a:p>
            <a:pPr marL="12700">
              <a:lnSpc>
                <a:spcPct val="100000"/>
              </a:lnSpc>
              <a:spcBef>
                <a:spcPts val="265"/>
              </a:spcBef>
            </a:pPr>
            <a:r>
              <a:rPr dirty="0"/>
              <a:t>Using</a:t>
            </a:r>
            <a:r>
              <a:rPr spc="-20" dirty="0"/>
              <a:t> </a:t>
            </a:r>
            <a:r>
              <a:rPr spc="10" dirty="0"/>
              <a:t>%</a:t>
            </a:r>
            <a:r>
              <a:rPr spc="-15" dirty="0"/>
              <a:t> </a:t>
            </a:r>
            <a:r>
              <a:rPr dirty="0"/>
              <a:t>Operator</a:t>
            </a:r>
          </a:p>
          <a:p>
            <a:pPr marL="184150" marR="5080" indent="-140335">
              <a:lnSpc>
                <a:spcPct val="70600"/>
              </a:lnSpc>
              <a:spcBef>
                <a:spcPts val="750"/>
              </a:spcBef>
              <a:buChar char="•"/>
              <a:tabLst>
                <a:tab pos="184150" algn="l"/>
              </a:tabLst>
            </a:pPr>
            <a:r>
              <a:rPr b="0" spc="-10" dirty="0">
                <a:latin typeface="Arial MT"/>
                <a:cs typeface="Arial MT"/>
              </a:rPr>
              <a:t>We </a:t>
            </a:r>
            <a:r>
              <a:rPr b="0" spc="5" dirty="0">
                <a:latin typeface="Arial MT"/>
                <a:cs typeface="Arial MT"/>
              </a:rPr>
              <a:t>can </a:t>
            </a:r>
            <a:r>
              <a:rPr b="0" dirty="0">
                <a:latin typeface="Arial MT"/>
                <a:cs typeface="Arial MT"/>
              </a:rPr>
              <a:t>use ‘%’ </a:t>
            </a:r>
            <a:r>
              <a:rPr b="0" spc="-10" dirty="0">
                <a:latin typeface="Arial MT"/>
                <a:cs typeface="Arial MT"/>
              </a:rPr>
              <a:t>operator. </a:t>
            </a:r>
            <a:r>
              <a:rPr b="0" spc="10" dirty="0">
                <a:latin typeface="Arial MT"/>
                <a:cs typeface="Arial MT"/>
              </a:rPr>
              <a:t>% </a:t>
            </a:r>
            <a:r>
              <a:rPr b="0" spc="5" dirty="0">
                <a:latin typeface="Arial MT"/>
                <a:cs typeface="Arial MT"/>
              </a:rPr>
              <a:t>values </a:t>
            </a:r>
            <a:r>
              <a:rPr b="0" dirty="0">
                <a:latin typeface="Arial MT"/>
                <a:cs typeface="Arial MT"/>
              </a:rPr>
              <a:t>are </a:t>
            </a:r>
            <a:r>
              <a:rPr b="0" spc="5" dirty="0">
                <a:latin typeface="Arial MT"/>
                <a:cs typeface="Arial MT"/>
              </a:rPr>
              <a:t>replaced </a:t>
            </a:r>
            <a:r>
              <a:rPr b="0" dirty="0">
                <a:latin typeface="Arial MT"/>
                <a:cs typeface="Arial MT"/>
              </a:rPr>
              <a:t>with </a:t>
            </a:r>
            <a:r>
              <a:rPr b="0" spc="5" dirty="0">
                <a:latin typeface="Arial MT"/>
                <a:cs typeface="Arial MT"/>
              </a:rPr>
              <a:t>zero </a:t>
            </a:r>
            <a:r>
              <a:rPr b="0" dirty="0">
                <a:latin typeface="Arial MT"/>
                <a:cs typeface="Arial MT"/>
              </a:rPr>
              <a:t>or </a:t>
            </a:r>
            <a:r>
              <a:rPr b="0" spc="5" dirty="0">
                <a:latin typeface="Arial MT"/>
                <a:cs typeface="Arial MT"/>
              </a:rPr>
              <a:t>more value </a:t>
            </a:r>
            <a:r>
              <a:rPr b="0" dirty="0">
                <a:latin typeface="Arial MT"/>
                <a:cs typeface="Arial MT"/>
              </a:rPr>
              <a:t>of </a:t>
            </a:r>
            <a:r>
              <a:rPr b="0" spc="-445" dirty="0">
                <a:latin typeface="Arial MT"/>
                <a:cs typeface="Arial MT"/>
              </a:rPr>
              <a:t> </a:t>
            </a:r>
            <a:r>
              <a:rPr b="0" dirty="0">
                <a:latin typeface="Arial MT"/>
                <a:cs typeface="Arial MT"/>
              </a:rPr>
              <a:t>elements.</a:t>
            </a:r>
          </a:p>
          <a:p>
            <a:pPr marL="184150" marR="346075" indent="-140335">
              <a:lnSpc>
                <a:spcPct val="70600"/>
              </a:lnSpc>
              <a:spcBef>
                <a:spcPts val="750"/>
              </a:spcBef>
              <a:buChar char="•"/>
              <a:tabLst>
                <a:tab pos="184150" algn="l"/>
              </a:tabLst>
            </a:pPr>
            <a:r>
              <a:rPr b="0" spc="5" dirty="0">
                <a:latin typeface="Arial MT"/>
                <a:cs typeface="Arial MT"/>
              </a:rPr>
              <a:t>The </a:t>
            </a:r>
            <a:r>
              <a:rPr b="0" dirty="0">
                <a:latin typeface="Arial MT"/>
                <a:cs typeface="Arial MT"/>
              </a:rPr>
              <a:t>formatting using </a:t>
            </a:r>
            <a:r>
              <a:rPr b="0" spc="10" dirty="0">
                <a:latin typeface="Arial MT"/>
                <a:cs typeface="Arial MT"/>
              </a:rPr>
              <a:t>% </a:t>
            </a:r>
            <a:r>
              <a:rPr b="0" dirty="0">
                <a:latin typeface="Arial MT"/>
                <a:cs typeface="Arial MT"/>
              </a:rPr>
              <a:t>is </a:t>
            </a:r>
            <a:r>
              <a:rPr b="0" spc="5" dirty="0">
                <a:latin typeface="Arial MT"/>
                <a:cs typeface="Arial MT"/>
              </a:rPr>
              <a:t>similar </a:t>
            </a:r>
            <a:r>
              <a:rPr b="0" dirty="0">
                <a:latin typeface="Arial MT"/>
                <a:cs typeface="Arial MT"/>
              </a:rPr>
              <a:t>to that of ‘printf’ in the </a:t>
            </a:r>
            <a:r>
              <a:rPr b="0" spc="10" dirty="0">
                <a:latin typeface="Arial MT"/>
                <a:cs typeface="Arial MT"/>
              </a:rPr>
              <a:t>C </a:t>
            </a:r>
            <a:r>
              <a:rPr b="0" dirty="0">
                <a:latin typeface="Arial MT"/>
                <a:cs typeface="Arial MT"/>
              </a:rPr>
              <a:t>programming </a:t>
            </a:r>
            <a:r>
              <a:rPr b="0" spc="-445" dirty="0">
                <a:latin typeface="Arial MT"/>
                <a:cs typeface="Arial MT"/>
              </a:rPr>
              <a:t> </a:t>
            </a:r>
            <a:r>
              <a:rPr b="0" dirty="0">
                <a:latin typeface="Arial MT"/>
                <a:cs typeface="Arial MT"/>
              </a:rPr>
              <a:t>language.</a:t>
            </a:r>
          </a:p>
          <a:p>
            <a:pPr>
              <a:lnSpc>
                <a:spcPct val="100000"/>
              </a:lnSpc>
              <a:spcBef>
                <a:spcPts val="10"/>
              </a:spcBef>
            </a:pPr>
            <a:endParaRPr sz="1400" dirty="0">
              <a:latin typeface="Arial MT"/>
              <a:cs typeface="Arial MT"/>
            </a:endParaRPr>
          </a:p>
          <a:p>
            <a:pPr marL="497840" algn="ctr">
              <a:lnSpc>
                <a:spcPct val="100000"/>
              </a:lnSpc>
            </a:pPr>
            <a:r>
              <a:rPr sz="1400" b="0" spc="-5" dirty="0">
                <a:latin typeface="Calibri"/>
                <a:cs typeface="Calibri"/>
              </a:rPr>
              <a:t>%d</a:t>
            </a:r>
            <a:r>
              <a:rPr sz="1400" b="0" spc="-35" dirty="0">
                <a:latin typeface="Calibri"/>
                <a:cs typeface="Calibri"/>
              </a:rPr>
              <a:t> </a:t>
            </a:r>
            <a:r>
              <a:rPr sz="1400" b="0" dirty="0">
                <a:latin typeface="Calibri"/>
                <a:cs typeface="Calibri"/>
              </a:rPr>
              <a:t>–</a:t>
            </a:r>
            <a:r>
              <a:rPr sz="1400" b="0" spc="-30" dirty="0">
                <a:latin typeface="Calibri"/>
                <a:cs typeface="Calibri"/>
              </a:rPr>
              <a:t> </a:t>
            </a:r>
            <a:r>
              <a:rPr sz="1400" b="0" spc="-10" dirty="0">
                <a:latin typeface="Calibri"/>
                <a:cs typeface="Calibri"/>
              </a:rPr>
              <a:t>integer</a:t>
            </a:r>
            <a:endParaRPr sz="1400" dirty="0">
              <a:latin typeface="Calibri"/>
              <a:cs typeface="Calibri"/>
            </a:endParaRPr>
          </a:p>
        </p:txBody>
      </p:sp>
      <p:sp>
        <p:nvSpPr>
          <p:cNvPr id="4" name="object 4"/>
          <p:cNvSpPr txBox="1"/>
          <p:nvPr/>
        </p:nvSpPr>
        <p:spPr>
          <a:xfrm>
            <a:off x="682625" y="3016216"/>
            <a:ext cx="3152140" cy="1390015"/>
          </a:xfrm>
          <a:prstGeom prst="rect">
            <a:avLst/>
          </a:prstGeom>
        </p:spPr>
        <p:txBody>
          <a:bodyPr vert="horz" wrap="square" lIns="0" tIns="33655" rIns="0" bIns="0" rtlCol="0">
            <a:spAutoFit/>
          </a:bodyPr>
          <a:lstStyle/>
          <a:p>
            <a:pPr marL="12700">
              <a:lnSpc>
                <a:spcPct val="100000"/>
              </a:lnSpc>
              <a:spcBef>
                <a:spcPts val="265"/>
              </a:spcBef>
            </a:pPr>
            <a:r>
              <a:rPr sz="1650" spc="5" dirty="0">
                <a:solidFill>
                  <a:srgbClr val="FF0000"/>
                </a:solidFill>
                <a:latin typeface="Arial MT"/>
                <a:cs typeface="Arial MT"/>
              </a:rPr>
              <a:t>#</a:t>
            </a:r>
            <a:r>
              <a:rPr sz="1650" spc="-35" dirty="0">
                <a:solidFill>
                  <a:srgbClr val="FF0000"/>
                </a:solidFill>
                <a:latin typeface="Arial MT"/>
                <a:cs typeface="Arial MT"/>
              </a:rPr>
              <a:t> </a:t>
            </a:r>
            <a:r>
              <a:rPr sz="1650" spc="-30" dirty="0">
                <a:solidFill>
                  <a:srgbClr val="FF0000"/>
                </a:solidFill>
                <a:latin typeface="Arial MT"/>
                <a:cs typeface="Arial MT"/>
              </a:rPr>
              <a:t>Taking</a:t>
            </a:r>
            <a:r>
              <a:rPr sz="1650" spc="-5" dirty="0">
                <a:solidFill>
                  <a:srgbClr val="FF0000"/>
                </a:solidFill>
                <a:latin typeface="Arial MT"/>
                <a:cs typeface="Arial MT"/>
              </a:rPr>
              <a:t> </a:t>
            </a:r>
            <a:r>
              <a:rPr sz="1650" dirty="0">
                <a:solidFill>
                  <a:srgbClr val="FF0000"/>
                </a:solidFill>
                <a:latin typeface="Arial MT"/>
                <a:cs typeface="Arial MT"/>
              </a:rPr>
              <a:t>input</a:t>
            </a:r>
            <a:r>
              <a:rPr sz="1650" spc="-5" dirty="0">
                <a:solidFill>
                  <a:srgbClr val="FF0000"/>
                </a:solidFill>
                <a:latin typeface="Arial MT"/>
                <a:cs typeface="Arial MT"/>
              </a:rPr>
              <a:t> </a:t>
            </a:r>
            <a:r>
              <a:rPr sz="1650" dirty="0">
                <a:solidFill>
                  <a:srgbClr val="FF0000"/>
                </a:solidFill>
                <a:latin typeface="Arial MT"/>
                <a:cs typeface="Arial MT"/>
              </a:rPr>
              <a:t>from</a:t>
            </a:r>
            <a:r>
              <a:rPr sz="1650" spc="-5" dirty="0">
                <a:solidFill>
                  <a:srgbClr val="FF0000"/>
                </a:solidFill>
                <a:latin typeface="Arial MT"/>
                <a:cs typeface="Arial MT"/>
              </a:rPr>
              <a:t> </a:t>
            </a:r>
            <a:r>
              <a:rPr sz="1650" dirty="0">
                <a:solidFill>
                  <a:srgbClr val="FF0000"/>
                </a:solidFill>
                <a:latin typeface="Arial MT"/>
                <a:cs typeface="Arial MT"/>
              </a:rPr>
              <a:t>the</a:t>
            </a:r>
            <a:r>
              <a:rPr sz="1650" spc="-5" dirty="0">
                <a:solidFill>
                  <a:srgbClr val="FF0000"/>
                </a:solidFill>
                <a:latin typeface="Arial MT"/>
                <a:cs typeface="Arial MT"/>
              </a:rPr>
              <a:t> </a:t>
            </a:r>
            <a:r>
              <a:rPr sz="1650" dirty="0">
                <a:solidFill>
                  <a:srgbClr val="FF0000"/>
                </a:solidFill>
                <a:latin typeface="Arial MT"/>
                <a:cs typeface="Arial MT"/>
              </a:rPr>
              <a:t>user</a:t>
            </a:r>
            <a:endParaRPr sz="1650">
              <a:latin typeface="Arial MT"/>
              <a:cs typeface="Arial MT"/>
            </a:endParaRPr>
          </a:p>
          <a:p>
            <a:pPr marL="12700" marR="5080">
              <a:lnSpc>
                <a:spcPct val="108500"/>
              </a:lnSpc>
            </a:pPr>
            <a:r>
              <a:rPr sz="1650" spc="5" dirty="0">
                <a:solidFill>
                  <a:srgbClr val="FF0000"/>
                </a:solidFill>
                <a:latin typeface="Arial MT"/>
                <a:cs typeface="Arial MT"/>
              </a:rPr>
              <a:t>num = </a:t>
            </a:r>
            <a:r>
              <a:rPr sz="1650" dirty="0">
                <a:solidFill>
                  <a:srgbClr val="FF0000"/>
                </a:solidFill>
                <a:latin typeface="Arial MT"/>
                <a:cs typeface="Arial MT"/>
              </a:rPr>
              <a:t>int(input("Enter </a:t>
            </a:r>
            <a:r>
              <a:rPr sz="1650" spc="5" dirty="0">
                <a:solidFill>
                  <a:srgbClr val="FF0000"/>
                </a:solidFill>
                <a:latin typeface="Arial MT"/>
                <a:cs typeface="Arial MT"/>
              </a:rPr>
              <a:t>a value: </a:t>
            </a:r>
            <a:r>
              <a:rPr sz="1650" dirty="0">
                <a:solidFill>
                  <a:srgbClr val="FF0000"/>
                </a:solidFill>
                <a:latin typeface="Arial MT"/>
                <a:cs typeface="Arial MT"/>
              </a:rPr>
              <a:t>")) </a:t>
            </a:r>
            <a:r>
              <a:rPr sz="1650" spc="-445" dirty="0">
                <a:solidFill>
                  <a:srgbClr val="FF0000"/>
                </a:solidFill>
                <a:latin typeface="Arial MT"/>
                <a:cs typeface="Arial MT"/>
              </a:rPr>
              <a:t> </a:t>
            </a:r>
            <a:r>
              <a:rPr sz="1650" spc="5" dirty="0">
                <a:solidFill>
                  <a:srgbClr val="FF0000"/>
                </a:solidFill>
                <a:latin typeface="Arial MT"/>
                <a:cs typeface="Arial MT"/>
              </a:rPr>
              <a:t>add</a:t>
            </a:r>
            <a:r>
              <a:rPr sz="1650" spc="-5" dirty="0">
                <a:solidFill>
                  <a:srgbClr val="FF0000"/>
                </a:solidFill>
                <a:latin typeface="Arial MT"/>
                <a:cs typeface="Arial MT"/>
              </a:rPr>
              <a:t> </a:t>
            </a:r>
            <a:r>
              <a:rPr sz="1650" spc="5" dirty="0">
                <a:solidFill>
                  <a:srgbClr val="FF0000"/>
                </a:solidFill>
                <a:latin typeface="Arial MT"/>
                <a:cs typeface="Arial MT"/>
              </a:rPr>
              <a:t>=</a:t>
            </a:r>
            <a:r>
              <a:rPr sz="1650" spc="-5" dirty="0">
                <a:solidFill>
                  <a:srgbClr val="FF0000"/>
                </a:solidFill>
                <a:latin typeface="Arial MT"/>
                <a:cs typeface="Arial MT"/>
              </a:rPr>
              <a:t> </a:t>
            </a:r>
            <a:r>
              <a:rPr sz="1650" spc="5" dirty="0">
                <a:solidFill>
                  <a:srgbClr val="FF0000"/>
                </a:solidFill>
                <a:latin typeface="Arial MT"/>
                <a:cs typeface="Arial MT"/>
              </a:rPr>
              <a:t>num</a:t>
            </a:r>
            <a:r>
              <a:rPr sz="1650" spc="-5" dirty="0">
                <a:solidFill>
                  <a:srgbClr val="FF0000"/>
                </a:solidFill>
                <a:latin typeface="Arial MT"/>
                <a:cs typeface="Arial MT"/>
              </a:rPr>
              <a:t> </a:t>
            </a:r>
            <a:r>
              <a:rPr sz="1650" spc="5" dirty="0">
                <a:solidFill>
                  <a:srgbClr val="FF0000"/>
                </a:solidFill>
                <a:latin typeface="Arial MT"/>
                <a:cs typeface="Arial MT"/>
              </a:rPr>
              <a:t>+</a:t>
            </a:r>
            <a:r>
              <a:rPr sz="1650" spc="-5" dirty="0">
                <a:solidFill>
                  <a:srgbClr val="FF0000"/>
                </a:solidFill>
                <a:latin typeface="Arial MT"/>
                <a:cs typeface="Arial MT"/>
              </a:rPr>
              <a:t> </a:t>
            </a:r>
            <a:r>
              <a:rPr sz="1650" spc="5" dirty="0">
                <a:solidFill>
                  <a:srgbClr val="FF0000"/>
                </a:solidFill>
                <a:latin typeface="Arial MT"/>
                <a:cs typeface="Arial MT"/>
              </a:rPr>
              <a:t>5</a:t>
            </a:r>
            <a:endParaRPr sz="1650">
              <a:latin typeface="Arial MT"/>
              <a:cs typeface="Arial MT"/>
            </a:endParaRPr>
          </a:p>
          <a:p>
            <a:pPr marL="12700">
              <a:lnSpc>
                <a:spcPct val="100000"/>
              </a:lnSpc>
              <a:spcBef>
                <a:spcPts val="170"/>
              </a:spcBef>
            </a:pPr>
            <a:r>
              <a:rPr sz="1650" spc="5" dirty="0">
                <a:solidFill>
                  <a:srgbClr val="FF0000"/>
                </a:solidFill>
                <a:latin typeface="Arial MT"/>
                <a:cs typeface="Arial MT"/>
              </a:rPr>
              <a:t>#</a:t>
            </a:r>
            <a:r>
              <a:rPr sz="1650" spc="-40" dirty="0">
                <a:solidFill>
                  <a:srgbClr val="FF0000"/>
                </a:solidFill>
                <a:latin typeface="Arial MT"/>
                <a:cs typeface="Arial MT"/>
              </a:rPr>
              <a:t> </a:t>
            </a:r>
            <a:r>
              <a:rPr sz="1650" dirty="0">
                <a:solidFill>
                  <a:srgbClr val="FF0000"/>
                </a:solidFill>
                <a:latin typeface="Arial MT"/>
                <a:cs typeface="Arial MT"/>
              </a:rPr>
              <a:t>Output</a:t>
            </a:r>
            <a:endParaRPr sz="1650">
              <a:latin typeface="Arial MT"/>
              <a:cs typeface="Arial MT"/>
            </a:endParaRPr>
          </a:p>
          <a:p>
            <a:pPr marL="12700">
              <a:lnSpc>
                <a:spcPct val="100000"/>
              </a:lnSpc>
              <a:spcBef>
                <a:spcPts val="165"/>
              </a:spcBef>
            </a:pPr>
            <a:r>
              <a:rPr sz="1650" dirty="0">
                <a:solidFill>
                  <a:srgbClr val="FF0000"/>
                </a:solidFill>
                <a:latin typeface="Arial MT"/>
                <a:cs typeface="Arial MT"/>
              </a:rPr>
              <a:t>print("The</a:t>
            </a:r>
            <a:r>
              <a:rPr sz="1650" spc="-10" dirty="0">
                <a:solidFill>
                  <a:srgbClr val="FF0000"/>
                </a:solidFill>
                <a:latin typeface="Arial MT"/>
                <a:cs typeface="Arial MT"/>
              </a:rPr>
              <a:t> </a:t>
            </a:r>
            <a:r>
              <a:rPr sz="1650" spc="5" dirty="0">
                <a:solidFill>
                  <a:srgbClr val="FF0000"/>
                </a:solidFill>
                <a:latin typeface="Arial MT"/>
                <a:cs typeface="Arial MT"/>
              </a:rPr>
              <a:t>sum</a:t>
            </a:r>
            <a:r>
              <a:rPr sz="1650" spc="-10" dirty="0">
                <a:solidFill>
                  <a:srgbClr val="FF0000"/>
                </a:solidFill>
                <a:latin typeface="Arial MT"/>
                <a:cs typeface="Arial MT"/>
              </a:rPr>
              <a:t> </a:t>
            </a:r>
            <a:r>
              <a:rPr sz="1650" dirty="0">
                <a:solidFill>
                  <a:srgbClr val="FF0000"/>
                </a:solidFill>
                <a:latin typeface="Arial MT"/>
                <a:cs typeface="Arial MT"/>
              </a:rPr>
              <a:t>is</a:t>
            </a:r>
            <a:r>
              <a:rPr sz="1650" spc="-5" dirty="0">
                <a:solidFill>
                  <a:srgbClr val="FF0000"/>
                </a:solidFill>
                <a:latin typeface="Arial MT"/>
                <a:cs typeface="Arial MT"/>
              </a:rPr>
              <a:t> </a:t>
            </a:r>
            <a:r>
              <a:rPr sz="1650" spc="5" dirty="0">
                <a:solidFill>
                  <a:srgbClr val="FF0000"/>
                </a:solidFill>
                <a:latin typeface="Arial MT"/>
                <a:cs typeface="Arial MT"/>
              </a:rPr>
              <a:t>%d"</a:t>
            </a:r>
            <a:r>
              <a:rPr sz="1650" spc="-10" dirty="0">
                <a:solidFill>
                  <a:srgbClr val="FF0000"/>
                </a:solidFill>
                <a:latin typeface="Arial MT"/>
                <a:cs typeface="Arial MT"/>
              </a:rPr>
              <a:t> </a:t>
            </a:r>
            <a:r>
              <a:rPr sz="1650" dirty="0">
                <a:solidFill>
                  <a:srgbClr val="FF0000"/>
                </a:solidFill>
                <a:latin typeface="Arial MT"/>
                <a:cs typeface="Arial MT"/>
              </a:rPr>
              <a:t>%add)</a:t>
            </a:r>
            <a:endParaRPr sz="1650">
              <a:latin typeface="Arial MT"/>
              <a:cs typeface="Arial MT"/>
            </a:endParaRPr>
          </a:p>
        </p:txBody>
      </p:sp>
      <p:sp>
        <p:nvSpPr>
          <p:cNvPr id="5" name="object 5"/>
          <p:cNvSpPr txBox="1"/>
          <p:nvPr/>
        </p:nvSpPr>
        <p:spPr>
          <a:xfrm>
            <a:off x="6847006" y="4137260"/>
            <a:ext cx="1230630" cy="452120"/>
          </a:xfrm>
          <a:prstGeom prst="rect">
            <a:avLst/>
          </a:prstGeom>
        </p:spPr>
        <p:txBody>
          <a:bodyPr vert="horz" wrap="square" lIns="0" tIns="12700" rIns="0" bIns="0" rtlCol="0">
            <a:spAutoFit/>
          </a:bodyPr>
          <a:lstStyle/>
          <a:p>
            <a:pPr marL="12700" marR="5080">
              <a:lnSpc>
                <a:spcPct val="100000"/>
              </a:lnSpc>
              <a:spcBef>
                <a:spcPts val="100"/>
              </a:spcBef>
            </a:pPr>
            <a:r>
              <a:rPr sz="1400" spc="-10" dirty="0">
                <a:solidFill>
                  <a:srgbClr val="FF0000"/>
                </a:solidFill>
                <a:latin typeface="Calibri"/>
                <a:cs typeface="Calibri"/>
              </a:rPr>
              <a:t>Enter</a:t>
            </a:r>
            <a:r>
              <a:rPr sz="1400" spc="-35" dirty="0">
                <a:solidFill>
                  <a:srgbClr val="FF0000"/>
                </a:solidFill>
                <a:latin typeface="Calibri"/>
                <a:cs typeface="Calibri"/>
              </a:rPr>
              <a:t> </a:t>
            </a:r>
            <a:r>
              <a:rPr sz="1400" dirty="0">
                <a:solidFill>
                  <a:srgbClr val="FF0000"/>
                </a:solidFill>
                <a:latin typeface="Calibri"/>
                <a:cs typeface="Calibri"/>
              </a:rPr>
              <a:t>a</a:t>
            </a:r>
            <a:r>
              <a:rPr sz="1400" spc="-35" dirty="0">
                <a:solidFill>
                  <a:srgbClr val="FF0000"/>
                </a:solidFill>
                <a:latin typeface="Calibri"/>
                <a:cs typeface="Calibri"/>
              </a:rPr>
              <a:t> </a:t>
            </a:r>
            <a:r>
              <a:rPr sz="1400" spc="-5" dirty="0">
                <a:solidFill>
                  <a:srgbClr val="FF0000"/>
                </a:solidFill>
                <a:latin typeface="Calibri"/>
                <a:cs typeface="Calibri"/>
              </a:rPr>
              <a:t>value:</a:t>
            </a:r>
            <a:r>
              <a:rPr sz="1400" spc="-35" dirty="0">
                <a:solidFill>
                  <a:srgbClr val="FF0000"/>
                </a:solidFill>
                <a:latin typeface="Calibri"/>
                <a:cs typeface="Calibri"/>
              </a:rPr>
              <a:t> </a:t>
            </a:r>
            <a:r>
              <a:rPr sz="1400" spc="-5" dirty="0">
                <a:solidFill>
                  <a:srgbClr val="FF0000"/>
                </a:solidFill>
                <a:latin typeface="Calibri"/>
                <a:cs typeface="Calibri"/>
              </a:rPr>
              <a:t>50 </a:t>
            </a:r>
            <a:r>
              <a:rPr sz="1400" spc="-300" dirty="0">
                <a:solidFill>
                  <a:srgbClr val="FF0000"/>
                </a:solidFill>
                <a:latin typeface="Calibri"/>
                <a:cs typeface="Calibri"/>
              </a:rPr>
              <a:t> </a:t>
            </a:r>
            <a:r>
              <a:rPr sz="1400" spc="-5" dirty="0">
                <a:solidFill>
                  <a:srgbClr val="FF0000"/>
                </a:solidFill>
                <a:latin typeface="Calibri"/>
                <a:cs typeface="Calibri"/>
              </a:rPr>
              <a:t>The</a:t>
            </a:r>
            <a:r>
              <a:rPr sz="1400" spc="-15" dirty="0">
                <a:solidFill>
                  <a:srgbClr val="FF0000"/>
                </a:solidFill>
                <a:latin typeface="Calibri"/>
                <a:cs typeface="Calibri"/>
              </a:rPr>
              <a:t> </a:t>
            </a:r>
            <a:r>
              <a:rPr sz="1400" spc="-5" dirty="0">
                <a:solidFill>
                  <a:srgbClr val="FF0000"/>
                </a:solidFill>
                <a:latin typeface="Calibri"/>
                <a:cs typeface="Calibri"/>
              </a:rPr>
              <a:t>sum</a:t>
            </a:r>
            <a:r>
              <a:rPr sz="1400" spc="-15" dirty="0">
                <a:solidFill>
                  <a:srgbClr val="FF0000"/>
                </a:solidFill>
                <a:latin typeface="Calibri"/>
                <a:cs typeface="Calibri"/>
              </a:rPr>
              <a:t> </a:t>
            </a:r>
            <a:r>
              <a:rPr sz="1400" spc="-5" dirty="0">
                <a:solidFill>
                  <a:srgbClr val="FF0000"/>
                </a:solidFill>
                <a:latin typeface="Calibri"/>
                <a:cs typeface="Calibri"/>
              </a:rPr>
              <a:t>is</a:t>
            </a:r>
            <a:r>
              <a:rPr sz="1400" spc="-15" dirty="0">
                <a:solidFill>
                  <a:srgbClr val="FF0000"/>
                </a:solidFill>
                <a:latin typeface="Calibri"/>
                <a:cs typeface="Calibri"/>
              </a:rPr>
              <a:t> </a:t>
            </a:r>
            <a:r>
              <a:rPr sz="1400" spc="-5" dirty="0">
                <a:solidFill>
                  <a:srgbClr val="FF0000"/>
                </a:solidFill>
                <a:latin typeface="Calibri"/>
                <a:cs typeface="Calibri"/>
              </a:rPr>
              <a:t>55</a:t>
            </a:r>
            <a:endParaRPr sz="1400">
              <a:latin typeface="Calibri"/>
              <a:cs typeface="Calibri"/>
            </a:endParaRPr>
          </a:p>
        </p:txBody>
      </p:sp>
      <p:sp>
        <p:nvSpPr>
          <p:cNvPr id="6" name="object 6"/>
          <p:cNvSpPr txBox="1"/>
          <p:nvPr/>
        </p:nvSpPr>
        <p:spPr>
          <a:xfrm>
            <a:off x="4056105" y="2889220"/>
            <a:ext cx="707390" cy="238760"/>
          </a:xfrm>
          <a:prstGeom prst="rect">
            <a:avLst/>
          </a:prstGeom>
        </p:spPr>
        <p:txBody>
          <a:bodyPr vert="horz" wrap="square" lIns="0" tIns="12700" rIns="0" bIns="0" rtlCol="0">
            <a:spAutoFit/>
          </a:bodyPr>
          <a:lstStyle/>
          <a:p>
            <a:pPr marL="12700">
              <a:lnSpc>
                <a:spcPct val="100000"/>
              </a:lnSpc>
              <a:spcBef>
                <a:spcPts val="100"/>
              </a:spcBef>
            </a:pPr>
            <a:r>
              <a:rPr sz="1400" spc="-5" dirty="0">
                <a:latin typeface="Calibri"/>
                <a:cs typeface="Calibri"/>
              </a:rPr>
              <a:t>%f</a:t>
            </a:r>
            <a:r>
              <a:rPr sz="1400" spc="-40" dirty="0">
                <a:latin typeface="Calibri"/>
                <a:cs typeface="Calibri"/>
              </a:rPr>
              <a:t> </a:t>
            </a:r>
            <a:r>
              <a:rPr sz="1400" dirty="0">
                <a:latin typeface="Calibri"/>
                <a:cs typeface="Calibri"/>
              </a:rPr>
              <a:t>–</a:t>
            </a:r>
            <a:r>
              <a:rPr sz="1400" spc="-35" dirty="0">
                <a:latin typeface="Calibri"/>
                <a:cs typeface="Calibri"/>
              </a:rPr>
              <a:t> </a:t>
            </a:r>
            <a:r>
              <a:rPr sz="1400" spc="-10" dirty="0">
                <a:latin typeface="Calibri"/>
                <a:cs typeface="Calibri"/>
              </a:rPr>
              <a:t>float</a:t>
            </a:r>
            <a:endParaRPr sz="1400">
              <a:latin typeface="Calibri"/>
              <a:cs typeface="Calibri"/>
            </a:endParaRPr>
          </a:p>
        </p:txBody>
      </p:sp>
      <p:sp>
        <p:nvSpPr>
          <p:cNvPr id="7" name="object 7"/>
          <p:cNvSpPr txBox="1"/>
          <p:nvPr/>
        </p:nvSpPr>
        <p:spPr>
          <a:xfrm>
            <a:off x="4056105" y="3742661"/>
            <a:ext cx="1301750" cy="452120"/>
          </a:xfrm>
          <a:prstGeom prst="rect">
            <a:avLst/>
          </a:prstGeom>
        </p:spPr>
        <p:txBody>
          <a:bodyPr vert="horz" wrap="square" lIns="0" tIns="12700" rIns="0" bIns="0" rtlCol="0">
            <a:spAutoFit/>
          </a:bodyPr>
          <a:lstStyle/>
          <a:p>
            <a:pPr marL="12700">
              <a:lnSpc>
                <a:spcPct val="100000"/>
              </a:lnSpc>
              <a:spcBef>
                <a:spcPts val="100"/>
              </a:spcBef>
            </a:pPr>
            <a:r>
              <a:rPr sz="1400" spc="-5" dirty="0">
                <a:latin typeface="Calibri"/>
                <a:cs typeface="Calibri"/>
              </a:rPr>
              <a:t>%s</a:t>
            </a:r>
            <a:r>
              <a:rPr sz="1400" spc="-30" dirty="0">
                <a:latin typeface="Calibri"/>
                <a:cs typeface="Calibri"/>
              </a:rPr>
              <a:t> </a:t>
            </a:r>
            <a:r>
              <a:rPr sz="1400" dirty="0">
                <a:latin typeface="Calibri"/>
                <a:cs typeface="Calibri"/>
              </a:rPr>
              <a:t>–</a:t>
            </a:r>
            <a:r>
              <a:rPr sz="1400" spc="-30" dirty="0">
                <a:latin typeface="Calibri"/>
                <a:cs typeface="Calibri"/>
              </a:rPr>
              <a:t> </a:t>
            </a:r>
            <a:r>
              <a:rPr sz="1400" spc="-10" dirty="0">
                <a:latin typeface="Calibri"/>
                <a:cs typeface="Calibri"/>
              </a:rPr>
              <a:t>string</a:t>
            </a:r>
            <a:endParaRPr sz="1400">
              <a:latin typeface="Calibri"/>
              <a:cs typeface="Calibri"/>
            </a:endParaRPr>
          </a:p>
          <a:p>
            <a:pPr marL="12700">
              <a:lnSpc>
                <a:spcPct val="100000"/>
              </a:lnSpc>
            </a:pPr>
            <a:r>
              <a:rPr sz="1400" spc="-5" dirty="0">
                <a:latin typeface="Calibri"/>
                <a:cs typeface="Calibri"/>
              </a:rPr>
              <a:t>%x</a:t>
            </a:r>
            <a:r>
              <a:rPr sz="1400" spc="-25" dirty="0">
                <a:latin typeface="Calibri"/>
                <a:cs typeface="Calibri"/>
              </a:rPr>
              <a:t> </a:t>
            </a:r>
            <a:r>
              <a:rPr sz="1400" dirty="0">
                <a:latin typeface="Calibri"/>
                <a:cs typeface="Calibri"/>
              </a:rPr>
              <a:t>–</a:t>
            </a:r>
            <a:r>
              <a:rPr sz="1400" spc="-25" dirty="0">
                <a:latin typeface="Calibri"/>
                <a:cs typeface="Calibri"/>
              </a:rPr>
              <a:t> </a:t>
            </a:r>
            <a:r>
              <a:rPr sz="1400" spc="-10" dirty="0">
                <a:latin typeface="Calibri"/>
                <a:cs typeface="Calibri"/>
              </a:rPr>
              <a:t>hexadecimal</a:t>
            </a:r>
            <a:endParaRPr sz="1400">
              <a:latin typeface="Calibri"/>
              <a:cs typeface="Calibri"/>
            </a:endParaRPr>
          </a:p>
        </p:txBody>
      </p:sp>
      <p:sp>
        <p:nvSpPr>
          <p:cNvPr id="8" name="object 8"/>
          <p:cNvSpPr txBox="1"/>
          <p:nvPr/>
        </p:nvSpPr>
        <p:spPr>
          <a:xfrm>
            <a:off x="4056105" y="4809460"/>
            <a:ext cx="767080" cy="238760"/>
          </a:xfrm>
          <a:prstGeom prst="rect">
            <a:avLst/>
          </a:prstGeom>
        </p:spPr>
        <p:txBody>
          <a:bodyPr vert="horz" wrap="square" lIns="0" tIns="12700" rIns="0" bIns="0" rtlCol="0">
            <a:spAutoFit/>
          </a:bodyPr>
          <a:lstStyle/>
          <a:p>
            <a:pPr marL="12700">
              <a:lnSpc>
                <a:spcPct val="100000"/>
              </a:lnSpc>
              <a:spcBef>
                <a:spcPts val="100"/>
              </a:spcBef>
            </a:pPr>
            <a:r>
              <a:rPr sz="1400" spc="-5" dirty="0">
                <a:latin typeface="Calibri"/>
                <a:cs typeface="Calibri"/>
              </a:rPr>
              <a:t>%o</a:t>
            </a:r>
            <a:r>
              <a:rPr sz="1400" spc="-40" dirty="0">
                <a:latin typeface="Calibri"/>
                <a:cs typeface="Calibri"/>
              </a:rPr>
              <a:t> </a:t>
            </a:r>
            <a:r>
              <a:rPr sz="1400" dirty="0">
                <a:latin typeface="Calibri"/>
                <a:cs typeface="Calibri"/>
              </a:rPr>
              <a:t>–</a:t>
            </a:r>
            <a:r>
              <a:rPr sz="1400" spc="-35" dirty="0">
                <a:latin typeface="Calibri"/>
                <a:cs typeface="Calibri"/>
              </a:rPr>
              <a:t> </a:t>
            </a:r>
            <a:r>
              <a:rPr sz="1400" spc="-10" dirty="0">
                <a:latin typeface="Calibri"/>
                <a:cs typeface="Calibri"/>
              </a:rPr>
              <a:t>octal</a:t>
            </a:r>
            <a:endParaRPr sz="1400">
              <a:latin typeface="Calibri"/>
              <a:cs typeface="Calibri"/>
            </a:endParaRP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1"/>
          <p:cNvSpPr/>
          <p:nvPr/>
        </p:nvSpPr>
        <p:spPr>
          <a:xfrm>
            <a:off x="0" y="0"/>
            <a:ext cx="9144000" cy="5143500"/>
          </a:xfrm>
          <a:prstGeom prst="rect">
            <a:avLst/>
          </a:prstGeom>
          <a:blipFill>
            <a:blip r:embed="rId2" cstate="print"/>
            <a:stretch>
              <a:fillRect/>
            </a:stretch>
          </a:blipFill>
        </p:spPr>
        <p:txBody>
          <a:bodyPr wrap="square" lIns="0" tIns="0" rIns="0" bIns="0" rtlCol="0">
            <a:spAutoFit/>
          </a:bodyPr>
          <a:lstStyle/>
          <a:p>
            <a:endParaRPr/>
          </a:p>
        </p:txBody>
      </p:sp>
      <p:sp>
        <p:nvSpPr>
          <p:cNvPr id="3" name="object 3"/>
          <p:cNvSpPr txBox="1"/>
          <p:nvPr/>
        </p:nvSpPr>
        <p:spPr>
          <a:xfrm>
            <a:off x="795099" y="2140808"/>
            <a:ext cx="6912457" cy="1025651"/>
          </a:xfrm>
          <a:prstGeom prst="rect">
            <a:avLst/>
          </a:prstGeom>
        </p:spPr>
        <p:txBody>
          <a:bodyPr vert="horz" wrap="square" lIns="0" tIns="0" rIns="0" bIns="0" rtlCol="0">
            <a:spAutoFit/>
          </a:bodyPr>
          <a:lstStyle/>
          <a:p>
            <a:pPr marL="0" marR="0">
              <a:lnSpc>
                <a:spcPts val="3936"/>
              </a:lnSpc>
              <a:spcBef>
                <a:spcPts val="0"/>
              </a:spcBef>
              <a:spcAft>
                <a:spcPts val="0"/>
              </a:spcAft>
            </a:pPr>
            <a:r>
              <a:rPr sz="3200" b="1" dirty="0">
                <a:solidFill>
                  <a:srgbClr val="C00000"/>
                </a:solidFill>
                <a:latin typeface="CTHTSI+LibreBaskerville-Bold"/>
                <a:cs typeface="CTHTSI+LibreBaskerville-Bold"/>
              </a:rPr>
              <a:t>4.1 SINGLE AND MULTI-LINE</a:t>
            </a:r>
          </a:p>
          <a:p>
            <a:pPr marL="0" marR="0">
              <a:lnSpc>
                <a:spcPts val="3840"/>
              </a:lnSpc>
              <a:spcBef>
                <a:spcPts val="50"/>
              </a:spcBef>
              <a:spcAft>
                <a:spcPts val="0"/>
              </a:spcAft>
            </a:pPr>
            <a:r>
              <a:rPr sz="3200" b="1" dirty="0">
                <a:solidFill>
                  <a:srgbClr val="C00000"/>
                </a:solidFill>
                <a:latin typeface="CTHTSI+LibreBaskerville-Bold"/>
                <a:cs typeface="CTHTSI+LibreBaskerville-Bold"/>
              </a:rPr>
              <a:t>COMMENDS</a:t>
            </a: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1"/>
          <p:cNvSpPr/>
          <p:nvPr/>
        </p:nvSpPr>
        <p:spPr>
          <a:xfrm>
            <a:off x="0" y="0"/>
            <a:ext cx="9144000" cy="5143500"/>
          </a:xfrm>
          <a:prstGeom prst="rect">
            <a:avLst/>
          </a:prstGeom>
          <a:blipFill>
            <a:blip r:embed="rId2" cstate="print"/>
            <a:stretch>
              <a:fillRect/>
            </a:stretch>
          </a:blipFill>
        </p:spPr>
        <p:txBody>
          <a:bodyPr wrap="square" lIns="0" tIns="0" rIns="0" bIns="0" rtlCol="0">
            <a:spAutoFit/>
          </a:bodyPr>
          <a:lstStyle/>
          <a:p>
            <a:endParaRPr/>
          </a:p>
        </p:txBody>
      </p:sp>
      <p:sp>
        <p:nvSpPr>
          <p:cNvPr id="3" name="object 3"/>
          <p:cNvSpPr txBox="1"/>
          <p:nvPr/>
        </p:nvSpPr>
        <p:spPr>
          <a:xfrm>
            <a:off x="549275" y="233414"/>
            <a:ext cx="3466051" cy="445963"/>
          </a:xfrm>
          <a:prstGeom prst="rect">
            <a:avLst/>
          </a:prstGeom>
        </p:spPr>
        <p:txBody>
          <a:bodyPr vert="horz" wrap="square" lIns="0" tIns="0" rIns="0" bIns="0" rtlCol="0">
            <a:spAutoFit/>
          </a:bodyPr>
          <a:lstStyle/>
          <a:p>
            <a:pPr marL="0" marR="0">
              <a:lnSpc>
                <a:spcPts val="3211"/>
              </a:lnSpc>
              <a:spcBef>
                <a:spcPts val="0"/>
              </a:spcBef>
              <a:spcAft>
                <a:spcPts val="0"/>
              </a:spcAft>
            </a:pPr>
            <a:r>
              <a:rPr sz="2900" b="1" dirty="0">
                <a:solidFill>
                  <a:srgbClr val="C00000"/>
                </a:solidFill>
                <a:latin typeface="CRUWVR+TimesNewRomanPS-BoldMT"/>
                <a:cs typeface="CRUWVR+TimesNewRomanPS-BoldMT"/>
              </a:rPr>
              <a:t>Comments</a:t>
            </a:r>
            <a:r>
              <a:rPr sz="2900" b="1" dirty="0">
                <a:solidFill>
                  <a:srgbClr val="C00000"/>
                </a:solidFill>
                <a:latin typeface="Times New Roman"/>
                <a:cs typeface="Times New Roman"/>
              </a:rPr>
              <a:t> </a:t>
            </a:r>
            <a:r>
              <a:rPr sz="2900" b="1" dirty="0">
                <a:solidFill>
                  <a:srgbClr val="C00000"/>
                </a:solidFill>
                <a:latin typeface="CRUWVR+TimesNewRomanPS-BoldMT"/>
                <a:cs typeface="CRUWVR+TimesNewRomanPS-BoldMT"/>
              </a:rPr>
              <a:t>in</a:t>
            </a:r>
            <a:r>
              <a:rPr sz="2900" b="1" dirty="0">
                <a:solidFill>
                  <a:srgbClr val="C00000"/>
                </a:solidFill>
                <a:latin typeface="Times New Roman"/>
                <a:cs typeface="Times New Roman"/>
              </a:rPr>
              <a:t> </a:t>
            </a:r>
            <a:r>
              <a:rPr sz="2900" b="1" dirty="0">
                <a:solidFill>
                  <a:srgbClr val="C00000"/>
                </a:solidFill>
                <a:latin typeface="CRUWVR+TimesNewRomanPS-BoldMT"/>
                <a:cs typeface="CRUWVR+TimesNewRomanPS-BoldMT"/>
              </a:rPr>
              <a:t>Python</a:t>
            </a:r>
          </a:p>
        </p:txBody>
      </p:sp>
      <p:sp>
        <p:nvSpPr>
          <p:cNvPr id="4" name="object 4"/>
          <p:cNvSpPr txBox="1"/>
          <p:nvPr/>
        </p:nvSpPr>
        <p:spPr>
          <a:xfrm>
            <a:off x="685800" y="754651"/>
            <a:ext cx="214647" cy="236735"/>
          </a:xfrm>
          <a:prstGeom prst="rect">
            <a:avLst/>
          </a:prstGeom>
        </p:spPr>
        <p:txBody>
          <a:bodyPr vert="horz" wrap="square" lIns="0" tIns="0" rIns="0" bIns="0" rtlCol="0">
            <a:spAutoFit/>
          </a:bodyPr>
          <a:lstStyle/>
          <a:p>
            <a:pPr marL="0" marR="0">
              <a:lnSpc>
                <a:spcPts val="1564"/>
              </a:lnSpc>
              <a:spcBef>
                <a:spcPts val="0"/>
              </a:spcBef>
              <a:spcAft>
                <a:spcPts val="0"/>
              </a:spcAft>
            </a:pPr>
            <a:r>
              <a:rPr sz="1400" dirty="0">
                <a:solidFill>
                  <a:srgbClr val="595959"/>
                </a:solidFill>
                <a:latin typeface="QPSRJE+ArialMT"/>
                <a:cs typeface="QPSRJE+ArialMT"/>
              </a:rPr>
              <a:t>•</a:t>
            </a:r>
          </a:p>
        </p:txBody>
      </p:sp>
      <p:sp>
        <p:nvSpPr>
          <p:cNvPr id="5" name="object 5"/>
          <p:cNvSpPr txBox="1"/>
          <p:nvPr/>
        </p:nvSpPr>
        <p:spPr>
          <a:xfrm>
            <a:off x="914400" y="621364"/>
            <a:ext cx="7645962" cy="1117002"/>
          </a:xfrm>
          <a:prstGeom prst="rect">
            <a:avLst/>
          </a:prstGeom>
        </p:spPr>
        <p:txBody>
          <a:bodyPr vert="horz" wrap="square" lIns="0" tIns="0" rIns="0" bIns="0" rtlCol="0">
            <a:spAutoFit/>
          </a:bodyPr>
          <a:lstStyle/>
          <a:p>
            <a:pPr marL="0" marR="0">
              <a:lnSpc>
                <a:spcPts val="2879"/>
              </a:lnSpc>
              <a:spcBef>
                <a:spcPts val="0"/>
              </a:spcBef>
              <a:spcAft>
                <a:spcPts val="0"/>
              </a:spcAft>
            </a:pPr>
            <a:r>
              <a:rPr sz="2600" dirty="0">
                <a:solidFill>
                  <a:srgbClr val="000000"/>
                </a:solidFill>
                <a:latin typeface="SNTQHS+TimesNewRomanPSMT"/>
                <a:cs typeface="SNTQHS+TimesNewRomanPSMT"/>
              </a:rPr>
              <a:t>Comments</a:t>
            </a:r>
            <a:r>
              <a:rPr sz="2600" dirty="0">
                <a:solidFill>
                  <a:srgbClr val="000000"/>
                </a:solidFill>
                <a:latin typeface="Times New Roman"/>
                <a:cs typeface="Times New Roman"/>
              </a:rPr>
              <a:t> </a:t>
            </a:r>
            <a:r>
              <a:rPr sz="2600" dirty="0">
                <a:solidFill>
                  <a:srgbClr val="000000"/>
                </a:solidFill>
                <a:latin typeface="SNTQHS+TimesNewRomanPSMT"/>
                <a:cs typeface="SNTQHS+TimesNewRomanPSMT"/>
              </a:rPr>
              <a:t>are</a:t>
            </a:r>
            <a:r>
              <a:rPr sz="2600" dirty="0">
                <a:solidFill>
                  <a:srgbClr val="000000"/>
                </a:solidFill>
                <a:latin typeface="Times New Roman"/>
                <a:cs typeface="Times New Roman"/>
              </a:rPr>
              <a:t> </a:t>
            </a:r>
            <a:r>
              <a:rPr sz="2600" dirty="0">
                <a:solidFill>
                  <a:srgbClr val="000000"/>
                </a:solidFill>
                <a:latin typeface="SNTQHS+TimesNewRomanPSMT"/>
                <a:cs typeface="SNTQHS+TimesNewRomanPSMT"/>
              </a:rPr>
              <a:t>descriptions</a:t>
            </a:r>
            <a:r>
              <a:rPr sz="2600" dirty="0">
                <a:solidFill>
                  <a:srgbClr val="000000"/>
                </a:solidFill>
                <a:latin typeface="Times New Roman"/>
                <a:cs typeface="Times New Roman"/>
              </a:rPr>
              <a:t> </a:t>
            </a:r>
            <a:r>
              <a:rPr sz="2600" dirty="0">
                <a:solidFill>
                  <a:srgbClr val="000000"/>
                </a:solidFill>
                <a:latin typeface="SNTQHS+TimesNewRomanPSMT"/>
                <a:cs typeface="SNTQHS+TimesNewRomanPSMT"/>
              </a:rPr>
              <a:t>that</a:t>
            </a:r>
            <a:r>
              <a:rPr sz="2600" dirty="0">
                <a:solidFill>
                  <a:srgbClr val="000000"/>
                </a:solidFill>
                <a:latin typeface="Times New Roman"/>
                <a:cs typeface="Times New Roman"/>
              </a:rPr>
              <a:t> </a:t>
            </a:r>
            <a:r>
              <a:rPr sz="2600" dirty="0">
                <a:solidFill>
                  <a:srgbClr val="000000"/>
                </a:solidFill>
                <a:latin typeface="SNTQHS+TimesNewRomanPSMT"/>
                <a:cs typeface="SNTQHS+TimesNewRomanPSMT"/>
              </a:rPr>
              <a:t>help</a:t>
            </a:r>
            <a:r>
              <a:rPr sz="2600" dirty="0">
                <a:solidFill>
                  <a:srgbClr val="000000"/>
                </a:solidFill>
                <a:latin typeface="Times New Roman"/>
                <a:cs typeface="Times New Roman"/>
              </a:rPr>
              <a:t> </a:t>
            </a:r>
            <a:r>
              <a:rPr sz="2600" dirty="0">
                <a:solidFill>
                  <a:srgbClr val="000000"/>
                </a:solidFill>
                <a:latin typeface="SNTQHS+TimesNewRomanPSMT"/>
                <a:cs typeface="SNTQHS+TimesNewRomanPSMT"/>
              </a:rPr>
              <a:t>programmers</a:t>
            </a:r>
            <a:r>
              <a:rPr sz="2600" dirty="0">
                <a:solidFill>
                  <a:srgbClr val="000000"/>
                </a:solidFill>
                <a:latin typeface="Times New Roman"/>
                <a:cs typeface="Times New Roman"/>
              </a:rPr>
              <a:t> </a:t>
            </a:r>
            <a:r>
              <a:rPr sz="2600" dirty="0">
                <a:solidFill>
                  <a:srgbClr val="000000"/>
                </a:solidFill>
                <a:latin typeface="SNTQHS+TimesNewRomanPSMT"/>
                <a:cs typeface="SNTQHS+TimesNewRomanPSMT"/>
              </a:rPr>
              <a:t>better</a:t>
            </a:r>
          </a:p>
          <a:p>
            <a:pPr marL="0" marR="0">
              <a:lnSpc>
                <a:spcPts val="2807"/>
              </a:lnSpc>
              <a:spcBef>
                <a:spcPts val="0"/>
              </a:spcBef>
              <a:spcAft>
                <a:spcPts val="0"/>
              </a:spcAft>
            </a:pPr>
            <a:r>
              <a:rPr sz="2600" dirty="0">
                <a:solidFill>
                  <a:srgbClr val="000000"/>
                </a:solidFill>
                <a:latin typeface="SNTQHS+TimesNewRomanPSMT"/>
                <a:cs typeface="SNTQHS+TimesNewRomanPSMT"/>
              </a:rPr>
              <a:t>understand</a:t>
            </a:r>
            <a:r>
              <a:rPr sz="2600" dirty="0">
                <a:solidFill>
                  <a:srgbClr val="000000"/>
                </a:solidFill>
                <a:latin typeface="Times New Roman"/>
                <a:cs typeface="Times New Roman"/>
              </a:rPr>
              <a:t> </a:t>
            </a:r>
            <a:r>
              <a:rPr sz="2600" dirty="0">
                <a:solidFill>
                  <a:srgbClr val="000000"/>
                </a:solidFill>
                <a:latin typeface="SNTQHS+TimesNewRomanPSMT"/>
                <a:cs typeface="SNTQHS+TimesNewRomanPSMT"/>
              </a:rPr>
              <a:t>the</a:t>
            </a:r>
            <a:r>
              <a:rPr sz="2600" dirty="0">
                <a:solidFill>
                  <a:srgbClr val="000000"/>
                </a:solidFill>
                <a:latin typeface="Times New Roman"/>
                <a:cs typeface="Times New Roman"/>
              </a:rPr>
              <a:t> </a:t>
            </a:r>
            <a:r>
              <a:rPr sz="2600" dirty="0">
                <a:solidFill>
                  <a:srgbClr val="000000"/>
                </a:solidFill>
                <a:latin typeface="SNTQHS+TimesNewRomanPSMT"/>
                <a:cs typeface="SNTQHS+TimesNewRomanPSMT"/>
              </a:rPr>
              <a:t>intent</a:t>
            </a:r>
            <a:r>
              <a:rPr sz="2600" dirty="0">
                <a:solidFill>
                  <a:srgbClr val="000000"/>
                </a:solidFill>
                <a:latin typeface="Times New Roman"/>
                <a:cs typeface="Times New Roman"/>
              </a:rPr>
              <a:t> </a:t>
            </a:r>
            <a:r>
              <a:rPr sz="2600" dirty="0">
                <a:solidFill>
                  <a:srgbClr val="000000"/>
                </a:solidFill>
                <a:latin typeface="SNTQHS+TimesNewRomanPSMT"/>
                <a:cs typeface="SNTQHS+TimesNewRomanPSMT"/>
              </a:rPr>
              <a:t>and</a:t>
            </a:r>
            <a:r>
              <a:rPr sz="2600" dirty="0">
                <a:solidFill>
                  <a:srgbClr val="000000"/>
                </a:solidFill>
                <a:latin typeface="Times New Roman"/>
                <a:cs typeface="Times New Roman"/>
              </a:rPr>
              <a:t> </a:t>
            </a:r>
            <a:r>
              <a:rPr sz="2600" dirty="0">
                <a:solidFill>
                  <a:srgbClr val="000000"/>
                </a:solidFill>
                <a:latin typeface="SNTQHS+TimesNewRomanPSMT"/>
                <a:cs typeface="SNTQHS+TimesNewRomanPSMT"/>
              </a:rPr>
              <a:t>functionality</a:t>
            </a:r>
            <a:r>
              <a:rPr sz="2600" dirty="0">
                <a:solidFill>
                  <a:srgbClr val="000000"/>
                </a:solidFill>
                <a:latin typeface="Times New Roman"/>
                <a:cs typeface="Times New Roman"/>
              </a:rPr>
              <a:t> </a:t>
            </a:r>
            <a:r>
              <a:rPr sz="2600" dirty="0">
                <a:solidFill>
                  <a:srgbClr val="000000"/>
                </a:solidFill>
                <a:latin typeface="SNTQHS+TimesNewRomanPSMT"/>
                <a:cs typeface="SNTQHS+TimesNewRomanPSMT"/>
              </a:rPr>
              <a:t>of</a:t>
            </a:r>
            <a:r>
              <a:rPr sz="2600" dirty="0">
                <a:solidFill>
                  <a:srgbClr val="000000"/>
                </a:solidFill>
                <a:latin typeface="Times New Roman"/>
                <a:cs typeface="Times New Roman"/>
              </a:rPr>
              <a:t> </a:t>
            </a:r>
            <a:r>
              <a:rPr sz="2600" dirty="0">
                <a:solidFill>
                  <a:srgbClr val="000000"/>
                </a:solidFill>
                <a:latin typeface="SNTQHS+TimesNewRomanPSMT"/>
                <a:cs typeface="SNTQHS+TimesNewRomanPSMT"/>
              </a:rPr>
              <a:t>the</a:t>
            </a:r>
            <a:r>
              <a:rPr sz="2600" dirty="0">
                <a:solidFill>
                  <a:srgbClr val="000000"/>
                </a:solidFill>
                <a:latin typeface="Times New Roman"/>
                <a:cs typeface="Times New Roman"/>
              </a:rPr>
              <a:t> </a:t>
            </a:r>
            <a:r>
              <a:rPr sz="2600" dirty="0">
                <a:solidFill>
                  <a:srgbClr val="000000"/>
                </a:solidFill>
                <a:latin typeface="SNTQHS+TimesNewRomanPSMT"/>
                <a:cs typeface="SNTQHS+TimesNewRomanPSMT"/>
              </a:rPr>
              <a:t>program.</a:t>
            </a:r>
          </a:p>
          <a:p>
            <a:pPr marL="0" marR="0">
              <a:lnSpc>
                <a:spcPts val="2808"/>
              </a:lnSpc>
              <a:spcBef>
                <a:spcPts val="0"/>
              </a:spcBef>
              <a:spcAft>
                <a:spcPts val="0"/>
              </a:spcAft>
            </a:pPr>
            <a:r>
              <a:rPr sz="2600" dirty="0">
                <a:solidFill>
                  <a:srgbClr val="000000"/>
                </a:solidFill>
                <a:latin typeface="SNTQHS+TimesNewRomanPSMT"/>
                <a:cs typeface="SNTQHS+TimesNewRomanPSMT"/>
              </a:rPr>
              <a:t>They</a:t>
            </a:r>
            <a:r>
              <a:rPr sz="2600" dirty="0">
                <a:solidFill>
                  <a:srgbClr val="000000"/>
                </a:solidFill>
                <a:latin typeface="Times New Roman"/>
                <a:cs typeface="Times New Roman"/>
              </a:rPr>
              <a:t> </a:t>
            </a:r>
            <a:r>
              <a:rPr sz="2600" dirty="0">
                <a:solidFill>
                  <a:srgbClr val="000000"/>
                </a:solidFill>
                <a:latin typeface="SNTQHS+TimesNewRomanPSMT"/>
                <a:cs typeface="SNTQHS+TimesNewRomanPSMT"/>
              </a:rPr>
              <a:t>are</a:t>
            </a:r>
            <a:r>
              <a:rPr sz="2600" dirty="0">
                <a:solidFill>
                  <a:srgbClr val="000000"/>
                </a:solidFill>
                <a:latin typeface="Times New Roman"/>
                <a:cs typeface="Times New Roman"/>
              </a:rPr>
              <a:t> </a:t>
            </a:r>
            <a:r>
              <a:rPr sz="2600" dirty="0">
                <a:solidFill>
                  <a:srgbClr val="000000"/>
                </a:solidFill>
                <a:latin typeface="SNTQHS+TimesNewRomanPSMT"/>
                <a:cs typeface="SNTQHS+TimesNewRomanPSMT"/>
              </a:rPr>
              <a:t>completely</a:t>
            </a:r>
            <a:r>
              <a:rPr sz="2600" dirty="0">
                <a:solidFill>
                  <a:srgbClr val="000000"/>
                </a:solidFill>
                <a:latin typeface="Times New Roman"/>
                <a:cs typeface="Times New Roman"/>
              </a:rPr>
              <a:t> </a:t>
            </a:r>
            <a:r>
              <a:rPr sz="2600" dirty="0">
                <a:solidFill>
                  <a:srgbClr val="000000"/>
                </a:solidFill>
                <a:latin typeface="SNTQHS+TimesNewRomanPSMT"/>
                <a:cs typeface="SNTQHS+TimesNewRomanPSMT"/>
              </a:rPr>
              <a:t>ignored</a:t>
            </a:r>
            <a:r>
              <a:rPr sz="2600" dirty="0">
                <a:solidFill>
                  <a:srgbClr val="000000"/>
                </a:solidFill>
                <a:latin typeface="Times New Roman"/>
                <a:cs typeface="Times New Roman"/>
              </a:rPr>
              <a:t> </a:t>
            </a:r>
            <a:r>
              <a:rPr sz="2600" dirty="0">
                <a:solidFill>
                  <a:srgbClr val="000000"/>
                </a:solidFill>
                <a:latin typeface="SNTQHS+TimesNewRomanPSMT"/>
                <a:cs typeface="SNTQHS+TimesNewRomanPSMT"/>
              </a:rPr>
              <a:t>by</a:t>
            </a:r>
            <a:r>
              <a:rPr sz="2600" dirty="0">
                <a:solidFill>
                  <a:srgbClr val="000000"/>
                </a:solidFill>
                <a:latin typeface="Times New Roman"/>
                <a:cs typeface="Times New Roman"/>
              </a:rPr>
              <a:t> </a:t>
            </a:r>
            <a:r>
              <a:rPr sz="2600" dirty="0">
                <a:solidFill>
                  <a:srgbClr val="000000"/>
                </a:solidFill>
                <a:latin typeface="SNTQHS+TimesNewRomanPSMT"/>
                <a:cs typeface="SNTQHS+TimesNewRomanPSMT"/>
              </a:rPr>
              <a:t>the</a:t>
            </a:r>
            <a:r>
              <a:rPr sz="2600" dirty="0">
                <a:solidFill>
                  <a:srgbClr val="000000"/>
                </a:solidFill>
                <a:latin typeface="Times New Roman"/>
                <a:cs typeface="Times New Roman"/>
              </a:rPr>
              <a:t> </a:t>
            </a:r>
            <a:r>
              <a:rPr sz="2600" dirty="0">
                <a:solidFill>
                  <a:srgbClr val="000000"/>
                </a:solidFill>
                <a:latin typeface="SNTQHS+TimesNewRomanPSMT"/>
                <a:cs typeface="SNTQHS+TimesNewRomanPSMT"/>
              </a:rPr>
              <a:t>Python</a:t>
            </a:r>
            <a:r>
              <a:rPr sz="2600" dirty="0">
                <a:solidFill>
                  <a:srgbClr val="000000"/>
                </a:solidFill>
                <a:latin typeface="Times New Roman"/>
                <a:cs typeface="Times New Roman"/>
              </a:rPr>
              <a:t> </a:t>
            </a:r>
            <a:r>
              <a:rPr sz="2600" dirty="0">
                <a:solidFill>
                  <a:srgbClr val="000000"/>
                </a:solidFill>
                <a:latin typeface="SNTQHS+TimesNewRomanPSMT"/>
                <a:cs typeface="SNTQHS+TimesNewRomanPSMT"/>
              </a:rPr>
              <a:t>interpreter.</a:t>
            </a:r>
          </a:p>
        </p:txBody>
      </p:sp>
      <p:sp>
        <p:nvSpPr>
          <p:cNvPr id="6" name="object 6"/>
          <p:cNvSpPr txBox="1"/>
          <p:nvPr/>
        </p:nvSpPr>
        <p:spPr>
          <a:xfrm>
            <a:off x="685800" y="1467884"/>
            <a:ext cx="214647" cy="236735"/>
          </a:xfrm>
          <a:prstGeom prst="rect">
            <a:avLst/>
          </a:prstGeom>
        </p:spPr>
        <p:txBody>
          <a:bodyPr vert="horz" wrap="square" lIns="0" tIns="0" rIns="0" bIns="0" rtlCol="0">
            <a:spAutoFit/>
          </a:bodyPr>
          <a:lstStyle/>
          <a:p>
            <a:pPr marL="0" marR="0">
              <a:lnSpc>
                <a:spcPts val="1564"/>
              </a:lnSpc>
              <a:spcBef>
                <a:spcPts val="0"/>
              </a:spcBef>
              <a:spcAft>
                <a:spcPts val="0"/>
              </a:spcAft>
            </a:pPr>
            <a:r>
              <a:rPr sz="1400" dirty="0">
                <a:solidFill>
                  <a:srgbClr val="595959"/>
                </a:solidFill>
                <a:latin typeface="QPSRJE+ArialMT"/>
                <a:cs typeface="QPSRJE+ArialMT"/>
              </a:rPr>
              <a:t>•</a:t>
            </a:r>
          </a:p>
        </p:txBody>
      </p:sp>
      <p:sp>
        <p:nvSpPr>
          <p:cNvPr id="7" name="object 7"/>
          <p:cNvSpPr txBox="1"/>
          <p:nvPr/>
        </p:nvSpPr>
        <p:spPr>
          <a:xfrm>
            <a:off x="685800" y="1691211"/>
            <a:ext cx="4654729" cy="403770"/>
          </a:xfrm>
          <a:prstGeom prst="rect">
            <a:avLst/>
          </a:prstGeom>
        </p:spPr>
        <p:txBody>
          <a:bodyPr vert="horz" wrap="square" lIns="0" tIns="0" rIns="0" bIns="0" rtlCol="0">
            <a:spAutoFit/>
          </a:bodyPr>
          <a:lstStyle/>
          <a:p>
            <a:pPr marL="0" marR="0">
              <a:lnSpc>
                <a:spcPts val="2879"/>
              </a:lnSpc>
              <a:spcBef>
                <a:spcPts val="0"/>
              </a:spcBef>
              <a:spcAft>
                <a:spcPts val="0"/>
              </a:spcAft>
            </a:pPr>
            <a:r>
              <a:rPr sz="2600" b="1" dirty="0">
                <a:solidFill>
                  <a:srgbClr val="000000"/>
                </a:solidFill>
                <a:latin typeface="CRUWVR+TimesNewRomanPS-BoldMT"/>
                <a:cs typeface="CRUWVR+TimesNewRomanPS-BoldMT"/>
              </a:rPr>
              <a:t>Advantages</a:t>
            </a:r>
            <a:r>
              <a:rPr sz="2600" b="1" dirty="0">
                <a:solidFill>
                  <a:srgbClr val="000000"/>
                </a:solidFill>
                <a:latin typeface="Times New Roman"/>
                <a:cs typeface="Times New Roman"/>
              </a:rPr>
              <a:t> </a:t>
            </a:r>
            <a:r>
              <a:rPr sz="2600" b="1" dirty="0">
                <a:solidFill>
                  <a:srgbClr val="000000"/>
                </a:solidFill>
                <a:latin typeface="CRUWVR+TimesNewRomanPS-BoldMT"/>
                <a:cs typeface="CRUWVR+TimesNewRomanPS-BoldMT"/>
              </a:rPr>
              <a:t>of</a:t>
            </a:r>
            <a:r>
              <a:rPr sz="2600" b="1" dirty="0">
                <a:solidFill>
                  <a:srgbClr val="000000"/>
                </a:solidFill>
                <a:latin typeface="Times New Roman"/>
                <a:cs typeface="Times New Roman"/>
              </a:rPr>
              <a:t> </a:t>
            </a:r>
            <a:r>
              <a:rPr sz="2600" b="1" dirty="0">
                <a:solidFill>
                  <a:srgbClr val="000000"/>
                </a:solidFill>
                <a:latin typeface="CRUWVR+TimesNewRomanPS-BoldMT"/>
                <a:cs typeface="CRUWVR+TimesNewRomanPS-BoldMT"/>
              </a:rPr>
              <a:t>Using</a:t>
            </a:r>
            <a:r>
              <a:rPr sz="2600" b="1" dirty="0">
                <a:solidFill>
                  <a:srgbClr val="000000"/>
                </a:solidFill>
                <a:latin typeface="Times New Roman"/>
                <a:cs typeface="Times New Roman"/>
              </a:rPr>
              <a:t> </a:t>
            </a:r>
            <a:r>
              <a:rPr sz="2600" b="1" dirty="0">
                <a:solidFill>
                  <a:srgbClr val="000000"/>
                </a:solidFill>
                <a:latin typeface="CRUWVR+TimesNewRomanPS-BoldMT"/>
                <a:cs typeface="CRUWVR+TimesNewRomanPS-BoldMT"/>
              </a:rPr>
              <a:t>Comments</a:t>
            </a:r>
          </a:p>
        </p:txBody>
      </p:sp>
      <p:sp>
        <p:nvSpPr>
          <p:cNvPr id="8" name="object 8"/>
          <p:cNvSpPr txBox="1"/>
          <p:nvPr/>
        </p:nvSpPr>
        <p:spPr>
          <a:xfrm>
            <a:off x="685800" y="2181115"/>
            <a:ext cx="214647" cy="236735"/>
          </a:xfrm>
          <a:prstGeom prst="rect">
            <a:avLst/>
          </a:prstGeom>
        </p:spPr>
        <p:txBody>
          <a:bodyPr vert="horz" wrap="square" lIns="0" tIns="0" rIns="0" bIns="0" rtlCol="0">
            <a:spAutoFit/>
          </a:bodyPr>
          <a:lstStyle/>
          <a:p>
            <a:pPr marL="0" marR="0">
              <a:lnSpc>
                <a:spcPts val="1564"/>
              </a:lnSpc>
              <a:spcBef>
                <a:spcPts val="0"/>
              </a:spcBef>
              <a:spcAft>
                <a:spcPts val="0"/>
              </a:spcAft>
            </a:pPr>
            <a:r>
              <a:rPr sz="1400" dirty="0">
                <a:solidFill>
                  <a:srgbClr val="595959"/>
                </a:solidFill>
                <a:latin typeface="QPSRJE+ArialMT"/>
                <a:cs typeface="QPSRJE+ArialMT"/>
              </a:rPr>
              <a:t>•</a:t>
            </a:r>
          </a:p>
        </p:txBody>
      </p:sp>
      <p:sp>
        <p:nvSpPr>
          <p:cNvPr id="9" name="object 9"/>
          <p:cNvSpPr txBox="1"/>
          <p:nvPr/>
        </p:nvSpPr>
        <p:spPr>
          <a:xfrm>
            <a:off x="914400" y="2047827"/>
            <a:ext cx="7894549" cy="1473618"/>
          </a:xfrm>
          <a:prstGeom prst="rect">
            <a:avLst/>
          </a:prstGeom>
        </p:spPr>
        <p:txBody>
          <a:bodyPr vert="horz" wrap="square" lIns="0" tIns="0" rIns="0" bIns="0" rtlCol="0">
            <a:spAutoFit/>
          </a:bodyPr>
          <a:lstStyle/>
          <a:p>
            <a:pPr marL="0" marR="0">
              <a:lnSpc>
                <a:spcPts val="2879"/>
              </a:lnSpc>
              <a:spcBef>
                <a:spcPts val="0"/>
              </a:spcBef>
              <a:spcAft>
                <a:spcPts val="0"/>
              </a:spcAft>
            </a:pPr>
            <a:r>
              <a:rPr sz="2600" dirty="0">
                <a:solidFill>
                  <a:srgbClr val="000000"/>
                </a:solidFill>
                <a:latin typeface="SNTQHS+TimesNewRomanPSMT"/>
                <a:cs typeface="SNTQHS+TimesNewRomanPSMT"/>
              </a:rPr>
              <a:t>Using</a:t>
            </a:r>
            <a:r>
              <a:rPr sz="2600" dirty="0">
                <a:solidFill>
                  <a:srgbClr val="000000"/>
                </a:solidFill>
                <a:latin typeface="Times New Roman"/>
                <a:cs typeface="Times New Roman"/>
              </a:rPr>
              <a:t> </a:t>
            </a:r>
            <a:r>
              <a:rPr sz="2600" dirty="0">
                <a:solidFill>
                  <a:srgbClr val="000000"/>
                </a:solidFill>
                <a:latin typeface="SNTQHS+TimesNewRomanPSMT"/>
                <a:cs typeface="SNTQHS+TimesNewRomanPSMT"/>
              </a:rPr>
              <a:t>comments</a:t>
            </a:r>
            <a:r>
              <a:rPr sz="2600" dirty="0">
                <a:solidFill>
                  <a:srgbClr val="000000"/>
                </a:solidFill>
                <a:latin typeface="Times New Roman"/>
                <a:cs typeface="Times New Roman"/>
              </a:rPr>
              <a:t> </a:t>
            </a:r>
            <a:r>
              <a:rPr sz="2600" dirty="0">
                <a:solidFill>
                  <a:srgbClr val="000000"/>
                </a:solidFill>
                <a:latin typeface="SNTQHS+TimesNewRomanPSMT"/>
                <a:cs typeface="SNTQHS+TimesNewRomanPSMT"/>
              </a:rPr>
              <a:t>in</a:t>
            </a:r>
            <a:r>
              <a:rPr sz="2600" dirty="0">
                <a:solidFill>
                  <a:srgbClr val="000000"/>
                </a:solidFill>
                <a:latin typeface="Times New Roman"/>
                <a:cs typeface="Times New Roman"/>
              </a:rPr>
              <a:t> </a:t>
            </a:r>
            <a:r>
              <a:rPr sz="2600" dirty="0">
                <a:solidFill>
                  <a:srgbClr val="000000"/>
                </a:solidFill>
                <a:latin typeface="SNTQHS+TimesNewRomanPSMT"/>
                <a:cs typeface="SNTQHS+TimesNewRomanPSMT"/>
              </a:rPr>
              <a:t>programs</a:t>
            </a:r>
            <a:r>
              <a:rPr sz="2600" dirty="0">
                <a:solidFill>
                  <a:srgbClr val="000000"/>
                </a:solidFill>
                <a:latin typeface="Times New Roman"/>
                <a:cs typeface="Times New Roman"/>
              </a:rPr>
              <a:t> </a:t>
            </a:r>
            <a:r>
              <a:rPr sz="2600" dirty="0">
                <a:solidFill>
                  <a:srgbClr val="000000"/>
                </a:solidFill>
                <a:latin typeface="SNTQHS+TimesNewRomanPSMT"/>
                <a:cs typeface="SNTQHS+TimesNewRomanPSMT"/>
              </a:rPr>
              <a:t>makes</a:t>
            </a:r>
            <a:r>
              <a:rPr sz="2600" dirty="0">
                <a:solidFill>
                  <a:srgbClr val="000000"/>
                </a:solidFill>
                <a:latin typeface="Times New Roman"/>
                <a:cs typeface="Times New Roman"/>
              </a:rPr>
              <a:t> </a:t>
            </a:r>
            <a:r>
              <a:rPr sz="2600" dirty="0">
                <a:solidFill>
                  <a:srgbClr val="000000"/>
                </a:solidFill>
                <a:latin typeface="SNTQHS+TimesNewRomanPSMT"/>
                <a:cs typeface="SNTQHS+TimesNewRomanPSMT"/>
              </a:rPr>
              <a:t>our</a:t>
            </a:r>
            <a:r>
              <a:rPr sz="2600" dirty="0">
                <a:solidFill>
                  <a:srgbClr val="000000"/>
                </a:solidFill>
                <a:latin typeface="Times New Roman"/>
                <a:cs typeface="Times New Roman"/>
              </a:rPr>
              <a:t> </a:t>
            </a:r>
            <a:r>
              <a:rPr sz="2600" dirty="0">
                <a:solidFill>
                  <a:srgbClr val="000000"/>
                </a:solidFill>
                <a:latin typeface="SNTQHS+TimesNewRomanPSMT"/>
                <a:cs typeface="SNTQHS+TimesNewRomanPSMT"/>
              </a:rPr>
              <a:t>code</a:t>
            </a:r>
            <a:r>
              <a:rPr sz="2600" dirty="0">
                <a:solidFill>
                  <a:srgbClr val="000000"/>
                </a:solidFill>
                <a:latin typeface="Times New Roman"/>
                <a:cs typeface="Times New Roman"/>
              </a:rPr>
              <a:t> </a:t>
            </a:r>
            <a:r>
              <a:rPr sz="2600" dirty="0">
                <a:solidFill>
                  <a:srgbClr val="000000"/>
                </a:solidFill>
                <a:latin typeface="SNTQHS+TimesNewRomanPSMT"/>
                <a:cs typeface="SNTQHS+TimesNewRomanPSMT"/>
              </a:rPr>
              <a:t>more</a:t>
            </a:r>
          </a:p>
          <a:p>
            <a:pPr marL="0" marR="0">
              <a:lnSpc>
                <a:spcPts val="2808"/>
              </a:lnSpc>
              <a:spcBef>
                <a:spcPts val="0"/>
              </a:spcBef>
              <a:spcAft>
                <a:spcPts val="0"/>
              </a:spcAft>
            </a:pPr>
            <a:r>
              <a:rPr sz="2600" dirty="0">
                <a:solidFill>
                  <a:srgbClr val="000000"/>
                </a:solidFill>
                <a:latin typeface="SNTQHS+TimesNewRomanPSMT"/>
                <a:cs typeface="SNTQHS+TimesNewRomanPSMT"/>
              </a:rPr>
              <a:t>understandable.</a:t>
            </a:r>
            <a:r>
              <a:rPr sz="2600" dirty="0">
                <a:solidFill>
                  <a:srgbClr val="000000"/>
                </a:solidFill>
                <a:latin typeface="Times New Roman"/>
                <a:cs typeface="Times New Roman"/>
              </a:rPr>
              <a:t> </a:t>
            </a:r>
            <a:r>
              <a:rPr sz="2600" dirty="0">
                <a:solidFill>
                  <a:srgbClr val="000000"/>
                </a:solidFill>
                <a:latin typeface="SNTQHS+TimesNewRomanPSMT"/>
                <a:cs typeface="SNTQHS+TimesNewRomanPSMT"/>
              </a:rPr>
              <a:t>It</a:t>
            </a:r>
            <a:r>
              <a:rPr sz="2600" dirty="0">
                <a:solidFill>
                  <a:srgbClr val="000000"/>
                </a:solidFill>
                <a:latin typeface="Times New Roman"/>
                <a:cs typeface="Times New Roman"/>
              </a:rPr>
              <a:t> </a:t>
            </a:r>
            <a:r>
              <a:rPr sz="2600" dirty="0">
                <a:solidFill>
                  <a:srgbClr val="000000"/>
                </a:solidFill>
                <a:latin typeface="SNTQHS+TimesNewRomanPSMT"/>
                <a:cs typeface="SNTQHS+TimesNewRomanPSMT"/>
              </a:rPr>
              <a:t>makes</a:t>
            </a:r>
            <a:r>
              <a:rPr sz="2600" dirty="0">
                <a:solidFill>
                  <a:srgbClr val="000000"/>
                </a:solidFill>
                <a:latin typeface="Times New Roman"/>
                <a:cs typeface="Times New Roman"/>
              </a:rPr>
              <a:t> </a:t>
            </a:r>
            <a:r>
              <a:rPr sz="2600" dirty="0">
                <a:solidFill>
                  <a:srgbClr val="000000"/>
                </a:solidFill>
                <a:latin typeface="SNTQHS+TimesNewRomanPSMT"/>
                <a:cs typeface="SNTQHS+TimesNewRomanPSMT"/>
              </a:rPr>
              <a:t>the</a:t>
            </a:r>
            <a:r>
              <a:rPr sz="2600" dirty="0">
                <a:solidFill>
                  <a:srgbClr val="000000"/>
                </a:solidFill>
                <a:latin typeface="Times New Roman"/>
                <a:cs typeface="Times New Roman"/>
              </a:rPr>
              <a:t> </a:t>
            </a:r>
            <a:r>
              <a:rPr sz="2600" dirty="0">
                <a:solidFill>
                  <a:srgbClr val="000000"/>
                </a:solidFill>
                <a:latin typeface="SNTQHS+TimesNewRomanPSMT"/>
                <a:cs typeface="SNTQHS+TimesNewRomanPSMT"/>
              </a:rPr>
              <a:t>program</a:t>
            </a:r>
            <a:r>
              <a:rPr sz="2600" dirty="0">
                <a:solidFill>
                  <a:srgbClr val="000000"/>
                </a:solidFill>
                <a:latin typeface="Times New Roman"/>
                <a:cs typeface="Times New Roman"/>
              </a:rPr>
              <a:t> </a:t>
            </a:r>
            <a:r>
              <a:rPr sz="2600" dirty="0">
                <a:solidFill>
                  <a:srgbClr val="000000"/>
                </a:solidFill>
                <a:latin typeface="SNTQHS+TimesNewRomanPSMT"/>
                <a:cs typeface="SNTQHS+TimesNewRomanPSMT"/>
              </a:rPr>
              <a:t>more</a:t>
            </a:r>
            <a:r>
              <a:rPr sz="2600" dirty="0">
                <a:solidFill>
                  <a:srgbClr val="000000"/>
                </a:solidFill>
                <a:latin typeface="Times New Roman"/>
                <a:cs typeface="Times New Roman"/>
              </a:rPr>
              <a:t> </a:t>
            </a:r>
            <a:r>
              <a:rPr sz="2600" dirty="0">
                <a:solidFill>
                  <a:srgbClr val="000000"/>
                </a:solidFill>
                <a:latin typeface="SNTQHS+TimesNewRomanPSMT"/>
                <a:cs typeface="SNTQHS+TimesNewRomanPSMT"/>
              </a:rPr>
              <a:t>readable</a:t>
            </a:r>
          </a:p>
          <a:p>
            <a:pPr marL="0" marR="0">
              <a:lnSpc>
                <a:spcPts val="2807"/>
              </a:lnSpc>
              <a:spcBef>
                <a:spcPts val="0"/>
              </a:spcBef>
              <a:spcAft>
                <a:spcPts val="0"/>
              </a:spcAft>
            </a:pPr>
            <a:r>
              <a:rPr sz="2600" dirty="0">
                <a:solidFill>
                  <a:srgbClr val="000000"/>
                </a:solidFill>
                <a:latin typeface="SNTQHS+TimesNewRomanPSMT"/>
                <a:cs typeface="SNTQHS+TimesNewRomanPSMT"/>
              </a:rPr>
              <a:t>which</a:t>
            </a:r>
            <a:r>
              <a:rPr sz="2600" dirty="0">
                <a:solidFill>
                  <a:srgbClr val="000000"/>
                </a:solidFill>
                <a:latin typeface="Times New Roman"/>
                <a:cs typeface="Times New Roman"/>
              </a:rPr>
              <a:t> </a:t>
            </a:r>
            <a:r>
              <a:rPr sz="2600" dirty="0">
                <a:solidFill>
                  <a:srgbClr val="000000"/>
                </a:solidFill>
                <a:latin typeface="SNTQHS+TimesNewRomanPSMT"/>
                <a:cs typeface="SNTQHS+TimesNewRomanPSMT"/>
              </a:rPr>
              <a:t>helps</a:t>
            </a:r>
            <a:r>
              <a:rPr sz="2600" dirty="0">
                <a:solidFill>
                  <a:srgbClr val="000000"/>
                </a:solidFill>
                <a:latin typeface="Times New Roman"/>
                <a:cs typeface="Times New Roman"/>
              </a:rPr>
              <a:t> </a:t>
            </a:r>
            <a:r>
              <a:rPr sz="2600" dirty="0">
                <a:solidFill>
                  <a:srgbClr val="000000"/>
                </a:solidFill>
                <a:latin typeface="SNTQHS+TimesNewRomanPSMT"/>
                <a:cs typeface="SNTQHS+TimesNewRomanPSMT"/>
              </a:rPr>
              <a:t>us</a:t>
            </a:r>
            <a:r>
              <a:rPr sz="2600" dirty="0">
                <a:solidFill>
                  <a:srgbClr val="000000"/>
                </a:solidFill>
                <a:latin typeface="Times New Roman"/>
                <a:cs typeface="Times New Roman"/>
              </a:rPr>
              <a:t> </a:t>
            </a:r>
            <a:r>
              <a:rPr sz="2600" dirty="0">
                <a:solidFill>
                  <a:srgbClr val="000000"/>
                </a:solidFill>
                <a:latin typeface="SNTQHS+TimesNewRomanPSMT"/>
                <a:cs typeface="SNTQHS+TimesNewRomanPSMT"/>
              </a:rPr>
              <a:t>remember</a:t>
            </a:r>
            <a:r>
              <a:rPr sz="2600" dirty="0">
                <a:solidFill>
                  <a:srgbClr val="000000"/>
                </a:solidFill>
                <a:latin typeface="Times New Roman"/>
                <a:cs typeface="Times New Roman"/>
              </a:rPr>
              <a:t> </a:t>
            </a:r>
            <a:r>
              <a:rPr sz="2600" dirty="0">
                <a:solidFill>
                  <a:srgbClr val="000000"/>
                </a:solidFill>
                <a:latin typeface="SNTQHS+TimesNewRomanPSMT"/>
                <a:cs typeface="SNTQHS+TimesNewRomanPSMT"/>
              </a:rPr>
              <a:t>why</a:t>
            </a:r>
            <a:r>
              <a:rPr sz="2600" dirty="0">
                <a:solidFill>
                  <a:srgbClr val="000000"/>
                </a:solidFill>
                <a:latin typeface="Times New Roman"/>
                <a:cs typeface="Times New Roman"/>
              </a:rPr>
              <a:t> </a:t>
            </a:r>
            <a:r>
              <a:rPr sz="2600" dirty="0">
                <a:solidFill>
                  <a:srgbClr val="000000"/>
                </a:solidFill>
                <a:latin typeface="SNTQHS+TimesNewRomanPSMT"/>
                <a:cs typeface="SNTQHS+TimesNewRomanPSMT"/>
              </a:rPr>
              <a:t>certain</a:t>
            </a:r>
            <a:r>
              <a:rPr sz="2600" dirty="0">
                <a:solidFill>
                  <a:srgbClr val="000000"/>
                </a:solidFill>
                <a:latin typeface="Times New Roman"/>
                <a:cs typeface="Times New Roman"/>
              </a:rPr>
              <a:t> </a:t>
            </a:r>
            <a:r>
              <a:rPr sz="2600" dirty="0">
                <a:solidFill>
                  <a:srgbClr val="000000"/>
                </a:solidFill>
                <a:latin typeface="SNTQHS+TimesNewRomanPSMT"/>
                <a:cs typeface="SNTQHS+TimesNewRomanPSMT"/>
              </a:rPr>
              <a:t>blocks</a:t>
            </a:r>
            <a:r>
              <a:rPr sz="2600" dirty="0">
                <a:solidFill>
                  <a:srgbClr val="000000"/>
                </a:solidFill>
                <a:latin typeface="Times New Roman"/>
                <a:cs typeface="Times New Roman"/>
              </a:rPr>
              <a:t> </a:t>
            </a:r>
            <a:r>
              <a:rPr sz="2600" dirty="0">
                <a:solidFill>
                  <a:srgbClr val="000000"/>
                </a:solidFill>
                <a:latin typeface="SNTQHS+TimesNewRomanPSMT"/>
                <a:cs typeface="SNTQHS+TimesNewRomanPSMT"/>
              </a:rPr>
              <a:t>of</a:t>
            </a:r>
            <a:r>
              <a:rPr sz="2600" dirty="0">
                <a:solidFill>
                  <a:srgbClr val="000000"/>
                </a:solidFill>
                <a:latin typeface="Times New Roman"/>
                <a:cs typeface="Times New Roman"/>
              </a:rPr>
              <a:t> </a:t>
            </a:r>
            <a:r>
              <a:rPr sz="2600" dirty="0">
                <a:solidFill>
                  <a:srgbClr val="000000"/>
                </a:solidFill>
                <a:latin typeface="SNTQHS+TimesNewRomanPSMT"/>
                <a:cs typeface="SNTQHS+TimesNewRomanPSMT"/>
              </a:rPr>
              <a:t>code</a:t>
            </a:r>
            <a:r>
              <a:rPr sz="2600" dirty="0">
                <a:solidFill>
                  <a:srgbClr val="000000"/>
                </a:solidFill>
                <a:latin typeface="Times New Roman"/>
                <a:cs typeface="Times New Roman"/>
              </a:rPr>
              <a:t> </a:t>
            </a:r>
            <a:r>
              <a:rPr sz="2600" dirty="0">
                <a:solidFill>
                  <a:srgbClr val="000000"/>
                </a:solidFill>
                <a:latin typeface="SNTQHS+TimesNewRomanPSMT"/>
                <a:cs typeface="SNTQHS+TimesNewRomanPSMT"/>
              </a:rPr>
              <a:t>were</a:t>
            </a:r>
          </a:p>
          <a:p>
            <a:pPr marL="0" marR="0">
              <a:lnSpc>
                <a:spcPts val="2807"/>
              </a:lnSpc>
              <a:spcBef>
                <a:spcPts val="0"/>
              </a:spcBef>
              <a:spcAft>
                <a:spcPts val="0"/>
              </a:spcAft>
            </a:pPr>
            <a:r>
              <a:rPr sz="2600" dirty="0">
                <a:solidFill>
                  <a:srgbClr val="000000"/>
                </a:solidFill>
                <a:latin typeface="SNTQHS+TimesNewRomanPSMT"/>
                <a:cs typeface="SNTQHS+TimesNewRomanPSMT"/>
              </a:rPr>
              <a:t>written.</a:t>
            </a:r>
          </a:p>
        </p:txBody>
      </p:sp>
      <p:sp>
        <p:nvSpPr>
          <p:cNvPr id="10" name="object 10"/>
          <p:cNvSpPr txBox="1"/>
          <p:nvPr/>
        </p:nvSpPr>
        <p:spPr>
          <a:xfrm>
            <a:off x="685800" y="3607579"/>
            <a:ext cx="214647" cy="236735"/>
          </a:xfrm>
          <a:prstGeom prst="rect">
            <a:avLst/>
          </a:prstGeom>
        </p:spPr>
        <p:txBody>
          <a:bodyPr vert="horz" wrap="square" lIns="0" tIns="0" rIns="0" bIns="0" rtlCol="0">
            <a:spAutoFit/>
          </a:bodyPr>
          <a:lstStyle/>
          <a:p>
            <a:pPr marL="0" marR="0">
              <a:lnSpc>
                <a:spcPts val="1564"/>
              </a:lnSpc>
              <a:spcBef>
                <a:spcPts val="0"/>
              </a:spcBef>
              <a:spcAft>
                <a:spcPts val="0"/>
              </a:spcAft>
            </a:pPr>
            <a:r>
              <a:rPr sz="1400" dirty="0">
                <a:solidFill>
                  <a:srgbClr val="595959"/>
                </a:solidFill>
                <a:latin typeface="QPSRJE+ArialMT"/>
                <a:cs typeface="QPSRJE+ArialMT"/>
              </a:rPr>
              <a:t>•</a:t>
            </a:r>
          </a:p>
        </p:txBody>
      </p:sp>
      <p:sp>
        <p:nvSpPr>
          <p:cNvPr id="11" name="object 11"/>
          <p:cNvSpPr txBox="1"/>
          <p:nvPr/>
        </p:nvSpPr>
        <p:spPr>
          <a:xfrm>
            <a:off x="914400" y="3474291"/>
            <a:ext cx="7702477" cy="1473618"/>
          </a:xfrm>
          <a:prstGeom prst="rect">
            <a:avLst/>
          </a:prstGeom>
        </p:spPr>
        <p:txBody>
          <a:bodyPr vert="horz" wrap="square" lIns="0" tIns="0" rIns="0" bIns="0" rtlCol="0">
            <a:spAutoFit/>
          </a:bodyPr>
          <a:lstStyle/>
          <a:p>
            <a:pPr marL="0" marR="0">
              <a:lnSpc>
                <a:spcPts val="2879"/>
              </a:lnSpc>
              <a:spcBef>
                <a:spcPts val="0"/>
              </a:spcBef>
              <a:spcAft>
                <a:spcPts val="0"/>
              </a:spcAft>
            </a:pPr>
            <a:r>
              <a:rPr sz="2600" dirty="0">
                <a:solidFill>
                  <a:srgbClr val="000000"/>
                </a:solidFill>
                <a:latin typeface="SNTQHS+TimesNewRomanPSMT"/>
                <a:cs typeface="SNTQHS+TimesNewRomanPSMT"/>
              </a:rPr>
              <a:t>Other</a:t>
            </a:r>
            <a:r>
              <a:rPr sz="2600" dirty="0">
                <a:solidFill>
                  <a:srgbClr val="000000"/>
                </a:solidFill>
                <a:latin typeface="Times New Roman"/>
                <a:cs typeface="Times New Roman"/>
              </a:rPr>
              <a:t> </a:t>
            </a:r>
            <a:r>
              <a:rPr sz="2600" dirty="0">
                <a:solidFill>
                  <a:srgbClr val="000000"/>
                </a:solidFill>
                <a:latin typeface="SNTQHS+TimesNewRomanPSMT"/>
                <a:cs typeface="SNTQHS+TimesNewRomanPSMT"/>
              </a:rPr>
              <a:t>than</a:t>
            </a:r>
            <a:r>
              <a:rPr sz="2600" dirty="0">
                <a:solidFill>
                  <a:srgbClr val="000000"/>
                </a:solidFill>
                <a:latin typeface="Times New Roman"/>
                <a:cs typeface="Times New Roman"/>
              </a:rPr>
              <a:t> </a:t>
            </a:r>
            <a:r>
              <a:rPr sz="2600" dirty="0">
                <a:solidFill>
                  <a:srgbClr val="000000"/>
                </a:solidFill>
                <a:latin typeface="SNTQHS+TimesNewRomanPSMT"/>
                <a:cs typeface="SNTQHS+TimesNewRomanPSMT"/>
              </a:rPr>
              <a:t>that,</a:t>
            </a:r>
            <a:r>
              <a:rPr sz="2600" dirty="0">
                <a:solidFill>
                  <a:srgbClr val="000000"/>
                </a:solidFill>
                <a:latin typeface="Times New Roman"/>
                <a:cs typeface="Times New Roman"/>
              </a:rPr>
              <a:t> </a:t>
            </a:r>
            <a:r>
              <a:rPr sz="2600" dirty="0">
                <a:solidFill>
                  <a:srgbClr val="000000"/>
                </a:solidFill>
                <a:latin typeface="SNTQHS+TimesNewRomanPSMT"/>
                <a:cs typeface="SNTQHS+TimesNewRomanPSMT"/>
              </a:rPr>
              <a:t>comments</a:t>
            </a:r>
            <a:r>
              <a:rPr sz="2600" dirty="0">
                <a:solidFill>
                  <a:srgbClr val="000000"/>
                </a:solidFill>
                <a:latin typeface="Times New Roman"/>
                <a:cs typeface="Times New Roman"/>
              </a:rPr>
              <a:t> </a:t>
            </a:r>
            <a:r>
              <a:rPr sz="2600" dirty="0">
                <a:solidFill>
                  <a:srgbClr val="000000"/>
                </a:solidFill>
                <a:latin typeface="SNTQHS+TimesNewRomanPSMT"/>
                <a:cs typeface="SNTQHS+TimesNewRomanPSMT"/>
              </a:rPr>
              <a:t>can</a:t>
            </a:r>
            <a:r>
              <a:rPr sz="2600" dirty="0">
                <a:solidFill>
                  <a:srgbClr val="000000"/>
                </a:solidFill>
                <a:latin typeface="Times New Roman"/>
                <a:cs typeface="Times New Roman"/>
              </a:rPr>
              <a:t> </a:t>
            </a:r>
            <a:r>
              <a:rPr sz="2600" dirty="0">
                <a:solidFill>
                  <a:srgbClr val="000000"/>
                </a:solidFill>
                <a:latin typeface="SNTQHS+TimesNewRomanPSMT"/>
                <a:cs typeface="SNTQHS+TimesNewRomanPSMT"/>
              </a:rPr>
              <a:t>also</a:t>
            </a:r>
            <a:r>
              <a:rPr sz="2600" dirty="0">
                <a:solidFill>
                  <a:srgbClr val="000000"/>
                </a:solidFill>
                <a:latin typeface="Times New Roman"/>
                <a:cs typeface="Times New Roman"/>
              </a:rPr>
              <a:t> </a:t>
            </a:r>
            <a:r>
              <a:rPr sz="2600" dirty="0">
                <a:solidFill>
                  <a:srgbClr val="000000"/>
                </a:solidFill>
                <a:latin typeface="SNTQHS+TimesNewRomanPSMT"/>
                <a:cs typeface="SNTQHS+TimesNewRomanPSMT"/>
              </a:rPr>
              <a:t>be</a:t>
            </a:r>
            <a:r>
              <a:rPr sz="2600" dirty="0">
                <a:solidFill>
                  <a:srgbClr val="000000"/>
                </a:solidFill>
                <a:latin typeface="Times New Roman"/>
                <a:cs typeface="Times New Roman"/>
              </a:rPr>
              <a:t> </a:t>
            </a:r>
            <a:r>
              <a:rPr sz="2600" dirty="0">
                <a:solidFill>
                  <a:srgbClr val="000000"/>
                </a:solidFill>
                <a:latin typeface="SNTQHS+TimesNewRomanPSMT"/>
                <a:cs typeface="SNTQHS+TimesNewRomanPSMT"/>
              </a:rPr>
              <a:t>used</a:t>
            </a:r>
            <a:r>
              <a:rPr sz="2600" dirty="0">
                <a:solidFill>
                  <a:srgbClr val="000000"/>
                </a:solidFill>
                <a:latin typeface="Times New Roman"/>
                <a:cs typeface="Times New Roman"/>
              </a:rPr>
              <a:t> </a:t>
            </a:r>
            <a:r>
              <a:rPr sz="2600" dirty="0">
                <a:solidFill>
                  <a:srgbClr val="000000"/>
                </a:solidFill>
                <a:latin typeface="SNTQHS+TimesNewRomanPSMT"/>
                <a:cs typeface="SNTQHS+TimesNewRomanPSMT"/>
              </a:rPr>
              <a:t>to</a:t>
            </a:r>
            <a:r>
              <a:rPr sz="2600" dirty="0">
                <a:solidFill>
                  <a:srgbClr val="000000"/>
                </a:solidFill>
                <a:latin typeface="Times New Roman"/>
                <a:cs typeface="Times New Roman"/>
              </a:rPr>
              <a:t> </a:t>
            </a:r>
            <a:r>
              <a:rPr sz="2600" dirty="0">
                <a:solidFill>
                  <a:srgbClr val="000000"/>
                </a:solidFill>
                <a:latin typeface="SNTQHS+TimesNewRomanPSMT"/>
                <a:cs typeface="SNTQHS+TimesNewRomanPSMT"/>
              </a:rPr>
              <a:t>ignore</a:t>
            </a:r>
          </a:p>
          <a:p>
            <a:pPr marL="0" marR="0">
              <a:lnSpc>
                <a:spcPts val="2807"/>
              </a:lnSpc>
              <a:spcBef>
                <a:spcPts val="0"/>
              </a:spcBef>
              <a:spcAft>
                <a:spcPts val="0"/>
              </a:spcAft>
            </a:pPr>
            <a:r>
              <a:rPr sz="2600" dirty="0">
                <a:solidFill>
                  <a:srgbClr val="000000"/>
                </a:solidFill>
                <a:latin typeface="SNTQHS+TimesNewRomanPSMT"/>
                <a:cs typeface="SNTQHS+TimesNewRomanPSMT"/>
              </a:rPr>
              <a:t>some</a:t>
            </a:r>
            <a:r>
              <a:rPr sz="2600" dirty="0">
                <a:solidFill>
                  <a:srgbClr val="000000"/>
                </a:solidFill>
                <a:latin typeface="Times New Roman"/>
                <a:cs typeface="Times New Roman"/>
              </a:rPr>
              <a:t> </a:t>
            </a:r>
            <a:r>
              <a:rPr sz="2600" dirty="0">
                <a:solidFill>
                  <a:srgbClr val="000000"/>
                </a:solidFill>
                <a:latin typeface="SNTQHS+TimesNewRomanPSMT"/>
                <a:cs typeface="SNTQHS+TimesNewRomanPSMT"/>
              </a:rPr>
              <a:t>code</a:t>
            </a:r>
            <a:r>
              <a:rPr sz="2600" dirty="0">
                <a:solidFill>
                  <a:srgbClr val="000000"/>
                </a:solidFill>
                <a:latin typeface="Times New Roman"/>
                <a:cs typeface="Times New Roman"/>
              </a:rPr>
              <a:t> </a:t>
            </a:r>
            <a:r>
              <a:rPr sz="2600" dirty="0">
                <a:solidFill>
                  <a:srgbClr val="000000"/>
                </a:solidFill>
                <a:latin typeface="SNTQHS+TimesNewRomanPSMT"/>
                <a:cs typeface="SNTQHS+TimesNewRomanPSMT"/>
              </a:rPr>
              <a:t>while</a:t>
            </a:r>
            <a:r>
              <a:rPr sz="2600" dirty="0">
                <a:solidFill>
                  <a:srgbClr val="000000"/>
                </a:solidFill>
                <a:latin typeface="Times New Roman"/>
                <a:cs typeface="Times New Roman"/>
              </a:rPr>
              <a:t> </a:t>
            </a:r>
            <a:r>
              <a:rPr sz="2600" dirty="0">
                <a:solidFill>
                  <a:srgbClr val="000000"/>
                </a:solidFill>
                <a:latin typeface="SNTQHS+TimesNewRomanPSMT"/>
                <a:cs typeface="SNTQHS+TimesNewRomanPSMT"/>
              </a:rPr>
              <a:t>testing</a:t>
            </a:r>
            <a:r>
              <a:rPr sz="2600" dirty="0">
                <a:solidFill>
                  <a:srgbClr val="000000"/>
                </a:solidFill>
                <a:latin typeface="Times New Roman"/>
                <a:cs typeface="Times New Roman"/>
              </a:rPr>
              <a:t> </a:t>
            </a:r>
            <a:r>
              <a:rPr sz="2600" dirty="0">
                <a:solidFill>
                  <a:srgbClr val="000000"/>
                </a:solidFill>
                <a:latin typeface="SNTQHS+TimesNewRomanPSMT"/>
                <a:cs typeface="SNTQHS+TimesNewRomanPSMT"/>
              </a:rPr>
              <a:t>other</a:t>
            </a:r>
            <a:r>
              <a:rPr sz="2600" dirty="0">
                <a:solidFill>
                  <a:srgbClr val="000000"/>
                </a:solidFill>
                <a:latin typeface="Times New Roman"/>
                <a:cs typeface="Times New Roman"/>
              </a:rPr>
              <a:t> </a:t>
            </a:r>
            <a:r>
              <a:rPr sz="2600" dirty="0">
                <a:solidFill>
                  <a:srgbClr val="000000"/>
                </a:solidFill>
                <a:latin typeface="SNTQHS+TimesNewRomanPSMT"/>
                <a:cs typeface="SNTQHS+TimesNewRomanPSMT"/>
              </a:rPr>
              <a:t>blocks</a:t>
            </a:r>
            <a:r>
              <a:rPr sz="2600" dirty="0">
                <a:solidFill>
                  <a:srgbClr val="000000"/>
                </a:solidFill>
                <a:latin typeface="Times New Roman"/>
                <a:cs typeface="Times New Roman"/>
              </a:rPr>
              <a:t> </a:t>
            </a:r>
            <a:r>
              <a:rPr sz="2600" dirty="0">
                <a:solidFill>
                  <a:srgbClr val="000000"/>
                </a:solidFill>
                <a:latin typeface="SNTQHS+TimesNewRomanPSMT"/>
                <a:cs typeface="SNTQHS+TimesNewRomanPSMT"/>
              </a:rPr>
              <a:t>of</a:t>
            </a:r>
            <a:r>
              <a:rPr sz="2600" dirty="0">
                <a:solidFill>
                  <a:srgbClr val="000000"/>
                </a:solidFill>
                <a:latin typeface="Times New Roman"/>
                <a:cs typeface="Times New Roman"/>
              </a:rPr>
              <a:t> </a:t>
            </a:r>
            <a:r>
              <a:rPr sz="2600" dirty="0">
                <a:solidFill>
                  <a:srgbClr val="000000"/>
                </a:solidFill>
                <a:latin typeface="SNTQHS+TimesNewRomanPSMT"/>
                <a:cs typeface="SNTQHS+TimesNewRomanPSMT"/>
              </a:rPr>
              <a:t>code.</a:t>
            </a:r>
            <a:r>
              <a:rPr sz="2600" dirty="0">
                <a:solidFill>
                  <a:srgbClr val="000000"/>
                </a:solidFill>
                <a:latin typeface="Times New Roman"/>
                <a:cs typeface="Times New Roman"/>
              </a:rPr>
              <a:t> </a:t>
            </a:r>
            <a:r>
              <a:rPr sz="2600" dirty="0">
                <a:solidFill>
                  <a:srgbClr val="000000"/>
                </a:solidFill>
                <a:latin typeface="SNTQHS+TimesNewRomanPSMT"/>
                <a:cs typeface="SNTQHS+TimesNewRomanPSMT"/>
              </a:rPr>
              <a:t>This</a:t>
            </a:r>
            <a:r>
              <a:rPr sz="2600" dirty="0">
                <a:solidFill>
                  <a:srgbClr val="000000"/>
                </a:solidFill>
                <a:latin typeface="Times New Roman"/>
                <a:cs typeface="Times New Roman"/>
              </a:rPr>
              <a:t> </a:t>
            </a:r>
            <a:r>
              <a:rPr sz="2600" dirty="0">
                <a:solidFill>
                  <a:srgbClr val="000000"/>
                </a:solidFill>
                <a:latin typeface="SNTQHS+TimesNewRomanPSMT"/>
                <a:cs typeface="SNTQHS+TimesNewRomanPSMT"/>
              </a:rPr>
              <a:t>offers</a:t>
            </a:r>
          </a:p>
          <a:p>
            <a:pPr marL="0" marR="0">
              <a:lnSpc>
                <a:spcPts val="2808"/>
              </a:lnSpc>
              <a:spcBef>
                <a:spcPts val="0"/>
              </a:spcBef>
              <a:spcAft>
                <a:spcPts val="0"/>
              </a:spcAft>
            </a:pPr>
            <a:r>
              <a:rPr sz="2600" dirty="0">
                <a:solidFill>
                  <a:srgbClr val="000000"/>
                </a:solidFill>
                <a:latin typeface="SNTQHS+TimesNewRomanPSMT"/>
                <a:cs typeface="SNTQHS+TimesNewRomanPSMT"/>
              </a:rPr>
              <a:t>a</a:t>
            </a:r>
            <a:r>
              <a:rPr sz="2600" dirty="0">
                <a:solidFill>
                  <a:srgbClr val="000000"/>
                </a:solidFill>
                <a:latin typeface="Times New Roman"/>
                <a:cs typeface="Times New Roman"/>
              </a:rPr>
              <a:t> </a:t>
            </a:r>
            <a:r>
              <a:rPr sz="2600" dirty="0">
                <a:solidFill>
                  <a:srgbClr val="000000"/>
                </a:solidFill>
                <a:latin typeface="SNTQHS+TimesNewRomanPSMT"/>
                <a:cs typeface="SNTQHS+TimesNewRomanPSMT"/>
              </a:rPr>
              <a:t>simple</a:t>
            </a:r>
            <a:r>
              <a:rPr sz="2600" dirty="0">
                <a:solidFill>
                  <a:srgbClr val="000000"/>
                </a:solidFill>
                <a:latin typeface="Times New Roman"/>
                <a:cs typeface="Times New Roman"/>
              </a:rPr>
              <a:t> </a:t>
            </a:r>
            <a:r>
              <a:rPr sz="2600" dirty="0">
                <a:solidFill>
                  <a:srgbClr val="000000"/>
                </a:solidFill>
                <a:latin typeface="SNTQHS+TimesNewRomanPSMT"/>
                <a:cs typeface="SNTQHS+TimesNewRomanPSMT"/>
              </a:rPr>
              <a:t>way</a:t>
            </a:r>
            <a:r>
              <a:rPr sz="2600" dirty="0">
                <a:solidFill>
                  <a:srgbClr val="000000"/>
                </a:solidFill>
                <a:latin typeface="Times New Roman"/>
                <a:cs typeface="Times New Roman"/>
              </a:rPr>
              <a:t> </a:t>
            </a:r>
            <a:r>
              <a:rPr sz="2600" dirty="0">
                <a:solidFill>
                  <a:srgbClr val="000000"/>
                </a:solidFill>
                <a:latin typeface="SNTQHS+TimesNewRomanPSMT"/>
                <a:cs typeface="SNTQHS+TimesNewRomanPSMT"/>
              </a:rPr>
              <a:t>to</a:t>
            </a:r>
            <a:r>
              <a:rPr sz="2600" dirty="0">
                <a:solidFill>
                  <a:srgbClr val="000000"/>
                </a:solidFill>
                <a:latin typeface="Times New Roman"/>
                <a:cs typeface="Times New Roman"/>
              </a:rPr>
              <a:t> </a:t>
            </a:r>
            <a:r>
              <a:rPr sz="2600" dirty="0">
                <a:solidFill>
                  <a:srgbClr val="000000"/>
                </a:solidFill>
                <a:latin typeface="SNTQHS+TimesNewRomanPSMT"/>
                <a:cs typeface="SNTQHS+TimesNewRomanPSMT"/>
              </a:rPr>
              <a:t>prevent</a:t>
            </a:r>
            <a:r>
              <a:rPr sz="2600" dirty="0">
                <a:solidFill>
                  <a:srgbClr val="000000"/>
                </a:solidFill>
                <a:latin typeface="Times New Roman"/>
                <a:cs typeface="Times New Roman"/>
              </a:rPr>
              <a:t> </a:t>
            </a:r>
            <a:r>
              <a:rPr sz="2600" dirty="0">
                <a:solidFill>
                  <a:srgbClr val="000000"/>
                </a:solidFill>
                <a:latin typeface="SNTQHS+TimesNewRomanPSMT"/>
                <a:cs typeface="SNTQHS+TimesNewRomanPSMT"/>
              </a:rPr>
              <a:t>the</a:t>
            </a:r>
            <a:r>
              <a:rPr sz="2600" dirty="0">
                <a:solidFill>
                  <a:srgbClr val="000000"/>
                </a:solidFill>
                <a:latin typeface="Times New Roman"/>
                <a:cs typeface="Times New Roman"/>
              </a:rPr>
              <a:t> </a:t>
            </a:r>
            <a:r>
              <a:rPr sz="2600" dirty="0">
                <a:solidFill>
                  <a:srgbClr val="000000"/>
                </a:solidFill>
                <a:latin typeface="SNTQHS+TimesNewRomanPSMT"/>
                <a:cs typeface="SNTQHS+TimesNewRomanPSMT"/>
              </a:rPr>
              <a:t>execution</a:t>
            </a:r>
            <a:r>
              <a:rPr sz="2600" dirty="0">
                <a:solidFill>
                  <a:srgbClr val="000000"/>
                </a:solidFill>
                <a:latin typeface="Times New Roman"/>
                <a:cs typeface="Times New Roman"/>
              </a:rPr>
              <a:t> </a:t>
            </a:r>
            <a:r>
              <a:rPr sz="2600" dirty="0">
                <a:solidFill>
                  <a:srgbClr val="000000"/>
                </a:solidFill>
                <a:latin typeface="SNTQHS+TimesNewRomanPSMT"/>
                <a:cs typeface="SNTQHS+TimesNewRomanPSMT"/>
              </a:rPr>
              <a:t>of</a:t>
            </a:r>
            <a:r>
              <a:rPr sz="2600" dirty="0">
                <a:solidFill>
                  <a:srgbClr val="000000"/>
                </a:solidFill>
                <a:latin typeface="Times New Roman"/>
                <a:cs typeface="Times New Roman"/>
              </a:rPr>
              <a:t> </a:t>
            </a:r>
            <a:r>
              <a:rPr sz="2600" dirty="0">
                <a:solidFill>
                  <a:srgbClr val="000000"/>
                </a:solidFill>
                <a:latin typeface="SNTQHS+TimesNewRomanPSMT"/>
                <a:cs typeface="SNTQHS+TimesNewRomanPSMT"/>
              </a:rPr>
              <a:t>some</a:t>
            </a:r>
            <a:r>
              <a:rPr sz="2600" dirty="0">
                <a:solidFill>
                  <a:srgbClr val="000000"/>
                </a:solidFill>
                <a:latin typeface="Times New Roman"/>
                <a:cs typeface="Times New Roman"/>
              </a:rPr>
              <a:t> </a:t>
            </a:r>
            <a:r>
              <a:rPr sz="2600" dirty="0">
                <a:solidFill>
                  <a:srgbClr val="000000"/>
                </a:solidFill>
                <a:latin typeface="SNTQHS+TimesNewRomanPSMT"/>
                <a:cs typeface="SNTQHS+TimesNewRomanPSMT"/>
              </a:rPr>
              <a:t>lines</a:t>
            </a:r>
            <a:r>
              <a:rPr sz="2600" dirty="0">
                <a:solidFill>
                  <a:srgbClr val="000000"/>
                </a:solidFill>
                <a:latin typeface="Times New Roman"/>
                <a:cs typeface="Times New Roman"/>
              </a:rPr>
              <a:t> </a:t>
            </a:r>
            <a:r>
              <a:rPr sz="2600" dirty="0">
                <a:solidFill>
                  <a:srgbClr val="000000"/>
                </a:solidFill>
                <a:latin typeface="SNTQHS+TimesNewRomanPSMT"/>
                <a:cs typeface="SNTQHS+TimesNewRomanPSMT"/>
              </a:rPr>
              <a:t>or</a:t>
            </a:r>
          </a:p>
          <a:p>
            <a:pPr marL="0" marR="0">
              <a:lnSpc>
                <a:spcPts val="2808"/>
              </a:lnSpc>
              <a:spcBef>
                <a:spcPts val="0"/>
              </a:spcBef>
              <a:spcAft>
                <a:spcPts val="0"/>
              </a:spcAft>
            </a:pPr>
            <a:r>
              <a:rPr sz="2600" dirty="0">
                <a:solidFill>
                  <a:srgbClr val="000000"/>
                </a:solidFill>
                <a:latin typeface="SNTQHS+TimesNewRomanPSMT"/>
                <a:cs typeface="SNTQHS+TimesNewRomanPSMT"/>
              </a:rPr>
              <a:t>write</a:t>
            </a:r>
            <a:r>
              <a:rPr sz="2600" dirty="0">
                <a:solidFill>
                  <a:srgbClr val="000000"/>
                </a:solidFill>
                <a:latin typeface="Times New Roman"/>
                <a:cs typeface="Times New Roman"/>
              </a:rPr>
              <a:t> </a:t>
            </a:r>
            <a:r>
              <a:rPr sz="2600" dirty="0">
                <a:solidFill>
                  <a:srgbClr val="000000"/>
                </a:solidFill>
                <a:latin typeface="SNTQHS+TimesNewRomanPSMT"/>
                <a:cs typeface="SNTQHS+TimesNewRomanPSMT"/>
              </a:rPr>
              <a:t>a</a:t>
            </a:r>
            <a:r>
              <a:rPr sz="2600" dirty="0">
                <a:solidFill>
                  <a:srgbClr val="000000"/>
                </a:solidFill>
                <a:latin typeface="Times New Roman"/>
                <a:cs typeface="Times New Roman"/>
              </a:rPr>
              <a:t> </a:t>
            </a:r>
            <a:r>
              <a:rPr sz="2600" dirty="0">
                <a:solidFill>
                  <a:srgbClr val="000000"/>
                </a:solidFill>
                <a:latin typeface="SNTQHS+TimesNewRomanPSMT"/>
                <a:cs typeface="SNTQHS+TimesNewRomanPSMT"/>
              </a:rPr>
              <a:t>quick</a:t>
            </a:r>
            <a:r>
              <a:rPr sz="2600" dirty="0">
                <a:solidFill>
                  <a:srgbClr val="000000"/>
                </a:solidFill>
                <a:latin typeface="Times New Roman"/>
                <a:cs typeface="Times New Roman"/>
              </a:rPr>
              <a:t> </a:t>
            </a:r>
            <a:r>
              <a:rPr sz="2600" dirty="0">
                <a:solidFill>
                  <a:srgbClr val="000000"/>
                </a:solidFill>
                <a:latin typeface="SNTQHS+TimesNewRomanPSMT"/>
                <a:cs typeface="SNTQHS+TimesNewRomanPSMT"/>
              </a:rPr>
              <a:t>pseudo-code</a:t>
            </a:r>
            <a:r>
              <a:rPr sz="2600" dirty="0">
                <a:solidFill>
                  <a:srgbClr val="000000"/>
                </a:solidFill>
                <a:latin typeface="Times New Roman"/>
                <a:cs typeface="Times New Roman"/>
              </a:rPr>
              <a:t> </a:t>
            </a:r>
            <a:r>
              <a:rPr sz="2600" dirty="0">
                <a:solidFill>
                  <a:srgbClr val="000000"/>
                </a:solidFill>
                <a:latin typeface="SNTQHS+TimesNewRomanPSMT"/>
                <a:cs typeface="SNTQHS+TimesNewRomanPSMT"/>
              </a:rPr>
              <a:t>for</a:t>
            </a:r>
            <a:r>
              <a:rPr sz="2600" dirty="0">
                <a:solidFill>
                  <a:srgbClr val="000000"/>
                </a:solidFill>
                <a:latin typeface="Times New Roman"/>
                <a:cs typeface="Times New Roman"/>
              </a:rPr>
              <a:t> </a:t>
            </a:r>
            <a:r>
              <a:rPr sz="2600" dirty="0">
                <a:solidFill>
                  <a:srgbClr val="000000"/>
                </a:solidFill>
                <a:latin typeface="SNTQHS+TimesNewRomanPSMT"/>
                <a:cs typeface="SNTQHS+TimesNewRomanPSMT"/>
              </a:rPr>
              <a:t>the</a:t>
            </a:r>
            <a:r>
              <a:rPr sz="2600" dirty="0">
                <a:solidFill>
                  <a:srgbClr val="000000"/>
                </a:solidFill>
                <a:latin typeface="Times New Roman"/>
                <a:cs typeface="Times New Roman"/>
              </a:rPr>
              <a:t> </a:t>
            </a:r>
            <a:r>
              <a:rPr sz="2600" dirty="0">
                <a:solidFill>
                  <a:srgbClr val="000000"/>
                </a:solidFill>
                <a:latin typeface="SNTQHS+TimesNewRomanPSMT"/>
                <a:cs typeface="SNTQHS+TimesNewRomanPSMT"/>
              </a:rPr>
              <a:t>program.</a:t>
            </a: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1"/>
          <p:cNvSpPr/>
          <p:nvPr/>
        </p:nvSpPr>
        <p:spPr>
          <a:xfrm>
            <a:off x="0" y="0"/>
            <a:ext cx="9144000" cy="5143500"/>
          </a:xfrm>
          <a:prstGeom prst="rect">
            <a:avLst/>
          </a:prstGeom>
          <a:blipFill>
            <a:blip r:embed="rId2" cstate="print"/>
            <a:stretch>
              <a:fillRect/>
            </a:stretch>
          </a:blipFill>
        </p:spPr>
        <p:txBody>
          <a:bodyPr wrap="square" lIns="0" tIns="0" rIns="0" bIns="0" rtlCol="0">
            <a:spAutoFit/>
          </a:bodyPr>
          <a:lstStyle/>
          <a:p>
            <a:endParaRPr/>
          </a:p>
        </p:txBody>
      </p:sp>
      <p:sp>
        <p:nvSpPr>
          <p:cNvPr id="3" name="object 3"/>
          <p:cNvSpPr txBox="1"/>
          <p:nvPr/>
        </p:nvSpPr>
        <p:spPr>
          <a:xfrm>
            <a:off x="666343" y="166189"/>
            <a:ext cx="7808366" cy="1472922"/>
          </a:xfrm>
          <a:prstGeom prst="rect">
            <a:avLst/>
          </a:prstGeom>
        </p:spPr>
        <p:txBody>
          <a:bodyPr vert="horz" wrap="square" lIns="0" tIns="0" rIns="0" bIns="0" rtlCol="0">
            <a:spAutoFit/>
          </a:bodyPr>
          <a:lstStyle/>
          <a:p>
            <a:pPr marL="0" marR="0">
              <a:lnSpc>
                <a:spcPts val="2657"/>
              </a:lnSpc>
              <a:spcBef>
                <a:spcPts val="0"/>
              </a:spcBef>
              <a:spcAft>
                <a:spcPts val="0"/>
              </a:spcAft>
            </a:pPr>
            <a:r>
              <a:rPr sz="2400" b="1" dirty="0">
                <a:solidFill>
                  <a:srgbClr val="000000"/>
                </a:solidFill>
                <a:latin typeface="CRUWVR+TimesNewRomanPS-BoldMT"/>
                <a:cs typeface="CRUWVR+TimesNewRomanPS-BoldMT"/>
              </a:rPr>
              <a:t>Future</a:t>
            </a:r>
            <a:r>
              <a:rPr sz="2400" b="1" dirty="0">
                <a:solidFill>
                  <a:srgbClr val="000000"/>
                </a:solidFill>
                <a:latin typeface="Times New Roman"/>
                <a:cs typeface="Times New Roman"/>
              </a:rPr>
              <a:t> </a:t>
            </a:r>
            <a:r>
              <a:rPr sz="2400" b="1" dirty="0">
                <a:solidFill>
                  <a:srgbClr val="000000"/>
                </a:solidFill>
                <a:latin typeface="CRUWVR+TimesNewRomanPS-BoldMT"/>
                <a:cs typeface="CRUWVR+TimesNewRomanPS-BoldMT"/>
              </a:rPr>
              <a:t>Reference</a:t>
            </a:r>
            <a:r>
              <a:rPr sz="2400" b="1" spc="-79" dirty="0">
                <a:solidFill>
                  <a:srgbClr val="000000"/>
                </a:solidFill>
                <a:latin typeface="Times New Roman"/>
                <a:cs typeface="Times New Roman"/>
              </a:rPr>
              <a:t> </a:t>
            </a:r>
            <a:r>
              <a:rPr sz="2400" dirty="0">
                <a:solidFill>
                  <a:srgbClr val="000000"/>
                </a:solidFill>
                <a:latin typeface="SNTQHS+TimesNewRomanPSMT"/>
                <a:cs typeface="SNTQHS+TimesNewRomanPSMT"/>
              </a:rPr>
              <a:t>-</a:t>
            </a:r>
            <a:r>
              <a:rPr sz="2400" dirty="0">
                <a:solidFill>
                  <a:srgbClr val="000000"/>
                </a:solidFill>
                <a:latin typeface="Times New Roman"/>
                <a:cs typeface="Times New Roman"/>
              </a:rPr>
              <a:t> </a:t>
            </a:r>
            <a:r>
              <a:rPr sz="2400" dirty="0">
                <a:solidFill>
                  <a:srgbClr val="000000"/>
                </a:solidFill>
                <a:latin typeface="SNTQHS+TimesNewRomanPSMT"/>
                <a:cs typeface="SNTQHS+TimesNewRomanPSMT"/>
              </a:rPr>
              <a:t>Assume</a:t>
            </a:r>
            <a:r>
              <a:rPr sz="2400" dirty="0">
                <a:solidFill>
                  <a:srgbClr val="000000"/>
                </a:solidFill>
                <a:latin typeface="Times New Roman"/>
                <a:cs typeface="Times New Roman"/>
              </a:rPr>
              <a:t> </a:t>
            </a:r>
            <a:r>
              <a:rPr sz="2400" dirty="0">
                <a:solidFill>
                  <a:srgbClr val="000000"/>
                </a:solidFill>
                <a:latin typeface="SNTQHS+TimesNewRomanPSMT"/>
                <a:cs typeface="SNTQHS+TimesNewRomanPSMT"/>
              </a:rPr>
              <a:t>that</a:t>
            </a:r>
            <a:r>
              <a:rPr sz="2400" dirty="0">
                <a:solidFill>
                  <a:srgbClr val="000000"/>
                </a:solidFill>
                <a:latin typeface="Times New Roman"/>
                <a:cs typeface="Times New Roman"/>
              </a:rPr>
              <a:t> </a:t>
            </a:r>
            <a:r>
              <a:rPr sz="2400" dirty="0">
                <a:solidFill>
                  <a:srgbClr val="000000"/>
                </a:solidFill>
                <a:latin typeface="SNTQHS+TimesNewRomanPSMT"/>
                <a:cs typeface="SNTQHS+TimesNewRomanPSMT"/>
              </a:rPr>
              <a:t>you</a:t>
            </a:r>
            <a:r>
              <a:rPr sz="2400" dirty="0">
                <a:solidFill>
                  <a:srgbClr val="000000"/>
                </a:solidFill>
                <a:latin typeface="Times New Roman"/>
                <a:cs typeface="Times New Roman"/>
              </a:rPr>
              <a:t> </a:t>
            </a:r>
            <a:r>
              <a:rPr sz="2400" dirty="0">
                <a:solidFill>
                  <a:srgbClr val="000000"/>
                </a:solidFill>
                <a:latin typeface="SNTQHS+TimesNewRomanPSMT"/>
                <a:cs typeface="SNTQHS+TimesNewRomanPSMT"/>
              </a:rPr>
              <a:t>have</a:t>
            </a:r>
            <a:r>
              <a:rPr sz="2400" dirty="0">
                <a:solidFill>
                  <a:srgbClr val="000000"/>
                </a:solidFill>
                <a:latin typeface="Times New Roman"/>
                <a:cs typeface="Times New Roman"/>
              </a:rPr>
              <a:t> </a:t>
            </a:r>
            <a:r>
              <a:rPr sz="2400" dirty="0">
                <a:solidFill>
                  <a:srgbClr val="000000"/>
                </a:solidFill>
                <a:latin typeface="SNTQHS+TimesNewRomanPSMT"/>
                <a:cs typeface="SNTQHS+TimesNewRomanPSMT"/>
              </a:rPr>
              <a:t>written</a:t>
            </a:r>
            <a:r>
              <a:rPr sz="2400" dirty="0">
                <a:solidFill>
                  <a:srgbClr val="000000"/>
                </a:solidFill>
                <a:latin typeface="Times New Roman"/>
                <a:cs typeface="Times New Roman"/>
              </a:rPr>
              <a:t> </a:t>
            </a:r>
            <a:r>
              <a:rPr sz="2400" dirty="0">
                <a:solidFill>
                  <a:srgbClr val="000000"/>
                </a:solidFill>
                <a:latin typeface="SNTQHS+TimesNewRomanPSMT"/>
                <a:cs typeface="SNTQHS+TimesNewRomanPSMT"/>
              </a:rPr>
              <a:t>a</a:t>
            </a:r>
            <a:r>
              <a:rPr sz="2400" dirty="0">
                <a:solidFill>
                  <a:srgbClr val="000000"/>
                </a:solidFill>
                <a:latin typeface="Times New Roman"/>
                <a:cs typeface="Times New Roman"/>
              </a:rPr>
              <a:t> </a:t>
            </a:r>
            <a:r>
              <a:rPr sz="2400" dirty="0">
                <a:solidFill>
                  <a:srgbClr val="000000"/>
                </a:solidFill>
                <a:latin typeface="SNTQHS+TimesNewRomanPSMT"/>
                <a:cs typeface="SNTQHS+TimesNewRomanPSMT"/>
              </a:rPr>
              <a:t>program</a:t>
            </a:r>
          </a:p>
          <a:p>
            <a:pPr marL="228600" marR="0">
              <a:lnSpc>
                <a:spcPts val="2657"/>
              </a:lnSpc>
              <a:spcBef>
                <a:spcPts val="172"/>
              </a:spcBef>
              <a:spcAft>
                <a:spcPts val="0"/>
              </a:spcAft>
            </a:pPr>
            <a:r>
              <a:rPr sz="2400" dirty="0">
                <a:solidFill>
                  <a:srgbClr val="000000"/>
                </a:solidFill>
                <a:latin typeface="SNTQHS+TimesNewRomanPSMT"/>
                <a:cs typeface="SNTQHS+TimesNewRomanPSMT"/>
              </a:rPr>
              <a:t>which</a:t>
            </a:r>
            <a:r>
              <a:rPr sz="2400" dirty="0">
                <a:solidFill>
                  <a:srgbClr val="000000"/>
                </a:solidFill>
                <a:latin typeface="Times New Roman"/>
                <a:cs typeface="Times New Roman"/>
              </a:rPr>
              <a:t> </a:t>
            </a:r>
            <a:r>
              <a:rPr sz="2400" dirty="0">
                <a:solidFill>
                  <a:srgbClr val="000000"/>
                </a:solidFill>
                <a:latin typeface="SNTQHS+TimesNewRomanPSMT"/>
                <a:cs typeface="SNTQHS+TimesNewRomanPSMT"/>
              </a:rPr>
              <a:t>contains</a:t>
            </a:r>
            <a:r>
              <a:rPr sz="2400" dirty="0">
                <a:solidFill>
                  <a:srgbClr val="000000"/>
                </a:solidFill>
                <a:latin typeface="Times New Roman"/>
                <a:cs typeface="Times New Roman"/>
              </a:rPr>
              <a:t> </a:t>
            </a:r>
            <a:r>
              <a:rPr sz="2400" dirty="0">
                <a:solidFill>
                  <a:srgbClr val="000000"/>
                </a:solidFill>
                <a:latin typeface="SNTQHS+TimesNewRomanPSMT"/>
                <a:cs typeface="SNTQHS+TimesNewRomanPSMT"/>
              </a:rPr>
              <a:t>several</a:t>
            </a:r>
            <a:r>
              <a:rPr sz="2400" dirty="0">
                <a:solidFill>
                  <a:srgbClr val="000000"/>
                </a:solidFill>
                <a:latin typeface="Times New Roman"/>
                <a:cs typeface="Times New Roman"/>
              </a:rPr>
              <a:t> </a:t>
            </a:r>
            <a:r>
              <a:rPr sz="2400" dirty="0">
                <a:solidFill>
                  <a:srgbClr val="000000"/>
                </a:solidFill>
                <a:latin typeface="SNTQHS+TimesNewRomanPSMT"/>
                <a:cs typeface="SNTQHS+TimesNewRomanPSMT"/>
              </a:rPr>
              <a:t>hundred</a:t>
            </a:r>
            <a:r>
              <a:rPr sz="2400" dirty="0">
                <a:solidFill>
                  <a:srgbClr val="000000"/>
                </a:solidFill>
                <a:latin typeface="Times New Roman"/>
                <a:cs typeface="Times New Roman"/>
              </a:rPr>
              <a:t> </a:t>
            </a:r>
            <a:r>
              <a:rPr sz="2400" dirty="0">
                <a:solidFill>
                  <a:srgbClr val="000000"/>
                </a:solidFill>
                <a:latin typeface="SNTQHS+TimesNewRomanPSMT"/>
                <a:cs typeface="SNTQHS+TimesNewRomanPSMT"/>
              </a:rPr>
              <a:t>lines</a:t>
            </a:r>
            <a:r>
              <a:rPr sz="2400" dirty="0">
                <a:solidFill>
                  <a:srgbClr val="000000"/>
                </a:solidFill>
                <a:latin typeface="Times New Roman"/>
                <a:cs typeface="Times New Roman"/>
              </a:rPr>
              <a:t> </a:t>
            </a:r>
            <a:r>
              <a:rPr sz="2400" dirty="0">
                <a:solidFill>
                  <a:srgbClr val="000000"/>
                </a:solidFill>
                <a:latin typeface="SNTQHS+TimesNewRomanPSMT"/>
                <a:cs typeface="SNTQHS+TimesNewRomanPSMT"/>
              </a:rPr>
              <a:t>of</a:t>
            </a:r>
            <a:r>
              <a:rPr sz="2400" dirty="0">
                <a:solidFill>
                  <a:srgbClr val="000000"/>
                </a:solidFill>
                <a:latin typeface="Times New Roman"/>
                <a:cs typeface="Times New Roman"/>
              </a:rPr>
              <a:t> </a:t>
            </a:r>
            <a:r>
              <a:rPr sz="2400" dirty="0">
                <a:solidFill>
                  <a:srgbClr val="000000"/>
                </a:solidFill>
                <a:latin typeface="SNTQHS+TimesNewRomanPSMT"/>
                <a:cs typeface="SNTQHS+TimesNewRomanPSMT"/>
              </a:rPr>
              <a:t>code</a:t>
            </a:r>
            <a:r>
              <a:rPr sz="2400" dirty="0">
                <a:solidFill>
                  <a:srgbClr val="000000"/>
                </a:solidFill>
                <a:latin typeface="Times New Roman"/>
                <a:cs typeface="Times New Roman"/>
              </a:rPr>
              <a:t> </a:t>
            </a:r>
            <a:r>
              <a:rPr sz="2400" dirty="0">
                <a:solidFill>
                  <a:srgbClr val="000000"/>
                </a:solidFill>
                <a:latin typeface="SNTQHS+TimesNewRomanPSMT"/>
                <a:cs typeface="SNTQHS+TimesNewRomanPSMT"/>
              </a:rPr>
              <a:t>without</a:t>
            </a:r>
            <a:r>
              <a:rPr sz="2400" dirty="0">
                <a:solidFill>
                  <a:srgbClr val="000000"/>
                </a:solidFill>
                <a:latin typeface="Times New Roman"/>
                <a:cs typeface="Times New Roman"/>
              </a:rPr>
              <a:t> </a:t>
            </a:r>
            <a:r>
              <a:rPr sz="2400" dirty="0">
                <a:solidFill>
                  <a:srgbClr val="000000"/>
                </a:solidFill>
                <a:latin typeface="SNTQHS+TimesNewRomanPSMT"/>
                <a:cs typeface="SNTQHS+TimesNewRomanPSMT"/>
              </a:rPr>
              <a:t>any</a:t>
            </a:r>
          </a:p>
          <a:p>
            <a:pPr marL="228600" marR="0">
              <a:lnSpc>
                <a:spcPts val="2657"/>
              </a:lnSpc>
              <a:spcBef>
                <a:spcPts val="222"/>
              </a:spcBef>
              <a:spcAft>
                <a:spcPts val="0"/>
              </a:spcAft>
            </a:pPr>
            <a:r>
              <a:rPr sz="2400" dirty="0">
                <a:solidFill>
                  <a:srgbClr val="000000"/>
                </a:solidFill>
                <a:latin typeface="SNTQHS+TimesNewRomanPSMT"/>
                <a:cs typeface="SNTQHS+TimesNewRomanPSMT"/>
              </a:rPr>
              <a:t>comments.</a:t>
            </a:r>
            <a:r>
              <a:rPr sz="2400" dirty="0">
                <a:solidFill>
                  <a:srgbClr val="000000"/>
                </a:solidFill>
                <a:latin typeface="Times New Roman"/>
                <a:cs typeface="Times New Roman"/>
              </a:rPr>
              <a:t> </a:t>
            </a:r>
            <a:r>
              <a:rPr sz="2400" dirty="0">
                <a:solidFill>
                  <a:srgbClr val="000000"/>
                </a:solidFill>
                <a:latin typeface="SNTQHS+TimesNewRomanPSMT"/>
                <a:cs typeface="SNTQHS+TimesNewRomanPSMT"/>
              </a:rPr>
              <a:t>If</a:t>
            </a:r>
            <a:r>
              <a:rPr sz="2400" dirty="0">
                <a:solidFill>
                  <a:srgbClr val="000000"/>
                </a:solidFill>
                <a:latin typeface="Times New Roman"/>
                <a:cs typeface="Times New Roman"/>
              </a:rPr>
              <a:t> </a:t>
            </a:r>
            <a:r>
              <a:rPr sz="2400" dirty="0">
                <a:solidFill>
                  <a:srgbClr val="000000"/>
                </a:solidFill>
                <a:latin typeface="SNTQHS+TimesNewRomanPSMT"/>
                <a:cs typeface="SNTQHS+TimesNewRomanPSMT"/>
              </a:rPr>
              <a:t>you</a:t>
            </a:r>
            <a:r>
              <a:rPr sz="2400" dirty="0">
                <a:solidFill>
                  <a:srgbClr val="000000"/>
                </a:solidFill>
                <a:latin typeface="Times New Roman"/>
                <a:cs typeface="Times New Roman"/>
              </a:rPr>
              <a:t> </a:t>
            </a:r>
            <a:r>
              <a:rPr sz="2400" dirty="0">
                <a:solidFill>
                  <a:srgbClr val="000000"/>
                </a:solidFill>
                <a:latin typeface="SNTQHS+TimesNewRomanPSMT"/>
                <a:cs typeface="SNTQHS+TimesNewRomanPSMT"/>
              </a:rPr>
              <a:t>open</a:t>
            </a:r>
            <a:r>
              <a:rPr sz="2400" dirty="0">
                <a:solidFill>
                  <a:srgbClr val="000000"/>
                </a:solidFill>
                <a:latin typeface="Times New Roman"/>
                <a:cs typeface="Times New Roman"/>
              </a:rPr>
              <a:t> </a:t>
            </a:r>
            <a:r>
              <a:rPr sz="2400" dirty="0">
                <a:solidFill>
                  <a:srgbClr val="000000"/>
                </a:solidFill>
                <a:latin typeface="SNTQHS+TimesNewRomanPSMT"/>
                <a:cs typeface="SNTQHS+TimesNewRomanPSMT"/>
              </a:rPr>
              <a:t>the</a:t>
            </a:r>
            <a:r>
              <a:rPr sz="2400" dirty="0">
                <a:solidFill>
                  <a:srgbClr val="000000"/>
                </a:solidFill>
                <a:latin typeface="Times New Roman"/>
                <a:cs typeface="Times New Roman"/>
              </a:rPr>
              <a:t> </a:t>
            </a:r>
            <a:r>
              <a:rPr sz="2400" dirty="0">
                <a:solidFill>
                  <a:srgbClr val="000000"/>
                </a:solidFill>
                <a:latin typeface="SNTQHS+TimesNewRomanPSMT"/>
                <a:cs typeface="SNTQHS+TimesNewRomanPSMT"/>
              </a:rPr>
              <a:t>program</a:t>
            </a:r>
            <a:r>
              <a:rPr sz="2400" dirty="0">
                <a:solidFill>
                  <a:srgbClr val="000000"/>
                </a:solidFill>
                <a:latin typeface="Times New Roman"/>
                <a:cs typeface="Times New Roman"/>
              </a:rPr>
              <a:t> </a:t>
            </a:r>
            <a:r>
              <a:rPr sz="2400" dirty="0">
                <a:solidFill>
                  <a:srgbClr val="000000"/>
                </a:solidFill>
                <a:latin typeface="SNTQHS+TimesNewRomanPSMT"/>
                <a:cs typeface="SNTQHS+TimesNewRomanPSMT"/>
              </a:rPr>
              <a:t>after</a:t>
            </a:r>
            <a:r>
              <a:rPr sz="2400" dirty="0">
                <a:solidFill>
                  <a:srgbClr val="000000"/>
                </a:solidFill>
                <a:latin typeface="Times New Roman"/>
                <a:cs typeface="Times New Roman"/>
              </a:rPr>
              <a:t> </a:t>
            </a:r>
            <a:r>
              <a:rPr sz="2400" dirty="0">
                <a:solidFill>
                  <a:srgbClr val="000000"/>
                </a:solidFill>
                <a:latin typeface="SNTQHS+TimesNewRomanPSMT"/>
                <a:cs typeface="SNTQHS+TimesNewRomanPSMT"/>
              </a:rPr>
              <a:t>one</a:t>
            </a:r>
            <a:r>
              <a:rPr sz="2400" dirty="0">
                <a:solidFill>
                  <a:srgbClr val="000000"/>
                </a:solidFill>
                <a:latin typeface="Times New Roman"/>
                <a:cs typeface="Times New Roman"/>
              </a:rPr>
              <a:t> </a:t>
            </a:r>
            <a:r>
              <a:rPr sz="2400" dirty="0">
                <a:solidFill>
                  <a:srgbClr val="000000"/>
                </a:solidFill>
                <a:latin typeface="SNTQHS+TimesNewRomanPSMT"/>
                <a:cs typeface="SNTQHS+TimesNewRomanPSMT"/>
              </a:rPr>
              <a:t>or</a:t>
            </a:r>
            <a:r>
              <a:rPr sz="2400" dirty="0">
                <a:solidFill>
                  <a:srgbClr val="000000"/>
                </a:solidFill>
                <a:latin typeface="Times New Roman"/>
                <a:cs typeface="Times New Roman"/>
              </a:rPr>
              <a:t> </a:t>
            </a:r>
            <a:r>
              <a:rPr sz="2400" dirty="0">
                <a:solidFill>
                  <a:srgbClr val="000000"/>
                </a:solidFill>
                <a:latin typeface="SNTQHS+TimesNewRomanPSMT"/>
                <a:cs typeface="SNTQHS+TimesNewRomanPSMT"/>
              </a:rPr>
              <a:t>two</a:t>
            </a:r>
            <a:r>
              <a:rPr sz="2400" dirty="0">
                <a:solidFill>
                  <a:srgbClr val="000000"/>
                </a:solidFill>
                <a:latin typeface="Times New Roman"/>
                <a:cs typeface="Times New Roman"/>
              </a:rPr>
              <a:t> </a:t>
            </a:r>
            <a:r>
              <a:rPr sz="2400" dirty="0">
                <a:solidFill>
                  <a:srgbClr val="000000"/>
                </a:solidFill>
                <a:latin typeface="SNTQHS+TimesNewRomanPSMT"/>
                <a:cs typeface="SNTQHS+TimesNewRomanPSMT"/>
              </a:rPr>
              <a:t>months,</a:t>
            </a:r>
          </a:p>
          <a:p>
            <a:pPr marL="228600" marR="0">
              <a:lnSpc>
                <a:spcPts val="2657"/>
              </a:lnSpc>
              <a:spcBef>
                <a:spcPts val="222"/>
              </a:spcBef>
              <a:spcAft>
                <a:spcPts val="0"/>
              </a:spcAft>
            </a:pPr>
            <a:r>
              <a:rPr sz="2400" dirty="0">
                <a:solidFill>
                  <a:srgbClr val="000000"/>
                </a:solidFill>
                <a:latin typeface="SNTQHS+TimesNewRomanPSMT"/>
                <a:cs typeface="SNTQHS+TimesNewRomanPSMT"/>
              </a:rPr>
              <a:t>then</a:t>
            </a:r>
            <a:r>
              <a:rPr sz="2400" dirty="0">
                <a:solidFill>
                  <a:srgbClr val="000000"/>
                </a:solidFill>
                <a:latin typeface="Times New Roman"/>
                <a:cs typeface="Times New Roman"/>
              </a:rPr>
              <a:t> </a:t>
            </a:r>
            <a:r>
              <a:rPr sz="2400" dirty="0">
                <a:solidFill>
                  <a:srgbClr val="000000"/>
                </a:solidFill>
                <a:latin typeface="SNTQHS+TimesNewRomanPSMT"/>
                <a:cs typeface="SNTQHS+TimesNewRomanPSMT"/>
              </a:rPr>
              <a:t>you</a:t>
            </a:r>
            <a:r>
              <a:rPr sz="2400" dirty="0">
                <a:solidFill>
                  <a:srgbClr val="000000"/>
                </a:solidFill>
                <a:latin typeface="Times New Roman"/>
                <a:cs typeface="Times New Roman"/>
              </a:rPr>
              <a:t> </a:t>
            </a:r>
            <a:r>
              <a:rPr sz="2400" dirty="0">
                <a:solidFill>
                  <a:srgbClr val="000000"/>
                </a:solidFill>
                <a:latin typeface="SNTQHS+TimesNewRomanPSMT"/>
                <a:cs typeface="SNTQHS+TimesNewRomanPSMT"/>
              </a:rPr>
              <a:t>will</a:t>
            </a:r>
            <a:r>
              <a:rPr sz="2400" dirty="0">
                <a:solidFill>
                  <a:srgbClr val="000000"/>
                </a:solidFill>
                <a:latin typeface="Times New Roman"/>
                <a:cs typeface="Times New Roman"/>
              </a:rPr>
              <a:t> </a:t>
            </a:r>
            <a:r>
              <a:rPr sz="2400" dirty="0">
                <a:solidFill>
                  <a:srgbClr val="000000"/>
                </a:solidFill>
                <a:latin typeface="SNTQHS+TimesNewRomanPSMT"/>
                <a:cs typeface="SNTQHS+TimesNewRomanPSMT"/>
              </a:rPr>
              <a:t>find</a:t>
            </a:r>
            <a:r>
              <a:rPr sz="2400" dirty="0">
                <a:solidFill>
                  <a:srgbClr val="000000"/>
                </a:solidFill>
                <a:latin typeface="Times New Roman"/>
                <a:cs typeface="Times New Roman"/>
              </a:rPr>
              <a:t> </a:t>
            </a:r>
            <a:r>
              <a:rPr sz="2400" dirty="0">
                <a:solidFill>
                  <a:srgbClr val="000000"/>
                </a:solidFill>
                <a:latin typeface="SNTQHS+TimesNewRomanPSMT"/>
                <a:cs typeface="SNTQHS+TimesNewRomanPSMT"/>
              </a:rPr>
              <a:t>it</a:t>
            </a:r>
            <a:r>
              <a:rPr sz="2400" dirty="0">
                <a:solidFill>
                  <a:srgbClr val="000000"/>
                </a:solidFill>
                <a:latin typeface="Times New Roman"/>
                <a:cs typeface="Times New Roman"/>
              </a:rPr>
              <a:t> </a:t>
            </a:r>
            <a:r>
              <a:rPr sz="2400" dirty="0">
                <a:solidFill>
                  <a:srgbClr val="000000"/>
                </a:solidFill>
                <a:latin typeface="SNTQHS+TimesNewRomanPSMT"/>
                <a:cs typeface="SNTQHS+TimesNewRomanPSMT"/>
              </a:rPr>
              <a:t>challenging</a:t>
            </a:r>
            <a:r>
              <a:rPr sz="2400" dirty="0">
                <a:solidFill>
                  <a:srgbClr val="000000"/>
                </a:solidFill>
                <a:latin typeface="Times New Roman"/>
                <a:cs typeface="Times New Roman"/>
              </a:rPr>
              <a:t> </a:t>
            </a:r>
            <a:r>
              <a:rPr sz="2400" dirty="0">
                <a:solidFill>
                  <a:srgbClr val="000000"/>
                </a:solidFill>
                <a:latin typeface="SNTQHS+TimesNewRomanPSMT"/>
                <a:cs typeface="SNTQHS+TimesNewRomanPSMT"/>
              </a:rPr>
              <a:t>to</a:t>
            </a:r>
            <a:r>
              <a:rPr sz="2400" dirty="0">
                <a:solidFill>
                  <a:srgbClr val="000000"/>
                </a:solidFill>
                <a:latin typeface="Times New Roman"/>
                <a:cs typeface="Times New Roman"/>
              </a:rPr>
              <a:t> </a:t>
            </a:r>
            <a:r>
              <a:rPr sz="2400" dirty="0">
                <a:solidFill>
                  <a:srgbClr val="000000"/>
                </a:solidFill>
                <a:latin typeface="SNTQHS+TimesNewRomanPSMT"/>
                <a:cs typeface="SNTQHS+TimesNewRomanPSMT"/>
              </a:rPr>
              <a:t>understand</a:t>
            </a:r>
            <a:r>
              <a:rPr sz="2400" dirty="0">
                <a:solidFill>
                  <a:srgbClr val="000000"/>
                </a:solidFill>
                <a:latin typeface="Times New Roman"/>
                <a:cs typeface="Times New Roman"/>
              </a:rPr>
              <a:t> </a:t>
            </a:r>
            <a:r>
              <a:rPr sz="2400" dirty="0">
                <a:solidFill>
                  <a:srgbClr val="000000"/>
                </a:solidFill>
                <a:latin typeface="SNTQHS+TimesNewRomanPSMT"/>
                <a:cs typeface="SNTQHS+TimesNewRomanPSMT"/>
              </a:rPr>
              <a:t>your</a:t>
            </a:r>
            <a:r>
              <a:rPr sz="2400" dirty="0">
                <a:solidFill>
                  <a:srgbClr val="000000"/>
                </a:solidFill>
                <a:latin typeface="Times New Roman"/>
                <a:cs typeface="Times New Roman"/>
              </a:rPr>
              <a:t> </a:t>
            </a:r>
            <a:r>
              <a:rPr sz="2400" dirty="0">
                <a:solidFill>
                  <a:srgbClr val="000000"/>
                </a:solidFill>
                <a:latin typeface="SNTQHS+TimesNewRomanPSMT"/>
                <a:cs typeface="SNTQHS+TimesNewRomanPSMT"/>
              </a:rPr>
              <a:t>code.</a:t>
            </a:r>
          </a:p>
        </p:txBody>
      </p:sp>
      <p:sp>
        <p:nvSpPr>
          <p:cNvPr id="4" name="object 4"/>
          <p:cNvSpPr txBox="1"/>
          <p:nvPr/>
        </p:nvSpPr>
        <p:spPr>
          <a:xfrm>
            <a:off x="666343" y="1994989"/>
            <a:ext cx="8094916" cy="1472922"/>
          </a:xfrm>
          <a:prstGeom prst="rect">
            <a:avLst/>
          </a:prstGeom>
        </p:spPr>
        <p:txBody>
          <a:bodyPr vert="horz" wrap="square" lIns="0" tIns="0" rIns="0" bIns="0" rtlCol="0">
            <a:spAutoFit/>
          </a:bodyPr>
          <a:lstStyle/>
          <a:p>
            <a:pPr marL="0" marR="0">
              <a:lnSpc>
                <a:spcPts val="2657"/>
              </a:lnSpc>
              <a:spcBef>
                <a:spcPts val="0"/>
              </a:spcBef>
              <a:spcAft>
                <a:spcPts val="0"/>
              </a:spcAft>
            </a:pPr>
            <a:r>
              <a:rPr sz="2400" b="1" dirty="0">
                <a:solidFill>
                  <a:srgbClr val="000000"/>
                </a:solidFill>
                <a:latin typeface="CRUWVR+TimesNewRomanPS-BoldMT"/>
                <a:cs typeface="CRUWVR+TimesNewRomanPS-BoldMT"/>
              </a:rPr>
              <a:t>Comments</a:t>
            </a:r>
            <a:r>
              <a:rPr sz="2400" b="1" dirty="0">
                <a:solidFill>
                  <a:srgbClr val="000000"/>
                </a:solidFill>
                <a:latin typeface="Times New Roman"/>
                <a:cs typeface="Times New Roman"/>
              </a:rPr>
              <a:t> </a:t>
            </a:r>
            <a:r>
              <a:rPr sz="2400" b="1" dirty="0">
                <a:solidFill>
                  <a:srgbClr val="000000"/>
                </a:solidFill>
                <a:latin typeface="CRUWVR+TimesNewRomanPS-BoldMT"/>
                <a:cs typeface="CRUWVR+TimesNewRomanPS-BoldMT"/>
              </a:rPr>
              <a:t>help</a:t>
            </a:r>
            <a:r>
              <a:rPr sz="2400" b="1" dirty="0">
                <a:solidFill>
                  <a:srgbClr val="000000"/>
                </a:solidFill>
                <a:latin typeface="Times New Roman"/>
                <a:cs typeface="Times New Roman"/>
              </a:rPr>
              <a:t> </a:t>
            </a:r>
            <a:r>
              <a:rPr sz="2400" b="1" dirty="0">
                <a:solidFill>
                  <a:srgbClr val="000000"/>
                </a:solidFill>
                <a:latin typeface="CRUWVR+TimesNewRomanPS-BoldMT"/>
                <a:cs typeface="CRUWVR+TimesNewRomanPS-BoldMT"/>
              </a:rPr>
              <a:t>to</a:t>
            </a:r>
            <a:r>
              <a:rPr sz="2400" b="1" dirty="0">
                <a:solidFill>
                  <a:srgbClr val="000000"/>
                </a:solidFill>
                <a:latin typeface="Times New Roman"/>
                <a:cs typeface="Times New Roman"/>
              </a:rPr>
              <a:t> </a:t>
            </a:r>
            <a:r>
              <a:rPr sz="2400" b="1" dirty="0">
                <a:solidFill>
                  <a:srgbClr val="000000"/>
                </a:solidFill>
                <a:latin typeface="CRUWVR+TimesNewRomanPS-BoldMT"/>
                <a:cs typeface="CRUWVR+TimesNewRomanPS-BoldMT"/>
              </a:rPr>
              <a:t>understand</a:t>
            </a:r>
            <a:r>
              <a:rPr sz="2400" b="1" dirty="0">
                <a:solidFill>
                  <a:srgbClr val="000000"/>
                </a:solidFill>
                <a:latin typeface="Times New Roman"/>
                <a:cs typeface="Times New Roman"/>
              </a:rPr>
              <a:t> </a:t>
            </a:r>
            <a:r>
              <a:rPr sz="2400" b="1" dirty="0">
                <a:solidFill>
                  <a:srgbClr val="000000"/>
                </a:solidFill>
                <a:latin typeface="CRUWVR+TimesNewRomanPS-BoldMT"/>
                <a:cs typeface="CRUWVR+TimesNewRomanPS-BoldMT"/>
              </a:rPr>
              <a:t>the</a:t>
            </a:r>
            <a:r>
              <a:rPr sz="2400" b="1" dirty="0">
                <a:solidFill>
                  <a:srgbClr val="000000"/>
                </a:solidFill>
                <a:latin typeface="Times New Roman"/>
                <a:cs typeface="Times New Roman"/>
              </a:rPr>
              <a:t> </a:t>
            </a:r>
            <a:r>
              <a:rPr sz="2400" b="1" dirty="0">
                <a:solidFill>
                  <a:srgbClr val="000000"/>
                </a:solidFill>
                <a:latin typeface="CRUWVR+TimesNewRomanPS-BoldMT"/>
                <a:cs typeface="CRUWVR+TimesNewRomanPS-BoldMT"/>
              </a:rPr>
              <a:t>code</a:t>
            </a:r>
            <a:r>
              <a:rPr sz="2400" b="1" dirty="0">
                <a:solidFill>
                  <a:srgbClr val="000000"/>
                </a:solidFill>
                <a:latin typeface="Times New Roman"/>
                <a:cs typeface="Times New Roman"/>
              </a:rPr>
              <a:t> </a:t>
            </a:r>
            <a:r>
              <a:rPr sz="2400" b="1" dirty="0">
                <a:solidFill>
                  <a:srgbClr val="000000"/>
                </a:solidFill>
                <a:latin typeface="CRUWVR+TimesNewRomanPS-BoldMT"/>
                <a:cs typeface="CRUWVR+TimesNewRomanPS-BoldMT"/>
              </a:rPr>
              <a:t>of</a:t>
            </a:r>
            <a:r>
              <a:rPr sz="2400" b="1" dirty="0">
                <a:solidFill>
                  <a:srgbClr val="000000"/>
                </a:solidFill>
                <a:latin typeface="Times New Roman"/>
                <a:cs typeface="Times New Roman"/>
              </a:rPr>
              <a:t> </a:t>
            </a:r>
            <a:r>
              <a:rPr sz="2400" b="1" dirty="0">
                <a:solidFill>
                  <a:srgbClr val="000000"/>
                </a:solidFill>
                <a:latin typeface="CRUWVR+TimesNewRomanPS-BoldMT"/>
                <a:cs typeface="CRUWVR+TimesNewRomanPS-BoldMT"/>
              </a:rPr>
              <a:t>others</a:t>
            </a:r>
            <a:r>
              <a:rPr sz="2400" b="1" spc="49" dirty="0">
                <a:solidFill>
                  <a:srgbClr val="000000"/>
                </a:solidFill>
                <a:latin typeface="Times New Roman"/>
                <a:cs typeface="Times New Roman"/>
              </a:rPr>
              <a:t> </a:t>
            </a:r>
            <a:r>
              <a:rPr sz="2400" dirty="0">
                <a:solidFill>
                  <a:srgbClr val="000000"/>
                </a:solidFill>
                <a:latin typeface="SNTQHS+TimesNewRomanPSMT"/>
                <a:cs typeface="SNTQHS+TimesNewRomanPSMT"/>
              </a:rPr>
              <a:t>-</a:t>
            </a:r>
            <a:r>
              <a:rPr sz="2400" dirty="0">
                <a:solidFill>
                  <a:srgbClr val="000000"/>
                </a:solidFill>
                <a:latin typeface="Times New Roman"/>
                <a:cs typeface="Times New Roman"/>
              </a:rPr>
              <a:t> </a:t>
            </a:r>
            <a:r>
              <a:rPr sz="2400" dirty="0">
                <a:solidFill>
                  <a:srgbClr val="000000"/>
                </a:solidFill>
                <a:latin typeface="SNTQHS+TimesNewRomanPSMT"/>
                <a:cs typeface="SNTQHS+TimesNewRomanPSMT"/>
              </a:rPr>
              <a:t>We</a:t>
            </a:r>
            <a:r>
              <a:rPr sz="2400" dirty="0">
                <a:solidFill>
                  <a:srgbClr val="000000"/>
                </a:solidFill>
                <a:latin typeface="Times New Roman"/>
                <a:cs typeface="Times New Roman"/>
              </a:rPr>
              <a:t> </a:t>
            </a:r>
            <a:r>
              <a:rPr sz="2400" dirty="0">
                <a:solidFill>
                  <a:srgbClr val="000000"/>
                </a:solidFill>
                <a:latin typeface="SNTQHS+TimesNewRomanPSMT"/>
                <a:cs typeface="SNTQHS+TimesNewRomanPSMT"/>
              </a:rPr>
              <a:t>usually</a:t>
            </a:r>
          </a:p>
          <a:p>
            <a:pPr marL="228600" marR="0">
              <a:lnSpc>
                <a:spcPts val="2657"/>
              </a:lnSpc>
              <a:spcBef>
                <a:spcPts val="172"/>
              </a:spcBef>
              <a:spcAft>
                <a:spcPts val="0"/>
              </a:spcAft>
            </a:pPr>
            <a:r>
              <a:rPr sz="2400" dirty="0">
                <a:solidFill>
                  <a:srgbClr val="000000"/>
                </a:solidFill>
                <a:latin typeface="SNTQHS+TimesNewRomanPSMT"/>
                <a:cs typeface="SNTQHS+TimesNewRomanPSMT"/>
              </a:rPr>
              <a:t>work</a:t>
            </a:r>
            <a:r>
              <a:rPr sz="2400" dirty="0">
                <a:solidFill>
                  <a:srgbClr val="000000"/>
                </a:solidFill>
                <a:latin typeface="Times New Roman"/>
                <a:cs typeface="Times New Roman"/>
              </a:rPr>
              <a:t> </a:t>
            </a:r>
            <a:r>
              <a:rPr sz="2400" dirty="0">
                <a:solidFill>
                  <a:srgbClr val="000000"/>
                </a:solidFill>
                <a:latin typeface="SNTQHS+TimesNewRomanPSMT"/>
                <a:cs typeface="SNTQHS+TimesNewRomanPSMT"/>
              </a:rPr>
              <a:t>in</a:t>
            </a:r>
            <a:r>
              <a:rPr sz="2400" dirty="0">
                <a:solidFill>
                  <a:srgbClr val="000000"/>
                </a:solidFill>
                <a:latin typeface="Times New Roman"/>
                <a:cs typeface="Times New Roman"/>
              </a:rPr>
              <a:t> </a:t>
            </a:r>
            <a:r>
              <a:rPr sz="2400" dirty="0">
                <a:solidFill>
                  <a:srgbClr val="000000"/>
                </a:solidFill>
                <a:latin typeface="SNTQHS+TimesNewRomanPSMT"/>
                <a:cs typeface="SNTQHS+TimesNewRomanPSMT"/>
              </a:rPr>
              <a:t>a</a:t>
            </a:r>
            <a:r>
              <a:rPr sz="2400" dirty="0">
                <a:solidFill>
                  <a:srgbClr val="000000"/>
                </a:solidFill>
                <a:latin typeface="Times New Roman"/>
                <a:cs typeface="Times New Roman"/>
              </a:rPr>
              <a:t> </a:t>
            </a:r>
            <a:r>
              <a:rPr sz="2400" dirty="0">
                <a:solidFill>
                  <a:srgbClr val="000000"/>
                </a:solidFill>
                <a:latin typeface="SNTQHS+TimesNewRomanPSMT"/>
                <a:cs typeface="SNTQHS+TimesNewRomanPSMT"/>
              </a:rPr>
              <a:t>team</a:t>
            </a:r>
            <a:r>
              <a:rPr sz="2400" dirty="0">
                <a:solidFill>
                  <a:srgbClr val="000000"/>
                </a:solidFill>
                <a:latin typeface="Times New Roman"/>
                <a:cs typeface="Times New Roman"/>
              </a:rPr>
              <a:t> </a:t>
            </a:r>
            <a:r>
              <a:rPr sz="2400" dirty="0">
                <a:solidFill>
                  <a:srgbClr val="000000"/>
                </a:solidFill>
                <a:latin typeface="SNTQHS+TimesNewRomanPSMT"/>
                <a:cs typeface="SNTQHS+TimesNewRomanPSMT"/>
              </a:rPr>
              <a:t>structure,</a:t>
            </a:r>
            <a:r>
              <a:rPr sz="2400" dirty="0">
                <a:solidFill>
                  <a:srgbClr val="000000"/>
                </a:solidFill>
                <a:latin typeface="Times New Roman"/>
                <a:cs typeface="Times New Roman"/>
              </a:rPr>
              <a:t> </a:t>
            </a:r>
            <a:r>
              <a:rPr sz="2400" dirty="0">
                <a:solidFill>
                  <a:srgbClr val="000000"/>
                </a:solidFill>
                <a:latin typeface="SNTQHS+TimesNewRomanPSMT"/>
                <a:cs typeface="SNTQHS+TimesNewRomanPSMT"/>
              </a:rPr>
              <a:t>where</a:t>
            </a:r>
            <a:r>
              <a:rPr sz="2400" dirty="0">
                <a:solidFill>
                  <a:srgbClr val="000000"/>
                </a:solidFill>
                <a:latin typeface="Times New Roman"/>
                <a:cs typeface="Times New Roman"/>
              </a:rPr>
              <a:t> </a:t>
            </a:r>
            <a:r>
              <a:rPr sz="2400" dirty="0">
                <a:solidFill>
                  <a:srgbClr val="000000"/>
                </a:solidFill>
                <a:latin typeface="SNTQHS+TimesNewRomanPSMT"/>
                <a:cs typeface="SNTQHS+TimesNewRomanPSMT"/>
              </a:rPr>
              <a:t>others</a:t>
            </a:r>
            <a:r>
              <a:rPr sz="2400" dirty="0">
                <a:solidFill>
                  <a:srgbClr val="000000"/>
                </a:solidFill>
                <a:latin typeface="Times New Roman"/>
                <a:cs typeface="Times New Roman"/>
              </a:rPr>
              <a:t> </a:t>
            </a:r>
            <a:r>
              <a:rPr sz="2400" dirty="0">
                <a:solidFill>
                  <a:srgbClr val="000000"/>
                </a:solidFill>
                <a:latin typeface="SNTQHS+TimesNewRomanPSMT"/>
                <a:cs typeface="SNTQHS+TimesNewRomanPSMT"/>
              </a:rPr>
              <a:t>review</a:t>
            </a:r>
            <a:r>
              <a:rPr sz="2400" dirty="0">
                <a:solidFill>
                  <a:srgbClr val="000000"/>
                </a:solidFill>
                <a:latin typeface="Times New Roman"/>
                <a:cs typeface="Times New Roman"/>
              </a:rPr>
              <a:t> </a:t>
            </a:r>
            <a:r>
              <a:rPr sz="2400" dirty="0">
                <a:solidFill>
                  <a:srgbClr val="000000"/>
                </a:solidFill>
                <a:latin typeface="SNTQHS+TimesNewRomanPSMT"/>
                <a:cs typeface="SNTQHS+TimesNewRomanPSMT"/>
              </a:rPr>
              <a:t>the</a:t>
            </a:r>
            <a:r>
              <a:rPr sz="2400" dirty="0">
                <a:solidFill>
                  <a:srgbClr val="000000"/>
                </a:solidFill>
                <a:latin typeface="Times New Roman"/>
                <a:cs typeface="Times New Roman"/>
              </a:rPr>
              <a:t> </a:t>
            </a:r>
            <a:r>
              <a:rPr sz="2400" dirty="0">
                <a:solidFill>
                  <a:srgbClr val="000000"/>
                </a:solidFill>
                <a:latin typeface="SNTQHS+TimesNewRomanPSMT"/>
                <a:cs typeface="SNTQHS+TimesNewRomanPSMT"/>
              </a:rPr>
              <a:t>code</a:t>
            </a:r>
            <a:r>
              <a:rPr sz="2400" dirty="0">
                <a:solidFill>
                  <a:srgbClr val="000000"/>
                </a:solidFill>
                <a:latin typeface="Times New Roman"/>
                <a:cs typeface="Times New Roman"/>
              </a:rPr>
              <a:t> </a:t>
            </a:r>
            <a:r>
              <a:rPr sz="2400" dirty="0">
                <a:solidFill>
                  <a:srgbClr val="000000"/>
                </a:solidFill>
                <a:latin typeface="SNTQHS+TimesNewRomanPSMT"/>
                <a:cs typeface="SNTQHS+TimesNewRomanPSMT"/>
              </a:rPr>
              <a:t>of</a:t>
            </a:r>
            <a:r>
              <a:rPr sz="2400" dirty="0">
                <a:solidFill>
                  <a:srgbClr val="000000"/>
                </a:solidFill>
                <a:latin typeface="Times New Roman"/>
                <a:cs typeface="Times New Roman"/>
              </a:rPr>
              <a:t> </a:t>
            </a:r>
            <a:r>
              <a:rPr sz="2400" dirty="0">
                <a:solidFill>
                  <a:srgbClr val="000000"/>
                </a:solidFill>
                <a:latin typeface="SNTQHS+TimesNewRomanPSMT"/>
                <a:cs typeface="SNTQHS+TimesNewRomanPSMT"/>
              </a:rPr>
              <a:t>one</a:t>
            </a:r>
          </a:p>
          <a:p>
            <a:pPr marL="228600" marR="0">
              <a:lnSpc>
                <a:spcPts val="2657"/>
              </a:lnSpc>
              <a:spcBef>
                <a:spcPts val="222"/>
              </a:spcBef>
              <a:spcAft>
                <a:spcPts val="0"/>
              </a:spcAft>
            </a:pPr>
            <a:r>
              <a:rPr sz="2400" dirty="0">
                <a:solidFill>
                  <a:srgbClr val="000000"/>
                </a:solidFill>
                <a:latin typeface="SNTQHS+TimesNewRomanPSMT"/>
                <a:cs typeface="SNTQHS+TimesNewRomanPSMT"/>
              </a:rPr>
              <a:t>team</a:t>
            </a:r>
            <a:r>
              <a:rPr sz="2400" dirty="0">
                <a:solidFill>
                  <a:srgbClr val="000000"/>
                </a:solidFill>
                <a:latin typeface="Times New Roman"/>
                <a:cs typeface="Times New Roman"/>
              </a:rPr>
              <a:t> </a:t>
            </a:r>
            <a:r>
              <a:rPr sz="2400" dirty="0">
                <a:solidFill>
                  <a:srgbClr val="000000"/>
                </a:solidFill>
                <a:latin typeface="SNTQHS+TimesNewRomanPSMT"/>
                <a:cs typeface="SNTQHS+TimesNewRomanPSMT"/>
              </a:rPr>
              <a:t>member.</a:t>
            </a:r>
            <a:r>
              <a:rPr sz="2400" dirty="0">
                <a:solidFill>
                  <a:srgbClr val="000000"/>
                </a:solidFill>
                <a:latin typeface="Times New Roman"/>
                <a:cs typeface="Times New Roman"/>
              </a:rPr>
              <a:t> </a:t>
            </a:r>
            <a:r>
              <a:rPr sz="2400" dirty="0">
                <a:solidFill>
                  <a:srgbClr val="000000"/>
                </a:solidFill>
                <a:latin typeface="SNTQHS+TimesNewRomanPSMT"/>
                <a:cs typeface="SNTQHS+TimesNewRomanPSMT"/>
              </a:rPr>
              <a:t>Also,</a:t>
            </a:r>
            <a:r>
              <a:rPr sz="2400" dirty="0">
                <a:solidFill>
                  <a:srgbClr val="000000"/>
                </a:solidFill>
                <a:latin typeface="Times New Roman"/>
                <a:cs typeface="Times New Roman"/>
              </a:rPr>
              <a:t> </a:t>
            </a:r>
            <a:r>
              <a:rPr sz="2400" dirty="0">
                <a:solidFill>
                  <a:srgbClr val="000000"/>
                </a:solidFill>
                <a:latin typeface="SNTQHS+TimesNewRomanPSMT"/>
                <a:cs typeface="SNTQHS+TimesNewRomanPSMT"/>
              </a:rPr>
              <a:t>you</a:t>
            </a:r>
            <a:r>
              <a:rPr sz="2400" dirty="0">
                <a:solidFill>
                  <a:srgbClr val="000000"/>
                </a:solidFill>
                <a:latin typeface="Times New Roman"/>
                <a:cs typeface="Times New Roman"/>
              </a:rPr>
              <a:t> </a:t>
            </a:r>
            <a:r>
              <a:rPr sz="2400" dirty="0">
                <a:solidFill>
                  <a:srgbClr val="000000"/>
                </a:solidFill>
                <a:latin typeface="SNTQHS+TimesNewRomanPSMT"/>
                <a:cs typeface="SNTQHS+TimesNewRomanPSMT"/>
              </a:rPr>
              <a:t>might</a:t>
            </a:r>
            <a:r>
              <a:rPr sz="2400" dirty="0">
                <a:solidFill>
                  <a:srgbClr val="000000"/>
                </a:solidFill>
                <a:latin typeface="Times New Roman"/>
                <a:cs typeface="Times New Roman"/>
              </a:rPr>
              <a:t> </a:t>
            </a:r>
            <a:r>
              <a:rPr sz="2400" dirty="0">
                <a:solidFill>
                  <a:srgbClr val="000000"/>
                </a:solidFill>
                <a:latin typeface="SNTQHS+TimesNewRomanPSMT"/>
                <a:cs typeface="SNTQHS+TimesNewRomanPSMT"/>
              </a:rPr>
              <a:t>need</a:t>
            </a:r>
            <a:r>
              <a:rPr sz="2400" dirty="0">
                <a:solidFill>
                  <a:srgbClr val="000000"/>
                </a:solidFill>
                <a:latin typeface="Times New Roman"/>
                <a:cs typeface="Times New Roman"/>
              </a:rPr>
              <a:t> </a:t>
            </a:r>
            <a:r>
              <a:rPr sz="2400" dirty="0">
                <a:solidFill>
                  <a:srgbClr val="000000"/>
                </a:solidFill>
                <a:latin typeface="SNTQHS+TimesNewRomanPSMT"/>
                <a:cs typeface="SNTQHS+TimesNewRomanPSMT"/>
              </a:rPr>
              <a:t>to</a:t>
            </a:r>
            <a:r>
              <a:rPr sz="2400" dirty="0">
                <a:solidFill>
                  <a:srgbClr val="000000"/>
                </a:solidFill>
                <a:latin typeface="Times New Roman"/>
                <a:cs typeface="Times New Roman"/>
              </a:rPr>
              <a:t> </a:t>
            </a:r>
            <a:r>
              <a:rPr sz="2400" dirty="0">
                <a:solidFill>
                  <a:srgbClr val="000000"/>
                </a:solidFill>
                <a:latin typeface="SNTQHS+TimesNewRomanPSMT"/>
                <a:cs typeface="SNTQHS+TimesNewRomanPSMT"/>
              </a:rPr>
              <a:t>work</a:t>
            </a:r>
            <a:r>
              <a:rPr sz="2400" dirty="0">
                <a:solidFill>
                  <a:srgbClr val="000000"/>
                </a:solidFill>
                <a:latin typeface="Times New Roman"/>
                <a:cs typeface="Times New Roman"/>
              </a:rPr>
              <a:t> </a:t>
            </a:r>
            <a:r>
              <a:rPr sz="2400" dirty="0">
                <a:solidFill>
                  <a:srgbClr val="000000"/>
                </a:solidFill>
                <a:latin typeface="SNTQHS+TimesNewRomanPSMT"/>
                <a:cs typeface="SNTQHS+TimesNewRomanPSMT"/>
              </a:rPr>
              <a:t>on</a:t>
            </a:r>
            <a:r>
              <a:rPr sz="2400" dirty="0">
                <a:solidFill>
                  <a:srgbClr val="000000"/>
                </a:solidFill>
                <a:latin typeface="Times New Roman"/>
                <a:cs typeface="Times New Roman"/>
              </a:rPr>
              <a:t> </a:t>
            </a:r>
            <a:r>
              <a:rPr sz="2400" dirty="0">
                <a:solidFill>
                  <a:srgbClr val="000000"/>
                </a:solidFill>
                <a:latin typeface="SNTQHS+TimesNewRomanPSMT"/>
                <a:cs typeface="SNTQHS+TimesNewRomanPSMT"/>
              </a:rPr>
              <a:t>a</a:t>
            </a:r>
            <a:r>
              <a:rPr sz="2400" dirty="0">
                <a:solidFill>
                  <a:srgbClr val="000000"/>
                </a:solidFill>
                <a:latin typeface="Times New Roman"/>
                <a:cs typeface="Times New Roman"/>
              </a:rPr>
              <a:t> </a:t>
            </a:r>
            <a:r>
              <a:rPr sz="2400" dirty="0">
                <a:solidFill>
                  <a:srgbClr val="000000"/>
                </a:solidFill>
                <a:latin typeface="SNTQHS+TimesNewRomanPSMT"/>
                <a:cs typeface="SNTQHS+TimesNewRomanPSMT"/>
              </a:rPr>
              <a:t>feature</a:t>
            </a:r>
            <a:r>
              <a:rPr sz="2400" dirty="0">
                <a:solidFill>
                  <a:srgbClr val="000000"/>
                </a:solidFill>
                <a:latin typeface="Times New Roman"/>
                <a:cs typeface="Times New Roman"/>
              </a:rPr>
              <a:t> </a:t>
            </a:r>
            <a:r>
              <a:rPr sz="2400" dirty="0">
                <a:solidFill>
                  <a:srgbClr val="000000"/>
                </a:solidFill>
                <a:latin typeface="SNTQHS+TimesNewRomanPSMT"/>
                <a:cs typeface="SNTQHS+TimesNewRomanPSMT"/>
              </a:rPr>
              <a:t>that</a:t>
            </a:r>
          </a:p>
          <a:p>
            <a:pPr marL="228600" marR="0">
              <a:lnSpc>
                <a:spcPts val="2657"/>
              </a:lnSpc>
              <a:spcBef>
                <a:spcPts val="222"/>
              </a:spcBef>
              <a:spcAft>
                <a:spcPts val="0"/>
              </a:spcAft>
            </a:pPr>
            <a:r>
              <a:rPr sz="2400" dirty="0">
                <a:solidFill>
                  <a:srgbClr val="000000"/>
                </a:solidFill>
                <a:latin typeface="SNTQHS+TimesNewRomanPSMT"/>
                <a:cs typeface="SNTQHS+TimesNewRomanPSMT"/>
              </a:rPr>
              <a:t>was</a:t>
            </a:r>
            <a:r>
              <a:rPr sz="2400" dirty="0">
                <a:solidFill>
                  <a:srgbClr val="000000"/>
                </a:solidFill>
                <a:latin typeface="Times New Roman"/>
                <a:cs typeface="Times New Roman"/>
              </a:rPr>
              <a:t> </a:t>
            </a:r>
            <a:r>
              <a:rPr sz="2400" dirty="0">
                <a:solidFill>
                  <a:srgbClr val="000000"/>
                </a:solidFill>
                <a:latin typeface="SNTQHS+TimesNewRomanPSMT"/>
                <a:cs typeface="SNTQHS+TimesNewRomanPSMT"/>
              </a:rPr>
              <a:t>earlier</a:t>
            </a:r>
            <a:r>
              <a:rPr sz="2400" dirty="0">
                <a:solidFill>
                  <a:srgbClr val="000000"/>
                </a:solidFill>
                <a:latin typeface="Times New Roman"/>
                <a:cs typeface="Times New Roman"/>
              </a:rPr>
              <a:t> </a:t>
            </a:r>
            <a:r>
              <a:rPr sz="2400" dirty="0">
                <a:solidFill>
                  <a:srgbClr val="000000"/>
                </a:solidFill>
                <a:latin typeface="SNTQHS+TimesNewRomanPSMT"/>
                <a:cs typeface="SNTQHS+TimesNewRomanPSMT"/>
              </a:rPr>
              <a:t>worked</a:t>
            </a:r>
            <a:r>
              <a:rPr sz="2400" dirty="0">
                <a:solidFill>
                  <a:srgbClr val="000000"/>
                </a:solidFill>
                <a:latin typeface="Times New Roman"/>
                <a:cs typeface="Times New Roman"/>
              </a:rPr>
              <a:t> </a:t>
            </a:r>
            <a:r>
              <a:rPr sz="2400" dirty="0">
                <a:solidFill>
                  <a:srgbClr val="000000"/>
                </a:solidFill>
                <a:latin typeface="SNTQHS+TimesNewRomanPSMT"/>
                <a:cs typeface="SNTQHS+TimesNewRomanPSMT"/>
              </a:rPr>
              <a:t>by</a:t>
            </a:r>
            <a:r>
              <a:rPr sz="2400" dirty="0">
                <a:solidFill>
                  <a:srgbClr val="000000"/>
                </a:solidFill>
                <a:latin typeface="Times New Roman"/>
                <a:cs typeface="Times New Roman"/>
              </a:rPr>
              <a:t> </a:t>
            </a:r>
            <a:r>
              <a:rPr sz="2400" dirty="0">
                <a:solidFill>
                  <a:srgbClr val="000000"/>
                </a:solidFill>
                <a:latin typeface="SNTQHS+TimesNewRomanPSMT"/>
                <a:cs typeface="SNTQHS+TimesNewRomanPSMT"/>
              </a:rPr>
              <a:t>some</a:t>
            </a:r>
            <a:r>
              <a:rPr sz="2400" dirty="0">
                <a:solidFill>
                  <a:srgbClr val="000000"/>
                </a:solidFill>
                <a:latin typeface="Times New Roman"/>
                <a:cs typeface="Times New Roman"/>
              </a:rPr>
              <a:t> </a:t>
            </a:r>
            <a:r>
              <a:rPr sz="2400" dirty="0">
                <a:solidFill>
                  <a:srgbClr val="000000"/>
                </a:solidFill>
                <a:latin typeface="SNTQHS+TimesNewRomanPSMT"/>
                <a:cs typeface="SNTQHS+TimesNewRomanPSMT"/>
              </a:rPr>
              <a:t>other</a:t>
            </a:r>
            <a:r>
              <a:rPr sz="2400" dirty="0">
                <a:solidFill>
                  <a:srgbClr val="000000"/>
                </a:solidFill>
                <a:latin typeface="Times New Roman"/>
                <a:cs typeface="Times New Roman"/>
              </a:rPr>
              <a:t> </a:t>
            </a:r>
            <a:r>
              <a:rPr sz="2400" dirty="0">
                <a:solidFill>
                  <a:srgbClr val="000000"/>
                </a:solidFill>
                <a:latin typeface="SNTQHS+TimesNewRomanPSMT"/>
                <a:cs typeface="SNTQHS+TimesNewRomanPSMT"/>
              </a:rPr>
              <a:t>developer.</a:t>
            </a:r>
          </a:p>
        </p:txBody>
      </p:sp>
      <p:sp>
        <p:nvSpPr>
          <p:cNvPr id="5" name="object 5"/>
          <p:cNvSpPr txBox="1"/>
          <p:nvPr/>
        </p:nvSpPr>
        <p:spPr>
          <a:xfrm>
            <a:off x="666343" y="3823789"/>
            <a:ext cx="7716739" cy="1107161"/>
          </a:xfrm>
          <a:prstGeom prst="rect">
            <a:avLst/>
          </a:prstGeom>
        </p:spPr>
        <p:txBody>
          <a:bodyPr vert="horz" wrap="square" lIns="0" tIns="0" rIns="0" bIns="0" rtlCol="0">
            <a:spAutoFit/>
          </a:bodyPr>
          <a:lstStyle/>
          <a:p>
            <a:pPr marL="0" marR="0">
              <a:lnSpc>
                <a:spcPts val="2657"/>
              </a:lnSpc>
              <a:spcBef>
                <a:spcPts val="0"/>
              </a:spcBef>
              <a:spcAft>
                <a:spcPts val="0"/>
              </a:spcAft>
            </a:pPr>
            <a:r>
              <a:rPr sz="2400" b="1" dirty="0">
                <a:solidFill>
                  <a:srgbClr val="000000"/>
                </a:solidFill>
                <a:latin typeface="CRUWVR+TimesNewRomanPS-BoldMT"/>
                <a:cs typeface="CRUWVR+TimesNewRomanPS-BoldMT"/>
              </a:rPr>
              <a:t>Code</a:t>
            </a:r>
            <a:r>
              <a:rPr sz="2400" b="1" dirty="0">
                <a:solidFill>
                  <a:srgbClr val="000000"/>
                </a:solidFill>
                <a:latin typeface="Times New Roman"/>
                <a:cs typeface="Times New Roman"/>
              </a:rPr>
              <a:t> </a:t>
            </a:r>
            <a:r>
              <a:rPr sz="2400" b="1" dirty="0">
                <a:solidFill>
                  <a:srgbClr val="000000"/>
                </a:solidFill>
                <a:latin typeface="CRUWVR+TimesNewRomanPS-BoldMT"/>
                <a:cs typeface="CRUWVR+TimesNewRomanPS-BoldMT"/>
              </a:rPr>
              <a:t>Debugging</a:t>
            </a:r>
            <a:r>
              <a:rPr sz="2400" b="1" spc="18" dirty="0">
                <a:solidFill>
                  <a:srgbClr val="000000"/>
                </a:solidFill>
                <a:latin typeface="Times New Roman"/>
                <a:cs typeface="Times New Roman"/>
              </a:rPr>
              <a:t> </a:t>
            </a:r>
            <a:r>
              <a:rPr sz="2400" dirty="0">
                <a:solidFill>
                  <a:srgbClr val="000000"/>
                </a:solidFill>
                <a:latin typeface="SNTQHS+TimesNewRomanPSMT"/>
                <a:cs typeface="SNTQHS+TimesNewRomanPSMT"/>
              </a:rPr>
              <a:t>-</a:t>
            </a:r>
            <a:r>
              <a:rPr sz="2400" dirty="0">
                <a:solidFill>
                  <a:srgbClr val="000000"/>
                </a:solidFill>
                <a:latin typeface="Times New Roman"/>
                <a:cs typeface="Times New Roman"/>
              </a:rPr>
              <a:t> </a:t>
            </a:r>
            <a:r>
              <a:rPr sz="2400" dirty="0">
                <a:solidFill>
                  <a:srgbClr val="000000"/>
                </a:solidFill>
                <a:latin typeface="SNTQHS+TimesNewRomanPSMT"/>
                <a:cs typeface="SNTQHS+TimesNewRomanPSMT"/>
              </a:rPr>
              <a:t>Sometimes,</a:t>
            </a:r>
            <a:r>
              <a:rPr sz="2400" dirty="0">
                <a:solidFill>
                  <a:srgbClr val="000000"/>
                </a:solidFill>
                <a:latin typeface="Times New Roman"/>
                <a:cs typeface="Times New Roman"/>
              </a:rPr>
              <a:t> </a:t>
            </a:r>
            <a:r>
              <a:rPr sz="2400" dirty="0">
                <a:solidFill>
                  <a:srgbClr val="000000"/>
                </a:solidFill>
                <a:latin typeface="SNTQHS+TimesNewRomanPSMT"/>
                <a:cs typeface="SNTQHS+TimesNewRomanPSMT"/>
              </a:rPr>
              <a:t>we</a:t>
            </a:r>
            <a:r>
              <a:rPr sz="2400" dirty="0">
                <a:solidFill>
                  <a:srgbClr val="000000"/>
                </a:solidFill>
                <a:latin typeface="Times New Roman"/>
                <a:cs typeface="Times New Roman"/>
              </a:rPr>
              <a:t> </a:t>
            </a:r>
            <a:r>
              <a:rPr sz="2400" dirty="0">
                <a:solidFill>
                  <a:srgbClr val="000000"/>
                </a:solidFill>
                <a:latin typeface="SNTQHS+TimesNewRomanPSMT"/>
                <a:cs typeface="SNTQHS+TimesNewRomanPSMT"/>
              </a:rPr>
              <a:t>have</a:t>
            </a:r>
            <a:r>
              <a:rPr sz="2400" dirty="0">
                <a:solidFill>
                  <a:srgbClr val="000000"/>
                </a:solidFill>
                <a:latin typeface="Times New Roman"/>
                <a:cs typeface="Times New Roman"/>
              </a:rPr>
              <a:t> </a:t>
            </a:r>
            <a:r>
              <a:rPr sz="2400" dirty="0">
                <a:solidFill>
                  <a:srgbClr val="000000"/>
                </a:solidFill>
                <a:latin typeface="SNTQHS+TimesNewRomanPSMT"/>
                <a:cs typeface="SNTQHS+TimesNewRomanPSMT"/>
              </a:rPr>
              <a:t>to</a:t>
            </a:r>
            <a:r>
              <a:rPr sz="2400" dirty="0">
                <a:solidFill>
                  <a:srgbClr val="000000"/>
                </a:solidFill>
                <a:latin typeface="Times New Roman"/>
                <a:cs typeface="Times New Roman"/>
              </a:rPr>
              <a:t> </a:t>
            </a:r>
            <a:r>
              <a:rPr sz="2400" dirty="0">
                <a:solidFill>
                  <a:srgbClr val="000000"/>
                </a:solidFill>
                <a:latin typeface="SNTQHS+TimesNewRomanPSMT"/>
                <a:cs typeface="SNTQHS+TimesNewRomanPSMT"/>
              </a:rPr>
              <a:t>check</a:t>
            </a:r>
            <a:r>
              <a:rPr sz="2400" dirty="0">
                <a:solidFill>
                  <a:srgbClr val="000000"/>
                </a:solidFill>
                <a:latin typeface="Times New Roman"/>
                <a:cs typeface="Times New Roman"/>
              </a:rPr>
              <a:t> </a:t>
            </a:r>
            <a:r>
              <a:rPr sz="2400" dirty="0">
                <a:solidFill>
                  <a:srgbClr val="000000"/>
                </a:solidFill>
                <a:latin typeface="SNTQHS+TimesNewRomanPSMT"/>
                <a:cs typeface="SNTQHS+TimesNewRomanPSMT"/>
              </a:rPr>
              <a:t>a</a:t>
            </a:r>
            <a:r>
              <a:rPr sz="2400" dirty="0">
                <a:solidFill>
                  <a:srgbClr val="000000"/>
                </a:solidFill>
                <a:latin typeface="Times New Roman"/>
                <a:cs typeface="Times New Roman"/>
              </a:rPr>
              <a:t> </a:t>
            </a:r>
            <a:r>
              <a:rPr sz="2400" dirty="0">
                <a:solidFill>
                  <a:srgbClr val="000000"/>
                </a:solidFill>
                <a:latin typeface="SNTQHS+TimesNewRomanPSMT"/>
                <a:cs typeface="SNTQHS+TimesNewRomanPSMT"/>
              </a:rPr>
              <a:t>part</a:t>
            </a:r>
            <a:r>
              <a:rPr sz="2400" dirty="0">
                <a:solidFill>
                  <a:srgbClr val="000000"/>
                </a:solidFill>
                <a:latin typeface="Times New Roman"/>
                <a:cs typeface="Times New Roman"/>
              </a:rPr>
              <a:t> </a:t>
            </a:r>
            <a:r>
              <a:rPr sz="2400" dirty="0">
                <a:solidFill>
                  <a:srgbClr val="000000"/>
                </a:solidFill>
                <a:latin typeface="SNTQHS+TimesNewRomanPSMT"/>
                <a:cs typeface="SNTQHS+TimesNewRomanPSMT"/>
              </a:rPr>
              <a:t>of</a:t>
            </a:r>
            <a:r>
              <a:rPr sz="2400" dirty="0">
                <a:solidFill>
                  <a:srgbClr val="000000"/>
                </a:solidFill>
                <a:latin typeface="Times New Roman"/>
                <a:cs typeface="Times New Roman"/>
              </a:rPr>
              <a:t> </a:t>
            </a:r>
            <a:r>
              <a:rPr sz="2400" dirty="0">
                <a:solidFill>
                  <a:srgbClr val="000000"/>
                </a:solidFill>
                <a:latin typeface="SNTQHS+TimesNewRomanPSMT"/>
                <a:cs typeface="SNTQHS+TimesNewRomanPSMT"/>
              </a:rPr>
              <a:t>the</a:t>
            </a:r>
          </a:p>
          <a:p>
            <a:pPr marL="228600" marR="0">
              <a:lnSpc>
                <a:spcPts val="2657"/>
              </a:lnSpc>
              <a:spcBef>
                <a:spcPts val="172"/>
              </a:spcBef>
              <a:spcAft>
                <a:spcPts val="0"/>
              </a:spcAft>
            </a:pPr>
            <a:r>
              <a:rPr sz="2400" dirty="0">
                <a:solidFill>
                  <a:srgbClr val="000000"/>
                </a:solidFill>
                <a:latin typeface="SNTQHS+TimesNewRomanPSMT"/>
                <a:cs typeface="SNTQHS+TimesNewRomanPSMT"/>
              </a:rPr>
              <a:t>code</a:t>
            </a:r>
            <a:r>
              <a:rPr sz="2400" dirty="0">
                <a:solidFill>
                  <a:srgbClr val="000000"/>
                </a:solidFill>
                <a:latin typeface="Times New Roman"/>
                <a:cs typeface="Times New Roman"/>
              </a:rPr>
              <a:t> </a:t>
            </a:r>
            <a:r>
              <a:rPr sz="2400" dirty="0">
                <a:solidFill>
                  <a:srgbClr val="000000"/>
                </a:solidFill>
                <a:latin typeface="SNTQHS+TimesNewRomanPSMT"/>
                <a:cs typeface="SNTQHS+TimesNewRomanPSMT"/>
              </a:rPr>
              <a:t>to</a:t>
            </a:r>
            <a:r>
              <a:rPr sz="2400" dirty="0">
                <a:solidFill>
                  <a:srgbClr val="000000"/>
                </a:solidFill>
                <a:latin typeface="Times New Roman"/>
                <a:cs typeface="Times New Roman"/>
              </a:rPr>
              <a:t> </a:t>
            </a:r>
            <a:r>
              <a:rPr sz="2400" dirty="0">
                <a:solidFill>
                  <a:srgbClr val="000000"/>
                </a:solidFill>
                <a:latin typeface="SNTQHS+TimesNewRomanPSMT"/>
                <a:cs typeface="SNTQHS+TimesNewRomanPSMT"/>
              </a:rPr>
              <a:t>see</a:t>
            </a:r>
            <a:r>
              <a:rPr sz="2400" dirty="0">
                <a:solidFill>
                  <a:srgbClr val="000000"/>
                </a:solidFill>
                <a:latin typeface="Times New Roman"/>
                <a:cs typeface="Times New Roman"/>
              </a:rPr>
              <a:t> </a:t>
            </a:r>
            <a:r>
              <a:rPr sz="2400" dirty="0">
                <a:solidFill>
                  <a:srgbClr val="000000"/>
                </a:solidFill>
                <a:latin typeface="SNTQHS+TimesNewRomanPSMT"/>
                <a:cs typeface="SNTQHS+TimesNewRomanPSMT"/>
              </a:rPr>
              <a:t>whether</a:t>
            </a:r>
            <a:r>
              <a:rPr sz="2400" dirty="0">
                <a:solidFill>
                  <a:srgbClr val="000000"/>
                </a:solidFill>
                <a:latin typeface="Times New Roman"/>
                <a:cs typeface="Times New Roman"/>
              </a:rPr>
              <a:t> </a:t>
            </a:r>
            <a:r>
              <a:rPr sz="2400" dirty="0">
                <a:solidFill>
                  <a:srgbClr val="000000"/>
                </a:solidFill>
                <a:latin typeface="SNTQHS+TimesNewRomanPSMT"/>
                <a:cs typeface="SNTQHS+TimesNewRomanPSMT"/>
              </a:rPr>
              <a:t>it's</a:t>
            </a:r>
            <a:r>
              <a:rPr sz="2400" dirty="0">
                <a:solidFill>
                  <a:srgbClr val="000000"/>
                </a:solidFill>
                <a:latin typeface="Times New Roman"/>
                <a:cs typeface="Times New Roman"/>
              </a:rPr>
              <a:t> </a:t>
            </a:r>
            <a:r>
              <a:rPr sz="2400" dirty="0">
                <a:solidFill>
                  <a:srgbClr val="000000"/>
                </a:solidFill>
                <a:latin typeface="SNTQHS+TimesNewRomanPSMT"/>
                <a:cs typeface="SNTQHS+TimesNewRomanPSMT"/>
              </a:rPr>
              <a:t>working</a:t>
            </a:r>
            <a:r>
              <a:rPr sz="2400" dirty="0">
                <a:solidFill>
                  <a:srgbClr val="000000"/>
                </a:solidFill>
                <a:latin typeface="Times New Roman"/>
                <a:cs typeface="Times New Roman"/>
              </a:rPr>
              <a:t> </a:t>
            </a:r>
            <a:r>
              <a:rPr sz="2400" dirty="0">
                <a:solidFill>
                  <a:srgbClr val="000000"/>
                </a:solidFill>
                <a:latin typeface="SNTQHS+TimesNewRomanPSMT"/>
                <a:cs typeface="SNTQHS+TimesNewRomanPSMT"/>
              </a:rPr>
              <a:t>as</a:t>
            </a:r>
            <a:r>
              <a:rPr sz="2400" dirty="0">
                <a:solidFill>
                  <a:srgbClr val="000000"/>
                </a:solidFill>
                <a:latin typeface="Times New Roman"/>
                <a:cs typeface="Times New Roman"/>
              </a:rPr>
              <a:t> </a:t>
            </a:r>
            <a:r>
              <a:rPr sz="2400" dirty="0">
                <a:solidFill>
                  <a:srgbClr val="000000"/>
                </a:solidFill>
                <a:latin typeface="SNTQHS+TimesNewRomanPSMT"/>
                <a:cs typeface="SNTQHS+TimesNewRomanPSMT"/>
              </a:rPr>
              <a:t>expected</a:t>
            </a:r>
            <a:r>
              <a:rPr sz="2400" dirty="0">
                <a:solidFill>
                  <a:srgbClr val="000000"/>
                </a:solidFill>
                <a:latin typeface="Times New Roman"/>
                <a:cs typeface="Times New Roman"/>
              </a:rPr>
              <a:t> </a:t>
            </a:r>
            <a:r>
              <a:rPr sz="2400" dirty="0">
                <a:solidFill>
                  <a:srgbClr val="000000"/>
                </a:solidFill>
                <a:latin typeface="SNTQHS+TimesNewRomanPSMT"/>
                <a:cs typeface="SNTQHS+TimesNewRomanPSMT"/>
              </a:rPr>
              <a:t>or</a:t>
            </a:r>
            <a:r>
              <a:rPr sz="2400" dirty="0">
                <a:solidFill>
                  <a:srgbClr val="000000"/>
                </a:solidFill>
                <a:latin typeface="Times New Roman"/>
                <a:cs typeface="Times New Roman"/>
              </a:rPr>
              <a:t> </a:t>
            </a:r>
            <a:r>
              <a:rPr sz="2400" dirty="0">
                <a:solidFill>
                  <a:srgbClr val="000000"/>
                </a:solidFill>
                <a:latin typeface="SNTQHS+TimesNewRomanPSMT"/>
                <a:cs typeface="SNTQHS+TimesNewRomanPSMT"/>
              </a:rPr>
              <a:t>not.</a:t>
            </a:r>
            <a:r>
              <a:rPr sz="2400" dirty="0">
                <a:solidFill>
                  <a:srgbClr val="000000"/>
                </a:solidFill>
                <a:latin typeface="Times New Roman"/>
                <a:cs typeface="Times New Roman"/>
              </a:rPr>
              <a:t> </a:t>
            </a:r>
            <a:r>
              <a:rPr sz="2400" dirty="0">
                <a:solidFill>
                  <a:srgbClr val="000000"/>
                </a:solidFill>
                <a:latin typeface="SNTQHS+TimesNewRomanPSMT"/>
                <a:cs typeface="SNTQHS+TimesNewRomanPSMT"/>
              </a:rPr>
              <a:t>In</a:t>
            </a:r>
            <a:r>
              <a:rPr sz="2400" dirty="0">
                <a:solidFill>
                  <a:srgbClr val="000000"/>
                </a:solidFill>
                <a:latin typeface="Times New Roman"/>
                <a:cs typeface="Times New Roman"/>
              </a:rPr>
              <a:t> </a:t>
            </a:r>
            <a:r>
              <a:rPr sz="2400" dirty="0">
                <a:solidFill>
                  <a:srgbClr val="000000"/>
                </a:solidFill>
                <a:latin typeface="SNTQHS+TimesNewRomanPSMT"/>
                <a:cs typeface="SNTQHS+TimesNewRomanPSMT"/>
              </a:rPr>
              <a:t>this</a:t>
            </a:r>
          </a:p>
          <a:p>
            <a:pPr marL="228600" marR="0">
              <a:lnSpc>
                <a:spcPts val="2657"/>
              </a:lnSpc>
              <a:spcBef>
                <a:spcPts val="222"/>
              </a:spcBef>
              <a:spcAft>
                <a:spcPts val="0"/>
              </a:spcAft>
            </a:pPr>
            <a:r>
              <a:rPr sz="2400" dirty="0">
                <a:solidFill>
                  <a:srgbClr val="000000"/>
                </a:solidFill>
                <a:latin typeface="SNTQHS+TimesNewRomanPSMT"/>
                <a:cs typeface="SNTQHS+TimesNewRomanPSMT"/>
              </a:rPr>
              <a:t>case,</a:t>
            </a:r>
            <a:r>
              <a:rPr sz="2400" dirty="0">
                <a:solidFill>
                  <a:srgbClr val="000000"/>
                </a:solidFill>
                <a:latin typeface="Times New Roman"/>
                <a:cs typeface="Times New Roman"/>
              </a:rPr>
              <a:t> </a:t>
            </a:r>
            <a:r>
              <a:rPr sz="2400" dirty="0">
                <a:solidFill>
                  <a:srgbClr val="000000"/>
                </a:solidFill>
                <a:latin typeface="SNTQHS+TimesNewRomanPSMT"/>
                <a:cs typeface="SNTQHS+TimesNewRomanPSMT"/>
              </a:rPr>
              <a:t>we</a:t>
            </a:r>
            <a:r>
              <a:rPr sz="2400" dirty="0">
                <a:solidFill>
                  <a:srgbClr val="000000"/>
                </a:solidFill>
                <a:latin typeface="Times New Roman"/>
                <a:cs typeface="Times New Roman"/>
              </a:rPr>
              <a:t> </a:t>
            </a:r>
            <a:r>
              <a:rPr sz="2400" dirty="0">
                <a:solidFill>
                  <a:srgbClr val="000000"/>
                </a:solidFill>
                <a:latin typeface="SNTQHS+TimesNewRomanPSMT"/>
                <a:cs typeface="SNTQHS+TimesNewRomanPSMT"/>
              </a:rPr>
              <a:t>can</a:t>
            </a:r>
            <a:r>
              <a:rPr sz="2400" dirty="0">
                <a:solidFill>
                  <a:srgbClr val="000000"/>
                </a:solidFill>
                <a:latin typeface="Times New Roman"/>
                <a:cs typeface="Times New Roman"/>
              </a:rPr>
              <a:t> </a:t>
            </a:r>
            <a:r>
              <a:rPr sz="2400" dirty="0">
                <a:solidFill>
                  <a:srgbClr val="000000"/>
                </a:solidFill>
                <a:latin typeface="SNTQHS+TimesNewRomanPSMT"/>
                <a:cs typeface="SNTQHS+TimesNewRomanPSMT"/>
              </a:rPr>
              <a:t>comment</a:t>
            </a:r>
            <a:r>
              <a:rPr sz="2400" dirty="0">
                <a:solidFill>
                  <a:srgbClr val="000000"/>
                </a:solidFill>
                <a:latin typeface="Times New Roman"/>
                <a:cs typeface="Times New Roman"/>
              </a:rPr>
              <a:t> </a:t>
            </a:r>
            <a:r>
              <a:rPr sz="2400" dirty="0">
                <a:solidFill>
                  <a:srgbClr val="000000"/>
                </a:solidFill>
                <a:latin typeface="SNTQHS+TimesNewRomanPSMT"/>
                <a:cs typeface="SNTQHS+TimesNewRomanPSMT"/>
              </a:rPr>
              <a:t>on</a:t>
            </a:r>
            <a:r>
              <a:rPr sz="2400" dirty="0">
                <a:solidFill>
                  <a:srgbClr val="000000"/>
                </a:solidFill>
                <a:latin typeface="Times New Roman"/>
                <a:cs typeface="Times New Roman"/>
              </a:rPr>
              <a:t> </a:t>
            </a:r>
            <a:r>
              <a:rPr sz="2400" dirty="0">
                <a:solidFill>
                  <a:srgbClr val="000000"/>
                </a:solidFill>
                <a:latin typeface="SNTQHS+TimesNewRomanPSMT"/>
                <a:cs typeface="SNTQHS+TimesNewRomanPSMT"/>
              </a:rPr>
              <a:t>the</a:t>
            </a:r>
            <a:r>
              <a:rPr sz="2400" dirty="0">
                <a:solidFill>
                  <a:srgbClr val="000000"/>
                </a:solidFill>
                <a:latin typeface="Times New Roman"/>
                <a:cs typeface="Times New Roman"/>
              </a:rPr>
              <a:t> </a:t>
            </a:r>
            <a:r>
              <a:rPr sz="2400" dirty="0">
                <a:solidFill>
                  <a:srgbClr val="000000"/>
                </a:solidFill>
                <a:latin typeface="SNTQHS+TimesNewRomanPSMT"/>
                <a:cs typeface="SNTQHS+TimesNewRomanPSMT"/>
              </a:rPr>
              <a:t>remaining</a:t>
            </a:r>
            <a:r>
              <a:rPr sz="2400" dirty="0">
                <a:solidFill>
                  <a:srgbClr val="000000"/>
                </a:solidFill>
                <a:latin typeface="Times New Roman"/>
                <a:cs typeface="Times New Roman"/>
              </a:rPr>
              <a:t> </a:t>
            </a:r>
            <a:r>
              <a:rPr sz="2400" dirty="0">
                <a:solidFill>
                  <a:srgbClr val="000000"/>
                </a:solidFill>
                <a:latin typeface="SNTQHS+TimesNewRomanPSMT"/>
                <a:cs typeface="SNTQHS+TimesNewRomanPSMT"/>
              </a:rPr>
              <a:t>code.</a:t>
            </a: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1"/>
          <p:cNvSpPr/>
          <p:nvPr/>
        </p:nvSpPr>
        <p:spPr>
          <a:xfrm>
            <a:off x="0" y="0"/>
            <a:ext cx="9144000" cy="5143500"/>
          </a:xfrm>
          <a:prstGeom prst="rect">
            <a:avLst/>
          </a:prstGeom>
          <a:blipFill>
            <a:blip r:embed="rId2" cstate="print"/>
            <a:stretch>
              <a:fillRect/>
            </a:stretch>
          </a:blipFill>
        </p:spPr>
        <p:txBody>
          <a:bodyPr wrap="square" lIns="0" tIns="0" rIns="0" bIns="0" rtlCol="0">
            <a:spAutoFit/>
          </a:bodyPr>
          <a:lstStyle/>
          <a:p>
            <a:endParaRPr/>
          </a:p>
        </p:txBody>
      </p:sp>
      <p:sp>
        <p:nvSpPr>
          <p:cNvPr id="3" name="object 3"/>
          <p:cNvSpPr txBox="1"/>
          <p:nvPr/>
        </p:nvSpPr>
        <p:spPr>
          <a:xfrm>
            <a:off x="1446827" y="944998"/>
            <a:ext cx="6255715" cy="488156"/>
          </a:xfrm>
          <a:prstGeom prst="rect">
            <a:avLst/>
          </a:prstGeom>
        </p:spPr>
        <p:txBody>
          <a:bodyPr vert="horz" wrap="square" lIns="0" tIns="0" rIns="0" bIns="0" rtlCol="0">
            <a:spAutoFit/>
          </a:bodyPr>
          <a:lstStyle/>
          <a:p>
            <a:pPr marL="0" marR="0">
              <a:lnSpc>
                <a:spcPts val="3543"/>
              </a:lnSpc>
              <a:spcBef>
                <a:spcPts val="0"/>
              </a:spcBef>
              <a:spcAft>
                <a:spcPts val="0"/>
              </a:spcAft>
            </a:pPr>
            <a:r>
              <a:rPr sz="3200" b="1" dirty="0">
                <a:solidFill>
                  <a:srgbClr val="C00000"/>
                </a:solidFill>
                <a:latin typeface="CRUWVR+TimesNewRomanPS-BoldMT"/>
                <a:cs typeface="CRUWVR+TimesNewRomanPS-BoldMT"/>
              </a:rPr>
              <a:t>How</a:t>
            </a:r>
            <a:r>
              <a:rPr sz="3200" b="1" dirty="0">
                <a:solidFill>
                  <a:srgbClr val="C00000"/>
                </a:solidFill>
                <a:latin typeface="Times New Roman"/>
                <a:cs typeface="Times New Roman"/>
              </a:rPr>
              <a:t> </a:t>
            </a:r>
            <a:r>
              <a:rPr sz="3200" b="1" dirty="0">
                <a:solidFill>
                  <a:srgbClr val="C00000"/>
                </a:solidFill>
                <a:latin typeface="CRUWVR+TimesNewRomanPS-BoldMT"/>
                <a:cs typeface="CRUWVR+TimesNewRomanPS-BoldMT"/>
              </a:rPr>
              <a:t>to</a:t>
            </a:r>
            <a:r>
              <a:rPr sz="3200" b="1" dirty="0">
                <a:solidFill>
                  <a:srgbClr val="C00000"/>
                </a:solidFill>
                <a:latin typeface="Times New Roman"/>
                <a:cs typeface="Times New Roman"/>
              </a:rPr>
              <a:t> </a:t>
            </a:r>
            <a:r>
              <a:rPr sz="3200" b="1" dirty="0">
                <a:solidFill>
                  <a:srgbClr val="C00000"/>
                </a:solidFill>
                <a:latin typeface="CRUWVR+TimesNewRomanPS-BoldMT"/>
                <a:cs typeface="CRUWVR+TimesNewRomanPS-BoldMT"/>
              </a:rPr>
              <a:t>write</a:t>
            </a:r>
            <a:r>
              <a:rPr sz="3200" b="1" dirty="0">
                <a:solidFill>
                  <a:srgbClr val="C00000"/>
                </a:solidFill>
                <a:latin typeface="Times New Roman"/>
                <a:cs typeface="Times New Roman"/>
              </a:rPr>
              <a:t> </a:t>
            </a:r>
            <a:r>
              <a:rPr sz="3200" b="1" dirty="0">
                <a:solidFill>
                  <a:srgbClr val="C00000"/>
                </a:solidFill>
                <a:latin typeface="CRUWVR+TimesNewRomanPS-BoldMT"/>
                <a:cs typeface="CRUWVR+TimesNewRomanPS-BoldMT"/>
              </a:rPr>
              <a:t>comments</a:t>
            </a:r>
            <a:r>
              <a:rPr sz="3200" b="1" dirty="0">
                <a:solidFill>
                  <a:srgbClr val="C00000"/>
                </a:solidFill>
                <a:latin typeface="Times New Roman"/>
                <a:cs typeface="Times New Roman"/>
              </a:rPr>
              <a:t> </a:t>
            </a:r>
            <a:r>
              <a:rPr sz="3200" b="1" dirty="0">
                <a:solidFill>
                  <a:srgbClr val="C00000"/>
                </a:solidFill>
                <a:latin typeface="CRUWVR+TimesNewRomanPS-BoldMT"/>
                <a:cs typeface="CRUWVR+TimesNewRomanPS-BoldMT"/>
              </a:rPr>
              <a:t>in</a:t>
            </a:r>
            <a:r>
              <a:rPr sz="3200" b="1" dirty="0">
                <a:solidFill>
                  <a:srgbClr val="C00000"/>
                </a:solidFill>
                <a:latin typeface="Times New Roman"/>
                <a:cs typeface="Times New Roman"/>
              </a:rPr>
              <a:t> </a:t>
            </a:r>
            <a:r>
              <a:rPr sz="3200" b="1" dirty="0">
                <a:solidFill>
                  <a:srgbClr val="C00000"/>
                </a:solidFill>
                <a:latin typeface="CRUWVR+TimesNewRomanPS-BoldMT"/>
                <a:cs typeface="CRUWVR+TimesNewRomanPS-BoldMT"/>
              </a:rPr>
              <a:t>Python?</a:t>
            </a:r>
          </a:p>
        </p:txBody>
      </p:sp>
      <p:sp>
        <p:nvSpPr>
          <p:cNvPr id="4" name="object 4"/>
          <p:cNvSpPr txBox="1"/>
          <p:nvPr/>
        </p:nvSpPr>
        <p:spPr>
          <a:xfrm>
            <a:off x="799288" y="2163471"/>
            <a:ext cx="293650" cy="1332713"/>
          </a:xfrm>
          <a:prstGeom prst="rect">
            <a:avLst/>
          </a:prstGeom>
        </p:spPr>
        <p:txBody>
          <a:bodyPr vert="horz" wrap="square" lIns="0" tIns="0" rIns="0" bIns="0" rtlCol="0">
            <a:spAutoFit/>
          </a:bodyPr>
          <a:lstStyle/>
          <a:p>
            <a:pPr marL="0" marR="0">
              <a:lnSpc>
                <a:spcPts val="1553"/>
              </a:lnSpc>
              <a:spcBef>
                <a:spcPts val="0"/>
              </a:spcBef>
              <a:spcAft>
                <a:spcPts val="0"/>
              </a:spcAft>
            </a:pPr>
            <a:r>
              <a:rPr sz="1400" dirty="0">
                <a:solidFill>
                  <a:srgbClr val="595959"/>
                </a:solidFill>
                <a:latin typeface="TKKLET+Wingdings-Regular"/>
                <a:cs typeface="TKKLET+Wingdings-Regular"/>
              </a:rPr>
              <a:t>Ø</a:t>
            </a:r>
          </a:p>
          <a:p>
            <a:pPr marL="0" marR="0">
              <a:lnSpc>
                <a:spcPts val="1553"/>
              </a:lnSpc>
              <a:spcBef>
                <a:spcPts val="7036"/>
              </a:spcBef>
              <a:spcAft>
                <a:spcPts val="0"/>
              </a:spcAft>
            </a:pPr>
            <a:r>
              <a:rPr sz="1400" dirty="0">
                <a:solidFill>
                  <a:srgbClr val="595959"/>
                </a:solidFill>
                <a:latin typeface="TKKLET+Wingdings-Regular"/>
                <a:cs typeface="TKKLET+Wingdings-Regular"/>
              </a:rPr>
              <a:t>Ø</a:t>
            </a:r>
          </a:p>
        </p:txBody>
      </p:sp>
      <p:sp>
        <p:nvSpPr>
          <p:cNvPr id="5" name="object 5"/>
          <p:cNvSpPr txBox="1"/>
          <p:nvPr/>
        </p:nvSpPr>
        <p:spPr>
          <a:xfrm>
            <a:off x="1027888" y="2047373"/>
            <a:ext cx="7048349" cy="744378"/>
          </a:xfrm>
          <a:prstGeom prst="rect">
            <a:avLst/>
          </a:prstGeom>
        </p:spPr>
        <p:txBody>
          <a:bodyPr vert="horz" wrap="square" lIns="0" tIns="0" rIns="0" bIns="0" rtlCol="0">
            <a:spAutoFit/>
          </a:bodyPr>
          <a:lstStyle/>
          <a:p>
            <a:pPr marL="0" marR="0">
              <a:lnSpc>
                <a:spcPts val="2681"/>
              </a:lnSpc>
              <a:spcBef>
                <a:spcPts val="0"/>
              </a:spcBef>
              <a:spcAft>
                <a:spcPts val="0"/>
              </a:spcAft>
            </a:pPr>
            <a:r>
              <a:rPr sz="2400" dirty="0">
                <a:solidFill>
                  <a:srgbClr val="000000"/>
                </a:solidFill>
                <a:latin typeface="QPSRJE+ArialMT"/>
                <a:cs typeface="QPSRJE+ArialMT"/>
              </a:rPr>
              <a:t>In</a:t>
            </a:r>
            <a:r>
              <a:rPr sz="2400" spc="66" dirty="0">
                <a:solidFill>
                  <a:srgbClr val="000000"/>
                </a:solidFill>
                <a:latin typeface="Times New Roman"/>
                <a:cs typeface="Times New Roman"/>
              </a:rPr>
              <a:t> </a:t>
            </a:r>
            <a:r>
              <a:rPr sz="2400" dirty="0">
                <a:solidFill>
                  <a:srgbClr val="000000"/>
                </a:solidFill>
                <a:latin typeface="QPSRJE+ArialMT"/>
                <a:cs typeface="QPSRJE+ArialMT"/>
              </a:rPr>
              <a:t>Python,</a:t>
            </a:r>
            <a:r>
              <a:rPr sz="2400" spc="63" dirty="0">
                <a:solidFill>
                  <a:srgbClr val="000000"/>
                </a:solidFill>
                <a:latin typeface="Times New Roman"/>
                <a:cs typeface="Times New Roman"/>
              </a:rPr>
              <a:t> </a:t>
            </a:r>
            <a:r>
              <a:rPr sz="2400" dirty="0">
                <a:solidFill>
                  <a:srgbClr val="000000"/>
                </a:solidFill>
                <a:latin typeface="QPSRJE+ArialMT"/>
                <a:cs typeface="QPSRJE+ArialMT"/>
              </a:rPr>
              <a:t>any</a:t>
            </a:r>
            <a:r>
              <a:rPr sz="2400" spc="64" dirty="0">
                <a:solidFill>
                  <a:srgbClr val="000000"/>
                </a:solidFill>
                <a:latin typeface="Times New Roman"/>
                <a:cs typeface="Times New Roman"/>
              </a:rPr>
              <a:t> </a:t>
            </a:r>
            <a:r>
              <a:rPr sz="2400" dirty="0">
                <a:solidFill>
                  <a:srgbClr val="000000"/>
                </a:solidFill>
                <a:latin typeface="QPSRJE+ArialMT"/>
                <a:cs typeface="QPSRJE+ArialMT"/>
              </a:rPr>
              <a:t>statement</a:t>
            </a:r>
            <a:r>
              <a:rPr sz="2400" spc="62" dirty="0">
                <a:solidFill>
                  <a:srgbClr val="000000"/>
                </a:solidFill>
                <a:latin typeface="Times New Roman"/>
                <a:cs typeface="Times New Roman"/>
              </a:rPr>
              <a:t> </a:t>
            </a:r>
            <a:r>
              <a:rPr sz="2400" dirty="0">
                <a:solidFill>
                  <a:srgbClr val="000000"/>
                </a:solidFill>
                <a:latin typeface="QPSRJE+ArialMT"/>
                <a:cs typeface="QPSRJE+ArialMT"/>
              </a:rPr>
              <a:t>which</a:t>
            </a:r>
            <a:r>
              <a:rPr sz="2400" spc="64" dirty="0">
                <a:solidFill>
                  <a:srgbClr val="000000"/>
                </a:solidFill>
                <a:latin typeface="Times New Roman"/>
                <a:cs typeface="Times New Roman"/>
              </a:rPr>
              <a:t> </a:t>
            </a:r>
            <a:r>
              <a:rPr sz="2400" dirty="0">
                <a:solidFill>
                  <a:srgbClr val="000000"/>
                </a:solidFill>
                <a:latin typeface="QPSRJE+ArialMT"/>
                <a:cs typeface="QPSRJE+ArialMT"/>
              </a:rPr>
              <a:t>begins</a:t>
            </a:r>
            <a:r>
              <a:rPr sz="2400" spc="64" dirty="0">
                <a:solidFill>
                  <a:srgbClr val="000000"/>
                </a:solidFill>
                <a:latin typeface="Times New Roman"/>
                <a:cs typeface="Times New Roman"/>
              </a:rPr>
              <a:t> </a:t>
            </a:r>
            <a:r>
              <a:rPr sz="2400" dirty="0">
                <a:solidFill>
                  <a:srgbClr val="000000"/>
                </a:solidFill>
                <a:latin typeface="QPSRJE+ArialMT"/>
                <a:cs typeface="QPSRJE+ArialMT"/>
              </a:rPr>
              <a:t>with</a:t>
            </a:r>
            <a:r>
              <a:rPr sz="2400" spc="64" dirty="0">
                <a:solidFill>
                  <a:srgbClr val="000000"/>
                </a:solidFill>
                <a:latin typeface="Times New Roman"/>
                <a:cs typeface="Times New Roman"/>
              </a:rPr>
              <a:t> </a:t>
            </a:r>
            <a:r>
              <a:rPr sz="2400" dirty="0">
                <a:solidFill>
                  <a:srgbClr val="000000"/>
                </a:solidFill>
                <a:latin typeface="QPSRJE+ArialMT"/>
                <a:cs typeface="QPSRJE+ArialMT"/>
              </a:rPr>
              <a:t>a</a:t>
            </a:r>
            <a:r>
              <a:rPr sz="2400" spc="112" dirty="0">
                <a:solidFill>
                  <a:srgbClr val="000000"/>
                </a:solidFill>
                <a:latin typeface="Times New Roman"/>
                <a:cs typeface="Times New Roman"/>
              </a:rPr>
              <a:t> </a:t>
            </a:r>
            <a:r>
              <a:rPr sz="2400" b="1" dirty="0">
                <a:solidFill>
                  <a:srgbClr val="000000"/>
                </a:solidFill>
                <a:latin typeface="LORMPL+Arial-BoldItalicMT"/>
                <a:cs typeface="LORMPL+Arial-BoldItalicMT"/>
              </a:rPr>
              <a:t>hash</a:t>
            </a:r>
          </a:p>
          <a:p>
            <a:pPr marL="0" marR="0">
              <a:lnSpc>
                <a:spcPts val="2681"/>
              </a:lnSpc>
              <a:spcBef>
                <a:spcPts val="198"/>
              </a:spcBef>
              <a:spcAft>
                <a:spcPts val="0"/>
              </a:spcAft>
            </a:pPr>
            <a:r>
              <a:rPr sz="2400" b="1" dirty="0">
                <a:solidFill>
                  <a:srgbClr val="000000"/>
                </a:solidFill>
                <a:latin typeface="LORMPL+Arial-BoldItalicMT"/>
                <a:cs typeface="LORMPL+Arial-BoldItalicMT"/>
              </a:rPr>
              <a:t>(#)</a:t>
            </a:r>
            <a:r>
              <a:rPr sz="2400" b="1" spc="69" dirty="0">
                <a:solidFill>
                  <a:srgbClr val="000000"/>
                </a:solidFill>
                <a:latin typeface="LORMPL+Arial-BoldItalicMT"/>
                <a:cs typeface="LORMPL+Arial-BoldItalicMT"/>
              </a:rPr>
              <a:t> </a:t>
            </a:r>
            <a:r>
              <a:rPr sz="2400" dirty="0">
                <a:solidFill>
                  <a:srgbClr val="000000"/>
                </a:solidFill>
                <a:latin typeface="QPSRJE+ArialMT"/>
                <a:cs typeface="QPSRJE+ArialMT"/>
              </a:rPr>
              <a:t>symbol</a:t>
            </a:r>
            <a:r>
              <a:rPr sz="2400" spc="64" dirty="0">
                <a:solidFill>
                  <a:srgbClr val="000000"/>
                </a:solidFill>
                <a:latin typeface="Times New Roman"/>
                <a:cs typeface="Times New Roman"/>
              </a:rPr>
              <a:t> </a:t>
            </a:r>
            <a:r>
              <a:rPr sz="2400" dirty="0">
                <a:solidFill>
                  <a:srgbClr val="000000"/>
                </a:solidFill>
                <a:latin typeface="QPSRJE+ArialMT"/>
                <a:cs typeface="QPSRJE+ArialMT"/>
              </a:rPr>
              <a:t>is</a:t>
            </a:r>
            <a:r>
              <a:rPr sz="2400" spc="64" dirty="0">
                <a:solidFill>
                  <a:srgbClr val="000000"/>
                </a:solidFill>
                <a:latin typeface="Times New Roman"/>
                <a:cs typeface="Times New Roman"/>
              </a:rPr>
              <a:t> </a:t>
            </a:r>
            <a:r>
              <a:rPr sz="2400" dirty="0">
                <a:solidFill>
                  <a:srgbClr val="000000"/>
                </a:solidFill>
                <a:latin typeface="QPSRJE+ArialMT"/>
                <a:cs typeface="QPSRJE+ArialMT"/>
              </a:rPr>
              <a:t>a</a:t>
            </a:r>
            <a:r>
              <a:rPr sz="2400" spc="63" dirty="0">
                <a:solidFill>
                  <a:srgbClr val="000000"/>
                </a:solidFill>
                <a:latin typeface="Times New Roman"/>
                <a:cs typeface="Times New Roman"/>
              </a:rPr>
              <a:t> </a:t>
            </a:r>
            <a:r>
              <a:rPr sz="2400" dirty="0">
                <a:solidFill>
                  <a:srgbClr val="000000"/>
                </a:solidFill>
                <a:latin typeface="QPSRJE+ArialMT"/>
                <a:cs typeface="QPSRJE+ArialMT"/>
              </a:rPr>
              <a:t>comment.</a:t>
            </a:r>
          </a:p>
        </p:txBody>
      </p:sp>
      <p:sp>
        <p:nvSpPr>
          <p:cNvPr id="6" name="object 6"/>
          <p:cNvSpPr txBox="1"/>
          <p:nvPr/>
        </p:nvSpPr>
        <p:spPr>
          <a:xfrm>
            <a:off x="1027888" y="3144653"/>
            <a:ext cx="7798015" cy="378618"/>
          </a:xfrm>
          <a:prstGeom prst="rect">
            <a:avLst/>
          </a:prstGeom>
        </p:spPr>
        <p:txBody>
          <a:bodyPr vert="horz" wrap="square" lIns="0" tIns="0" rIns="0" bIns="0" rtlCol="0">
            <a:spAutoFit/>
          </a:bodyPr>
          <a:lstStyle/>
          <a:p>
            <a:pPr marL="0" marR="0">
              <a:lnSpc>
                <a:spcPts val="2681"/>
              </a:lnSpc>
              <a:spcBef>
                <a:spcPts val="0"/>
              </a:spcBef>
              <a:spcAft>
                <a:spcPts val="0"/>
              </a:spcAft>
            </a:pPr>
            <a:r>
              <a:rPr sz="2400" dirty="0">
                <a:solidFill>
                  <a:srgbClr val="000000"/>
                </a:solidFill>
                <a:latin typeface="QPSRJE+ArialMT"/>
                <a:cs typeface="QPSRJE+ArialMT"/>
              </a:rPr>
              <a:t>Any</a:t>
            </a:r>
            <a:r>
              <a:rPr sz="2400" spc="66" dirty="0">
                <a:solidFill>
                  <a:srgbClr val="000000"/>
                </a:solidFill>
                <a:latin typeface="Times New Roman"/>
                <a:cs typeface="Times New Roman"/>
              </a:rPr>
              <a:t> </a:t>
            </a:r>
            <a:r>
              <a:rPr sz="2400" dirty="0">
                <a:solidFill>
                  <a:srgbClr val="000000"/>
                </a:solidFill>
                <a:latin typeface="QPSRJE+ArialMT"/>
                <a:cs typeface="QPSRJE+ArialMT"/>
              </a:rPr>
              <a:t>code</a:t>
            </a:r>
            <a:r>
              <a:rPr sz="2400" spc="64" dirty="0">
                <a:solidFill>
                  <a:srgbClr val="000000"/>
                </a:solidFill>
                <a:latin typeface="Times New Roman"/>
                <a:cs typeface="Times New Roman"/>
              </a:rPr>
              <a:t> </a:t>
            </a:r>
            <a:r>
              <a:rPr sz="2400" dirty="0">
                <a:solidFill>
                  <a:srgbClr val="000000"/>
                </a:solidFill>
                <a:latin typeface="QPSRJE+ArialMT"/>
                <a:cs typeface="QPSRJE+ArialMT"/>
              </a:rPr>
              <a:t>you</a:t>
            </a:r>
            <a:r>
              <a:rPr sz="2400" spc="64" dirty="0">
                <a:solidFill>
                  <a:srgbClr val="000000"/>
                </a:solidFill>
                <a:latin typeface="Times New Roman"/>
                <a:cs typeface="Times New Roman"/>
              </a:rPr>
              <a:t> </a:t>
            </a:r>
            <a:r>
              <a:rPr sz="2400" dirty="0">
                <a:solidFill>
                  <a:srgbClr val="000000"/>
                </a:solidFill>
                <a:latin typeface="QPSRJE+ArialMT"/>
                <a:cs typeface="QPSRJE+ArialMT"/>
              </a:rPr>
              <a:t>write</a:t>
            </a:r>
            <a:r>
              <a:rPr sz="2400" spc="64" dirty="0">
                <a:solidFill>
                  <a:srgbClr val="000000"/>
                </a:solidFill>
                <a:latin typeface="Times New Roman"/>
                <a:cs typeface="Times New Roman"/>
              </a:rPr>
              <a:t> </a:t>
            </a:r>
            <a:r>
              <a:rPr sz="2400" dirty="0">
                <a:solidFill>
                  <a:srgbClr val="000000"/>
                </a:solidFill>
                <a:latin typeface="QPSRJE+ArialMT"/>
                <a:cs typeface="QPSRJE+ArialMT"/>
              </a:rPr>
              <a:t>after</a:t>
            </a:r>
            <a:r>
              <a:rPr sz="2400" spc="66" dirty="0">
                <a:solidFill>
                  <a:srgbClr val="000000"/>
                </a:solidFill>
                <a:latin typeface="Times New Roman"/>
                <a:cs typeface="Times New Roman"/>
              </a:rPr>
              <a:t> </a:t>
            </a:r>
            <a:r>
              <a:rPr sz="2400" dirty="0">
                <a:solidFill>
                  <a:srgbClr val="000000"/>
                </a:solidFill>
                <a:latin typeface="QPSRJE+ArialMT"/>
                <a:cs typeface="QPSRJE+ArialMT"/>
              </a:rPr>
              <a:t>the</a:t>
            </a:r>
            <a:r>
              <a:rPr sz="2400" spc="88" dirty="0">
                <a:solidFill>
                  <a:srgbClr val="000000"/>
                </a:solidFill>
                <a:latin typeface="Times New Roman"/>
                <a:cs typeface="Times New Roman"/>
              </a:rPr>
              <a:t> </a:t>
            </a:r>
            <a:r>
              <a:rPr sz="2400" b="1" dirty="0">
                <a:solidFill>
                  <a:srgbClr val="000000"/>
                </a:solidFill>
                <a:latin typeface="LORMPL+Arial-BoldItalicMT"/>
                <a:cs typeface="LORMPL+Arial-BoldItalicMT"/>
              </a:rPr>
              <a:t>hash</a:t>
            </a:r>
            <a:r>
              <a:rPr sz="2400" b="1" spc="63" dirty="0">
                <a:solidFill>
                  <a:srgbClr val="000000"/>
                </a:solidFill>
                <a:latin typeface="LORMPL+Arial-BoldItalicMT"/>
                <a:cs typeface="LORMPL+Arial-BoldItalicMT"/>
              </a:rPr>
              <a:t> </a:t>
            </a:r>
            <a:r>
              <a:rPr sz="2400" b="1" dirty="0">
                <a:solidFill>
                  <a:srgbClr val="000000"/>
                </a:solidFill>
                <a:latin typeface="LORMPL+Arial-BoldItalicMT"/>
                <a:cs typeface="LORMPL+Arial-BoldItalicMT"/>
              </a:rPr>
              <a:t>(#)</a:t>
            </a:r>
            <a:r>
              <a:rPr sz="2400" b="1" spc="70" dirty="0">
                <a:solidFill>
                  <a:srgbClr val="000000"/>
                </a:solidFill>
                <a:latin typeface="LORMPL+Arial-BoldItalicMT"/>
                <a:cs typeface="LORMPL+Arial-BoldItalicMT"/>
              </a:rPr>
              <a:t> </a:t>
            </a:r>
            <a:r>
              <a:rPr sz="2400" dirty="0">
                <a:solidFill>
                  <a:srgbClr val="000000"/>
                </a:solidFill>
                <a:latin typeface="QPSRJE+ArialMT"/>
                <a:cs typeface="QPSRJE+ArialMT"/>
              </a:rPr>
              <a:t>symbol</a:t>
            </a:r>
            <a:r>
              <a:rPr sz="2400" spc="64" dirty="0">
                <a:solidFill>
                  <a:srgbClr val="000000"/>
                </a:solidFill>
                <a:latin typeface="Times New Roman"/>
                <a:cs typeface="Times New Roman"/>
              </a:rPr>
              <a:t> </a:t>
            </a:r>
            <a:r>
              <a:rPr sz="2400" dirty="0">
                <a:solidFill>
                  <a:srgbClr val="000000"/>
                </a:solidFill>
                <a:latin typeface="QPSRJE+ArialMT"/>
                <a:cs typeface="QPSRJE+ArialMT"/>
              </a:rPr>
              <a:t>doesn't</a:t>
            </a:r>
            <a:r>
              <a:rPr sz="2400" spc="62" dirty="0">
                <a:solidFill>
                  <a:srgbClr val="000000"/>
                </a:solidFill>
                <a:latin typeface="Times New Roman"/>
                <a:cs typeface="Times New Roman"/>
              </a:rPr>
              <a:t> </a:t>
            </a:r>
            <a:r>
              <a:rPr sz="2400" dirty="0">
                <a:solidFill>
                  <a:srgbClr val="000000"/>
                </a:solidFill>
                <a:latin typeface="QPSRJE+ArialMT"/>
                <a:cs typeface="QPSRJE+ArialMT"/>
              </a:rPr>
              <a:t>get</a:t>
            </a:r>
          </a:p>
        </p:txBody>
      </p:sp>
      <p:sp>
        <p:nvSpPr>
          <p:cNvPr id="7" name="object 7"/>
          <p:cNvSpPr txBox="1"/>
          <p:nvPr/>
        </p:nvSpPr>
        <p:spPr>
          <a:xfrm>
            <a:off x="1027888" y="3510413"/>
            <a:ext cx="1474142" cy="378618"/>
          </a:xfrm>
          <a:prstGeom prst="rect">
            <a:avLst/>
          </a:prstGeom>
        </p:spPr>
        <p:txBody>
          <a:bodyPr vert="horz" wrap="square" lIns="0" tIns="0" rIns="0" bIns="0" rtlCol="0">
            <a:spAutoFit/>
          </a:bodyPr>
          <a:lstStyle/>
          <a:p>
            <a:pPr marL="0" marR="0">
              <a:lnSpc>
                <a:spcPts val="2681"/>
              </a:lnSpc>
              <a:spcBef>
                <a:spcPts val="0"/>
              </a:spcBef>
              <a:spcAft>
                <a:spcPts val="0"/>
              </a:spcAft>
            </a:pPr>
            <a:r>
              <a:rPr sz="2400" dirty="0">
                <a:solidFill>
                  <a:srgbClr val="000000"/>
                </a:solidFill>
                <a:latin typeface="QPSRJE+ArialMT"/>
                <a:cs typeface="QPSRJE+ArialMT"/>
              </a:rPr>
              <a:t>executed.</a:t>
            </a: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1"/>
          <p:cNvSpPr/>
          <p:nvPr/>
        </p:nvSpPr>
        <p:spPr>
          <a:xfrm>
            <a:off x="0" y="0"/>
            <a:ext cx="9144000" cy="5143500"/>
          </a:xfrm>
          <a:prstGeom prst="rect">
            <a:avLst/>
          </a:prstGeom>
          <a:blipFill>
            <a:blip r:embed="rId2" cstate="print"/>
            <a:stretch>
              <a:fillRect/>
            </a:stretch>
          </a:blipFill>
        </p:spPr>
        <p:txBody>
          <a:bodyPr wrap="square" lIns="0" tIns="0" rIns="0" bIns="0" rtlCol="0">
            <a:spAutoFit/>
          </a:bodyPr>
          <a:lstStyle/>
          <a:p>
            <a:endParaRPr/>
          </a:p>
        </p:txBody>
      </p:sp>
      <p:sp>
        <p:nvSpPr>
          <p:cNvPr id="3" name="object 3"/>
          <p:cNvSpPr txBox="1"/>
          <p:nvPr/>
        </p:nvSpPr>
        <p:spPr>
          <a:xfrm>
            <a:off x="531779" y="25764"/>
            <a:ext cx="6726732" cy="537972"/>
          </a:xfrm>
          <a:prstGeom prst="rect">
            <a:avLst/>
          </a:prstGeom>
        </p:spPr>
        <p:txBody>
          <a:bodyPr vert="horz" wrap="square" lIns="0" tIns="0" rIns="0" bIns="0" rtlCol="0">
            <a:spAutoFit/>
          </a:bodyPr>
          <a:lstStyle/>
          <a:p>
            <a:pPr marL="0" marR="0">
              <a:lnSpc>
                <a:spcPts val="3936"/>
              </a:lnSpc>
              <a:spcBef>
                <a:spcPts val="0"/>
              </a:spcBef>
              <a:spcAft>
                <a:spcPts val="0"/>
              </a:spcAft>
            </a:pPr>
            <a:r>
              <a:rPr sz="3200" b="1" dirty="0">
                <a:solidFill>
                  <a:srgbClr val="C00000"/>
                </a:solidFill>
                <a:latin typeface="CTHTSI+LibreBaskerville-Bold"/>
                <a:cs typeface="CTHTSI+LibreBaskerville-Bold"/>
              </a:rPr>
              <a:t>Types of Comments in Python</a:t>
            </a:r>
          </a:p>
        </p:txBody>
      </p:sp>
      <p:sp>
        <p:nvSpPr>
          <p:cNvPr id="4" name="object 4"/>
          <p:cNvSpPr txBox="1"/>
          <p:nvPr/>
        </p:nvSpPr>
        <p:spPr>
          <a:xfrm>
            <a:off x="788437" y="884776"/>
            <a:ext cx="214647" cy="602495"/>
          </a:xfrm>
          <a:prstGeom prst="rect">
            <a:avLst/>
          </a:prstGeom>
        </p:spPr>
        <p:txBody>
          <a:bodyPr vert="horz" wrap="square" lIns="0" tIns="0" rIns="0" bIns="0" rtlCol="0">
            <a:spAutoFit/>
          </a:bodyPr>
          <a:lstStyle/>
          <a:p>
            <a:pPr marL="0" marR="0">
              <a:lnSpc>
                <a:spcPts val="1564"/>
              </a:lnSpc>
              <a:spcBef>
                <a:spcPts val="0"/>
              </a:spcBef>
              <a:spcAft>
                <a:spcPts val="0"/>
              </a:spcAft>
            </a:pPr>
            <a:r>
              <a:rPr sz="1400" dirty="0">
                <a:solidFill>
                  <a:srgbClr val="595959"/>
                </a:solidFill>
                <a:latin typeface="QPSRJE+ArialMT"/>
                <a:cs typeface="QPSRJE+ArialMT"/>
              </a:rPr>
              <a:t>•</a:t>
            </a:r>
          </a:p>
          <a:p>
            <a:pPr marL="0" marR="0">
              <a:lnSpc>
                <a:spcPts val="1564"/>
              </a:lnSpc>
              <a:spcBef>
                <a:spcPts val="1265"/>
              </a:spcBef>
              <a:spcAft>
                <a:spcPts val="0"/>
              </a:spcAft>
            </a:pPr>
            <a:r>
              <a:rPr sz="1400" dirty="0">
                <a:solidFill>
                  <a:srgbClr val="595959"/>
                </a:solidFill>
                <a:latin typeface="QPSRJE+ArialMT"/>
                <a:cs typeface="QPSRJE+ArialMT"/>
              </a:rPr>
              <a:t>•</a:t>
            </a:r>
          </a:p>
        </p:txBody>
      </p:sp>
      <p:sp>
        <p:nvSpPr>
          <p:cNvPr id="5" name="object 5"/>
          <p:cNvSpPr txBox="1"/>
          <p:nvPr/>
        </p:nvSpPr>
        <p:spPr>
          <a:xfrm>
            <a:off x="1017037" y="769806"/>
            <a:ext cx="3082086" cy="744378"/>
          </a:xfrm>
          <a:prstGeom prst="rect">
            <a:avLst/>
          </a:prstGeom>
        </p:spPr>
        <p:txBody>
          <a:bodyPr vert="horz" wrap="square" lIns="0" tIns="0" rIns="0" bIns="0" rtlCol="0">
            <a:spAutoFit/>
          </a:bodyPr>
          <a:lstStyle/>
          <a:p>
            <a:pPr marL="0" marR="0">
              <a:lnSpc>
                <a:spcPts val="2681"/>
              </a:lnSpc>
              <a:spcBef>
                <a:spcPts val="0"/>
              </a:spcBef>
              <a:spcAft>
                <a:spcPts val="0"/>
              </a:spcAft>
            </a:pPr>
            <a:r>
              <a:rPr sz="2400" dirty="0">
                <a:solidFill>
                  <a:srgbClr val="000000"/>
                </a:solidFill>
                <a:latin typeface="QPSRJE+ArialMT"/>
                <a:cs typeface="QPSRJE+ArialMT"/>
              </a:rPr>
              <a:t>Single-Line</a:t>
            </a:r>
            <a:r>
              <a:rPr sz="2400" spc="64" dirty="0">
                <a:solidFill>
                  <a:srgbClr val="000000"/>
                </a:solidFill>
                <a:latin typeface="Times New Roman"/>
                <a:cs typeface="Times New Roman"/>
              </a:rPr>
              <a:t> </a:t>
            </a:r>
            <a:r>
              <a:rPr sz="2400" dirty="0">
                <a:solidFill>
                  <a:srgbClr val="000000"/>
                </a:solidFill>
                <a:latin typeface="QPSRJE+ArialMT"/>
                <a:cs typeface="QPSRJE+ArialMT"/>
              </a:rPr>
              <a:t>Comment</a:t>
            </a:r>
          </a:p>
          <a:p>
            <a:pPr marL="0" marR="0">
              <a:lnSpc>
                <a:spcPts val="2681"/>
              </a:lnSpc>
              <a:spcBef>
                <a:spcPts val="198"/>
              </a:spcBef>
              <a:spcAft>
                <a:spcPts val="0"/>
              </a:spcAft>
            </a:pPr>
            <a:r>
              <a:rPr sz="2400" dirty="0">
                <a:solidFill>
                  <a:srgbClr val="000000"/>
                </a:solidFill>
                <a:latin typeface="QPSRJE+ArialMT"/>
                <a:cs typeface="QPSRJE+ArialMT"/>
              </a:rPr>
              <a:t>Multi-Line</a:t>
            </a:r>
            <a:r>
              <a:rPr sz="2400" spc="64" dirty="0">
                <a:solidFill>
                  <a:srgbClr val="000000"/>
                </a:solidFill>
                <a:latin typeface="Times New Roman"/>
                <a:cs typeface="Times New Roman"/>
              </a:rPr>
              <a:t> </a:t>
            </a:r>
            <a:r>
              <a:rPr sz="2400" dirty="0">
                <a:solidFill>
                  <a:srgbClr val="000000"/>
                </a:solidFill>
                <a:latin typeface="QPSRJE+ArialMT"/>
                <a:cs typeface="QPSRJE+ArialMT"/>
              </a:rPr>
              <a:t>Comment</a:t>
            </a:r>
          </a:p>
        </p:txBody>
      </p:sp>
      <p:sp>
        <p:nvSpPr>
          <p:cNvPr id="6" name="object 6"/>
          <p:cNvSpPr txBox="1"/>
          <p:nvPr/>
        </p:nvSpPr>
        <p:spPr>
          <a:xfrm>
            <a:off x="788437" y="1501326"/>
            <a:ext cx="3082086" cy="378618"/>
          </a:xfrm>
          <a:prstGeom prst="rect">
            <a:avLst/>
          </a:prstGeom>
        </p:spPr>
        <p:txBody>
          <a:bodyPr vert="horz" wrap="square" lIns="0" tIns="0" rIns="0" bIns="0" rtlCol="0">
            <a:spAutoFit/>
          </a:bodyPr>
          <a:lstStyle/>
          <a:p>
            <a:pPr marL="0" marR="0">
              <a:lnSpc>
                <a:spcPts val="2681"/>
              </a:lnSpc>
              <a:spcBef>
                <a:spcPts val="0"/>
              </a:spcBef>
              <a:spcAft>
                <a:spcPts val="0"/>
              </a:spcAft>
            </a:pPr>
            <a:r>
              <a:rPr sz="2400" u="sng" dirty="0">
                <a:solidFill>
                  <a:srgbClr val="000000"/>
                </a:solidFill>
                <a:latin typeface="QPSRJE+ArialMT"/>
                <a:cs typeface="QPSRJE+ArialMT"/>
              </a:rPr>
              <a:t>Single-Line</a:t>
            </a:r>
            <a:r>
              <a:rPr sz="2400" u="sng" spc="64" dirty="0">
                <a:solidFill>
                  <a:srgbClr val="000000"/>
                </a:solidFill>
                <a:latin typeface="Times New Roman"/>
                <a:cs typeface="Times New Roman"/>
              </a:rPr>
              <a:t> </a:t>
            </a:r>
            <a:r>
              <a:rPr sz="2400" u="sng" dirty="0">
                <a:solidFill>
                  <a:srgbClr val="000000"/>
                </a:solidFill>
                <a:latin typeface="QPSRJE+ArialMT"/>
                <a:cs typeface="QPSRJE+ArialMT"/>
              </a:rPr>
              <a:t>Comment</a:t>
            </a:r>
          </a:p>
        </p:txBody>
      </p:sp>
      <p:sp>
        <p:nvSpPr>
          <p:cNvPr id="7" name="object 7"/>
          <p:cNvSpPr txBox="1"/>
          <p:nvPr/>
        </p:nvSpPr>
        <p:spPr>
          <a:xfrm>
            <a:off x="788437" y="1982056"/>
            <a:ext cx="214647" cy="236735"/>
          </a:xfrm>
          <a:prstGeom prst="rect">
            <a:avLst/>
          </a:prstGeom>
        </p:spPr>
        <p:txBody>
          <a:bodyPr vert="horz" wrap="square" lIns="0" tIns="0" rIns="0" bIns="0" rtlCol="0">
            <a:spAutoFit/>
          </a:bodyPr>
          <a:lstStyle/>
          <a:p>
            <a:pPr marL="0" marR="0">
              <a:lnSpc>
                <a:spcPts val="1564"/>
              </a:lnSpc>
              <a:spcBef>
                <a:spcPts val="0"/>
              </a:spcBef>
              <a:spcAft>
                <a:spcPts val="0"/>
              </a:spcAft>
            </a:pPr>
            <a:r>
              <a:rPr sz="1400" dirty="0">
                <a:solidFill>
                  <a:srgbClr val="595959"/>
                </a:solidFill>
                <a:latin typeface="QPSRJE+ArialMT"/>
                <a:cs typeface="QPSRJE+ArialMT"/>
              </a:rPr>
              <a:t>•</a:t>
            </a:r>
          </a:p>
        </p:txBody>
      </p:sp>
      <p:sp>
        <p:nvSpPr>
          <p:cNvPr id="8" name="object 8"/>
          <p:cNvSpPr txBox="1"/>
          <p:nvPr/>
        </p:nvSpPr>
        <p:spPr>
          <a:xfrm>
            <a:off x="1017037" y="1867086"/>
            <a:ext cx="7769354" cy="744378"/>
          </a:xfrm>
          <a:prstGeom prst="rect">
            <a:avLst/>
          </a:prstGeom>
        </p:spPr>
        <p:txBody>
          <a:bodyPr vert="horz" wrap="square" lIns="0" tIns="0" rIns="0" bIns="0" rtlCol="0">
            <a:spAutoFit/>
          </a:bodyPr>
          <a:lstStyle/>
          <a:p>
            <a:pPr marL="337718" marR="0">
              <a:lnSpc>
                <a:spcPts val="2681"/>
              </a:lnSpc>
              <a:spcBef>
                <a:spcPts val="0"/>
              </a:spcBef>
              <a:spcAft>
                <a:spcPts val="0"/>
              </a:spcAft>
            </a:pPr>
            <a:r>
              <a:rPr sz="2400" dirty="0">
                <a:solidFill>
                  <a:srgbClr val="000000"/>
                </a:solidFill>
                <a:latin typeface="QPSRJE+ArialMT"/>
                <a:cs typeface="QPSRJE+ArialMT"/>
              </a:rPr>
              <a:t>In</a:t>
            </a:r>
            <a:r>
              <a:rPr sz="2400" spc="66" dirty="0">
                <a:solidFill>
                  <a:srgbClr val="000000"/>
                </a:solidFill>
                <a:latin typeface="Times New Roman"/>
                <a:cs typeface="Times New Roman"/>
              </a:rPr>
              <a:t> </a:t>
            </a:r>
            <a:r>
              <a:rPr sz="2400" dirty="0">
                <a:solidFill>
                  <a:srgbClr val="000000"/>
                </a:solidFill>
                <a:latin typeface="QPSRJE+ArialMT"/>
                <a:cs typeface="QPSRJE+ArialMT"/>
              </a:rPr>
              <a:t>Python,</a:t>
            </a:r>
            <a:r>
              <a:rPr sz="2400" spc="63" dirty="0">
                <a:solidFill>
                  <a:srgbClr val="000000"/>
                </a:solidFill>
                <a:latin typeface="Times New Roman"/>
                <a:cs typeface="Times New Roman"/>
              </a:rPr>
              <a:t> </a:t>
            </a:r>
            <a:r>
              <a:rPr sz="2400" dirty="0">
                <a:solidFill>
                  <a:srgbClr val="000000"/>
                </a:solidFill>
                <a:latin typeface="QPSRJE+ArialMT"/>
                <a:cs typeface="QPSRJE+ArialMT"/>
              </a:rPr>
              <a:t>we</a:t>
            </a:r>
            <a:r>
              <a:rPr sz="2400" spc="64" dirty="0">
                <a:solidFill>
                  <a:srgbClr val="000000"/>
                </a:solidFill>
                <a:latin typeface="Times New Roman"/>
                <a:cs typeface="Times New Roman"/>
              </a:rPr>
              <a:t> </a:t>
            </a:r>
            <a:r>
              <a:rPr sz="2400" dirty="0">
                <a:solidFill>
                  <a:srgbClr val="000000"/>
                </a:solidFill>
                <a:latin typeface="QPSRJE+ArialMT"/>
                <a:cs typeface="QPSRJE+ArialMT"/>
              </a:rPr>
              <a:t>use</a:t>
            </a:r>
            <a:r>
              <a:rPr sz="2400" spc="64" dirty="0">
                <a:solidFill>
                  <a:srgbClr val="000000"/>
                </a:solidFill>
                <a:latin typeface="Times New Roman"/>
                <a:cs typeface="Times New Roman"/>
              </a:rPr>
              <a:t> </a:t>
            </a:r>
            <a:r>
              <a:rPr sz="2400" dirty="0">
                <a:solidFill>
                  <a:srgbClr val="000000"/>
                </a:solidFill>
                <a:latin typeface="QPSRJE+ArialMT"/>
                <a:cs typeface="QPSRJE+ArialMT"/>
              </a:rPr>
              <a:t>the</a:t>
            </a:r>
            <a:r>
              <a:rPr sz="2400" spc="66" dirty="0">
                <a:solidFill>
                  <a:srgbClr val="000000"/>
                </a:solidFill>
                <a:latin typeface="Times New Roman"/>
                <a:cs typeface="Times New Roman"/>
              </a:rPr>
              <a:t> </a:t>
            </a:r>
            <a:r>
              <a:rPr sz="2400" dirty="0">
                <a:solidFill>
                  <a:srgbClr val="000000"/>
                </a:solidFill>
                <a:latin typeface="QPSRJE+ArialMT"/>
                <a:cs typeface="QPSRJE+ArialMT"/>
              </a:rPr>
              <a:t>hash</a:t>
            </a:r>
            <a:r>
              <a:rPr sz="2400" spc="64" dirty="0">
                <a:solidFill>
                  <a:srgbClr val="000000"/>
                </a:solidFill>
                <a:latin typeface="Times New Roman"/>
                <a:cs typeface="Times New Roman"/>
              </a:rPr>
              <a:t> </a:t>
            </a:r>
            <a:r>
              <a:rPr sz="2400" dirty="0">
                <a:solidFill>
                  <a:srgbClr val="000000"/>
                </a:solidFill>
                <a:latin typeface="QPSRJE+ArialMT"/>
                <a:cs typeface="QPSRJE+ArialMT"/>
              </a:rPr>
              <a:t>symbol</a:t>
            </a:r>
            <a:r>
              <a:rPr sz="2400" spc="64" dirty="0">
                <a:solidFill>
                  <a:srgbClr val="000000"/>
                </a:solidFill>
                <a:latin typeface="Times New Roman"/>
                <a:cs typeface="Times New Roman"/>
              </a:rPr>
              <a:t> </a:t>
            </a:r>
            <a:r>
              <a:rPr sz="2400" dirty="0">
                <a:solidFill>
                  <a:srgbClr val="000000"/>
                </a:solidFill>
                <a:latin typeface="QPSRJE+ArialMT"/>
                <a:cs typeface="QPSRJE+ArialMT"/>
              </a:rPr>
              <a:t>#</a:t>
            </a:r>
            <a:r>
              <a:rPr sz="2400" spc="63" dirty="0">
                <a:solidFill>
                  <a:srgbClr val="000000"/>
                </a:solidFill>
                <a:latin typeface="Times New Roman"/>
                <a:cs typeface="Times New Roman"/>
              </a:rPr>
              <a:t> </a:t>
            </a:r>
            <a:r>
              <a:rPr sz="2400" dirty="0">
                <a:solidFill>
                  <a:srgbClr val="000000"/>
                </a:solidFill>
                <a:latin typeface="QPSRJE+ArialMT"/>
                <a:cs typeface="QPSRJE+ArialMT"/>
              </a:rPr>
              <a:t>to</a:t>
            </a:r>
            <a:r>
              <a:rPr sz="2400" spc="66" dirty="0">
                <a:solidFill>
                  <a:srgbClr val="000000"/>
                </a:solidFill>
                <a:latin typeface="Times New Roman"/>
                <a:cs typeface="Times New Roman"/>
              </a:rPr>
              <a:t> </a:t>
            </a:r>
            <a:r>
              <a:rPr sz="2400" dirty="0">
                <a:solidFill>
                  <a:srgbClr val="000000"/>
                </a:solidFill>
                <a:latin typeface="QPSRJE+ArialMT"/>
                <a:cs typeface="QPSRJE+ArialMT"/>
              </a:rPr>
              <a:t>write</a:t>
            </a:r>
            <a:r>
              <a:rPr sz="2400" spc="64" dirty="0">
                <a:solidFill>
                  <a:srgbClr val="000000"/>
                </a:solidFill>
                <a:latin typeface="Times New Roman"/>
                <a:cs typeface="Times New Roman"/>
              </a:rPr>
              <a:t> </a:t>
            </a:r>
            <a:r>
              <a:rPr sz="2400" dirty="0">
                <a:solidFill>
                  <a:srgbClr val="000000"/>
                </a:solidFill>
                <a:latin typeface="QPSRJE+ArialMT"/>
                <a:cs typeface="QPSRJE+ArialMT"/>
              </a:rPr>
              <a:t>a</a:t>
            </a:r>
            <a:r>
              <a:rPr sz="2400" spc="63" dirty="0">
                <a:solidFill>
                  <a:srgbClr val="000000"/>
                </a:solidFill>
                <a:latin typeface="Times New Roman"/>
                <a:cs typeface="Times New Roman"/>
              </a:rPr>
              <a:t> </a:t>
            </a:r>
            <a:r>
              <a:rPr sz="2400" dirty="0">
                <a:solidFill>
                  <a:srgbClr val="000000"/>
                </a:solidFill>
                <a:latin typeface="QPSRJE+ArialMT"/>
                <a:cs typeface="QPSRJE+ArialMT"/>
              </a:rPr>
              <a:t>single-</a:t>
            </a:r>
          </a:p>
          <a:p>
            <a:pPr marL="0" marR="0">
              <a:lnSpc>
                <a:spcPts val="2681"/>
              </a:lnSpc>
              <a:spcBef>
                <a:spcPts val="198"/>
              </a:spcBef>
              <a:spcAft>
                <a:spcPts val="0"/>
              </a:spcAft>
            </a:pPr>
            <a:r>
              <a:rPr sz="2400" dirty="0">
                <a:solidFill>
                  <a:srgbClr val="000000"/>
                </a:solidFill>
                <a:latin typeface="QPSRJE+ArialMT"/>
                <a:cs typeface="QPSRJE+ArialMT"/>
              </a:rPr>
              <a:t>line</a:t>
            </a:r>
            <a:r>
              <a:rPr sz="2400" spc="64" dirty="0">
                <a:solidFill>
                  <a:srgbClr val="000000"/>
                </a:solidFill>
                <a:latin typeface="Times New Roman"/>
                <a:cs typeface="Times New Roman"/>
              </a:rPr>
              <a:t> </a:t>
            </a:r>
            <a:r>
              <a:rPr sz="2400" dirty="0">
                <a:solidFill>
                  <a:srgbClr val="000000"/>
                </a:solidFill>
                <a:latin typeface="QPSRJE+ArialMT"/>
                <a:cs typeface="QPSRJE+ArialMT"/>
              </a:rPr>
              <a:t>comment.</a:t>
            </a:r>
          </a:p>
        </p:txBody>
      </p:sp>
      <p:sp>
        <p:nvSpPr>
          <p:cNvPr id="9" name="object 9"/>
          <p:cNvSpPr txBox="1"/>
          <p:nvPr/>
        </p:nvSpPr>
        <p:spPr>
          <a:xfrm>
            <a:off x="788437" y="2598606"/>
            <a:ext cx="2878480" cy="378618"/>
          </a:xfrm>
          <a:prstGeom prst="rect">
            <a:avLst/>
          </a:prstGeom>
        </p:spPr>
        <p:txBody>
          <a:bodyPr vert="horz" wrap="square" lIns="0" tIns="0" rIns="0" bIns="0" rtlCol="0">
            <a:spAutoFit/>
          </a:bodyPr>
          <a:lstStyle/>
          <a:p>
            <a:pPr marL="0" marR="0">
              <a:lnSpc>
                <a:spcPts val="2681"/>
              </a:lnSpc>
              <a:spcBef>
                <a:spcPts val="0"/>
              </a:spcBef>
              <a:spcAft>
                <a:spcPts val="0"/>
              </a:spcAft>
            </a:pPr>
            <a:r>
              <a:rPr sz="2400" u="sng" dirty="0">
                <a:solidFill>
                  <a:srgbClr val="000000"/>
                </a:solidFill>
                <a:latin typeface="QPSRJE+ArialMT"/>
                <a:cs typeface="QPSRJE+ArialMT"/>
              </a:rPr>
              <a:t>Multi-Line</a:t>
            </a:r>
            <a:r>
              <a:rPr sz="2400" u="sng" spc="64" dirty="0">
                <a:solidFill>
                  <a:srgbClr val="000000"/>
                </a:solidFill>
                <a:latin typeface="Times New Roman"/>
                <a:cs typeface="Times New Roman"/>
              </a:rPr>
              <a:t> </a:t>
            </a:r>
            <a:r>
              <a:rPr sz="2400" u="sng" dirty="0">
                <a:solidFill>
                  <a:srgbClr val="000000"/>
                </a:solidFill>
                <a:latin typeface="QPSRJE+ArialMT"/>
                <a:cs typeface="QPSRJE+ArialMT"/>
              </a:rPr>
              <a:t>Comment</a:t>
            </a:r>
          </a:p>
        </p:txBody>
      </p:sp>
      <p:sp>
        <p:nvSpPr>
          <p:cNvPr id="10" name="object 10"/>
          <p:cNvSpPr txBox="1"/>
          <p:nvPr/>
        </p:nvSpPr>
        <p:spPr>
          <a:xfrm>
            <a:off x="788437" y="3079336"/>
            <a:ext cx="214647" cy="236735"/>
          </a:xfrm>
          <a:prstGeom prst="rect">
            <a:avLst/>
          </a:prstGeom>
        </p:spPr>
        <p:txBody>
          <a:bodyPr vert="horz" wrap="square" lIns="0" tIns="0" rIns="0" bIns="0" rtlCol="0">
            <a:spAutoFit/>
          </a:bodyPr>
          <a:lstStyle/>
          <a:p>
            <a:pPr marL="0" marR="0">
              <a:lnSpc>
                <a:spcPts val="1564"/>
              </a:lnSpc>
              <a:spcBef>
                <a:spcPts val="0"/>
              </a:spcBef>
              <a:spcAft>
                <a:spcPts val="0"/>
              </a:spcAft>
            </a:pPr>
            <a:r>
              <a:rPr sz="1400" dirty="0">
                <a:solidFill>
                  <a:srgbClr val="595959"/>
                </a:solidFill>
                <a:latin typeface="QPSRJE+ArialMT"/>
                <a:cs typeface="QPSRJE+ArialMT"/>
              </a:rPr>
              <a:t>•</a:t>
            </a:r>
          </a:p>
        </p:txBody>
      </p:sp>
      <p:sp>
        <p:nvSpPr>
          <p:cNvPr id="11" name="object 11"/>
          <p:cNvSpPr txBox="1"/>
          <p:nvPr/>
        </p:nvSpPr>
        <p:spPr>
          <a:xfrm>
            <a:off x="1017037" y="2964366"/>
            <a:ext cx="8008360" cy="744378"/>
          </a:xfrm>
          <a:prstGeom prst="rect">
            <a:avLst/>
          </a:prstGeom>
        </p:spPr>
        <p:txBody>
          <a:bodyPr vert="horz" wrap="square" lIns="0" tIns="0" rIns="0" bIns="0" rtlCol="0">
            <a:spAutoFit/>
          </a:bodyPr>
          <a:lstStyle/>
          <a:p>
            <a:pPr marL="0" marR="0">
              <a:lnSpc>
                <a:spcPts val="2681"/>
              </a:lnSpc>
              <a:spcBef>
                <a:spcPts val="0"/>
              </a:spcBef>
              <a:spcAft>
                <a:spcPts val="0"/>
              </a:spcAft>
            </a:pPr>
            <a:r>
              <a:rPr sz="2400" dirty="0">
                <a:solidFill>
                  <a:srgbClr val="000000"/>
                </a:solidFill>
                <a:latin typeface="QPSRJE+ArialMT"/>
                <a:cs typeface="QPSRJE+ArialMT"/>
              </a:rPr>
              <a:t>We</a:t>
            </a:r>
            <a:r>
              <a:rPr sz="2400" spc="66" dirty="0">
                <a:solidFill>
                  <a:srgbClr val="000000"/>
                </a:solidFill>
                <a:latin typeface="Times New Roman"/>
                <a:cs typeface="Times New Roman"/>
              </a:rPr>
              <a:t> </a:t>
            </a:r>
            <a:r>
              <a:rPr sz="2400" dirty="0">
                <a:solidFill>
                  <a:srgbClr val="000000"/>
                </a:solidFill>
                <a:latin typeface="QPSRJE+ArialMT"/>
                <a:cs typeface="QPSRJE+ArialMT"/>
              </a:rPr>
              <a:t>can</a:t>
            </a:r>
            <a:r>
              <a:rPr sz="2400" spc="64" dirty="0">
                <a:solidFill>
                  <a:srgbClr val="000000"/>
                </a:solidFill>
                <a:latin typeface="Times New Roman"/>
                <a:cs typeface="Times New Roman"/>
              </a:rPr>
              <a:t> </a:t>
            </a:r>
            <a:r>
              <a:rPr sz="2400" dirty="0">
                <a:solidFill>
                  <a:srgbClr val="000000"/>
                </a:solidFill>
                <a:latin typeface="QPSRJE+ArialMT"/>
                <a:cs typeface="QPSRJE+ArialMT"/>
              </a:rPr>
              <a:t>use</a:t>
            </a:r>
            <a:r>
              <a:rPr sz="2400" spc="64" dirty="0">
                <a:solidFill>
                  <a:srgbClr val="000000"/>
                </a:solidFill>
                <a:latin typeface="Times New Roman"/>
                <a:cs typeface="Times New Roman"/>
              </a:rPr>
              <a:t> </a:t>
            </a:r>
            <a:r>
              <a:rPr sz="2400" dirty="0">
                <a:solidFill>
                  <a:srgbClr val="000000"/>
                </a:solidFill>
                <a:latin typeface="QPSRJE+ArialMT"/>
                <a:cs typeface="QPSRJE+ArialMT"/>
              </a:rPr>
              <a:t>#</a:t>
            </a:r>
            <a:r>
              <a:rPr sz="2400" spc="63" dirty="0">
                <a:solidFill>
                  <a:srgbClr val="000000"/>
                </a:solidFill>
                <a:latin typeface="Times New Roman"/>
                <a:cs typeface="Times New Roman"/>
              </a:rPr>
              <a:t> </a:t>
            </a:r>
            <a:r>
              <a:rPr sz="2400" dirty="0">
                <a:solidFill>
                  <a:srgbClr val="000000"/>
                </a:solidFill>
                <a:latin typeface="QPSRJE+ArialMT"/>
                <a:cs typeface="QPSRJE+ArialMT"/>
              </a:rPr>
              <a:t>at</a:t>
            </a:r>
            <a:r>
              <a:rPr sz="2400" spc="62" dirty="0">
                <a:solidFill>
                  <a:srgbClr val="000000"/>
                </a:solidFill>
                <a:latin typeface="Times New Roman"/>
                <a:cs typeface="Times New Roman"/>
              </a:rPr>
              <a:t> </a:t>
            </a:r>
            <a:r>
              <a:rPr sz="2400" dirty="0">
                <a:solidFill>
                  <a:srgbClr val="000000"/>
                </a:solidFill>
                <a:latin typeface="QPSRJE+ArialMT"/>
                <a:cs typeface="QPSRJE+ArialMT"/>
              </a:rPr>
              <a:t>the</a:t>
            </a:r>
            <a:r>
              <a:rPr sz="2400" spc="66" dirty="0">
                <a:solidFill>
                  <a:srgbClr val="000000"/>
                </a:solidFill>
                <a:latin typeface="Times New Roman"/>
                <a:cs typeface="Times New Roman"/>
              </a:rPr>
              <a:t> </a:t>
            </a:r>
            <a:r>
              <a:rPr sz="2400" dirty="0">
                <a:solidFill>
                  <a:srgbClr val="000000"/>
                </a:solidFill>
                <a:latin typeface="QPSRJE+ArialMT"/>
                <a:cs typeface="QPSRJE+ArialMT"/>
              </a:rPr>
              <a:t>beginning</a:t>
            </a:r>
            <a:r>
              <a:rPr sz="2400" spc="64" dirty="0">
                <a:solidFill>
                  <a:srgbClr val="000000"/>
                </a:solidFill>
                <a:latin typeface="Times New Roman"/>
                <a:cs typeface="Times New Roman"/>
              </a:rPr>
              <a:t> </a:t>
            </a:r>
            <a:r>
              <a:rPr sz="2400" dirty="0">
                <a:solidFill>
                  <a:srgbClr val="000000"/>
                </a:solidFill>
                <a:latin typeface="QPSRJE+ArialMT"/>
                <a:cs typeface="QPSRJE+ArialMT"/>
              </a:rPr>
              <a:t>of</a:t>
            </a:r>
            <a:r>
              <a:rPr sz="2400" spc="62" dirty="0">
                <a:solidFill>
                  <a:srgbClr val="000000"/>
                </a:solidFill>
                <a:latin typeface="Times New Roman"/>
                <a:cs typeface="Times New Roman"/>
              </a:rPr>
              <a:t> </a:t>
            </a:r>
            <a:r>
              <a:rPr sz="2400" dirty="0">
                <a:solidFill>
                  <a:srgbClr val="000000"/>
                </a:solidFill>
                <a:latin typeface="QPSRJE+ArialMT"/>
                <a:cs typeface="QPSRJE+ArialMT"/>
              </a:rPr>
              <a:t>each</a:t>
            </a:r>
            <a:r>
              <a:rPr sz="2400" spc="64" dirty="0">
                <a:solidFill>
                  <a:srgbClr val="000000"/>
                </a:solidFill>
                <a:latin typeface="Times New Roman"/>
                <a:cs typeface="Times New Roman"/>
              </a:rPr>
              <a:t> </a:t>
            </a:r>
            <a:r>
              <a:rPr sz="2400" dirty="0">
                <a:solidFill>
                  <a:srgbClr val="000000"/>
                </a:solidFill>
                <a:latin typeface="QPSRJE+ArialMT"/>
                <a:cs typeface="QPSRJE+ArialMT"/>
              </a:rPr>
              <a:t>line</a:t>
            </a:r>
            <a:r>
              <a:rPr sz="2400" spc="64" dirty="0">
                <a:solidFill>
                  <a:srgbClr val="000000"/>
                </a:solidFill>
                <a:latin typeface="Times New Roman"/>
                <a:cs typeface="Times New Roman"/>
              </a:rPr>
              <a:t> </a:t>
            </a:r>
            <a:r>
              <a:rPr sz="2400" dirty="0">
                <a:solidFill>
                  <a:srgbClr val="000000"/>
                </a:solidFill>
                <a:latin typeface="QPSRJE+ArialMT"/>
                <a:cs typeface="QPSRJE+ArialMT"/>
              </a:rPr>
              <a:t>of</a:t>
            </a:r>
            <a:r>
              <a:rPr sz="2400" spc="62" dirty="0">
                <a:solidFill>
                  <a:srgbClr val="000000"/>
                </a:solidFill>
                <a:latin typeface="Times New Roman"/>
                <a:cs typeface="Times New Roman"/>
              </a:rPr>
              <a:t> </a:t>
            </a:r>
            <a:r>
              <a:rPr sz="2400" dirty="0">
                <a:solidFill>
                  <a:srgbClr val="000000"/>
                </a:solidFill>
                <a:latin typeface="QPSRJE+ArialMT"/>
                <a:cs typeface="QPSRJE+ArialMT"/>
              </a:rPr>
              <a:t>comment</a:t>
            </a:r>
            <a:r>
              <a:rPr sz="2400" spc="62" dirty="0">
                <a:solidFill>
                  <a:srgbClr val="000000"/>
                </a:solidFill>
                <a:latin typeface="Times New Roman"/>
                <a:cs typeface="Times New Roman"/>
              </a:rPr>
              <a:t> </a:t>
            </a:r>
            <a:r>
              <a:rPr sz="2400" dirty="0">
                <a:solidFill>
                  <a:srgbClr val="000000"/>
                </a:solidFill>
                <a:latin typeface="QPSRJE+ArialMT"/>
                <a:cs typeface="QPSRJE+ArialMT"/>
              </a:rPr>
              <a:t>on</a:t>
            </a:r>
          </a:p>
          <a:p>
            <a:pPr marL="0" marR="0">
              <a:lnSpc>
                <a:spcPts val="2681"/>
              </a:lnSpc>
              <a:spcBef>
                <a:spcPts val="198"/>
              </a:spcBef>
              <a:spcAft>
                <a:spcPts val="0"/>
              </a:spcAft>
            </a:pPr>
            <a:r>
              <a:rPr sz="2400" dirty="0">
                <a:solidFill>
                  <a:srgbClr val="000000"/>
                </a:solidFill>
                <a:latin typeface="QPSRJE+ArialMT"/>
                <a:cs typeface="QPSRJE+ArialMT"/>
              </a:rPr>
              <a:t>multiple</a:t>
            </a:r>
            <a:r>
              <a:rPr sz="2400" spc="64" dirty="0">
                <a:solidFill>
                  <a:srgbClr val="000000"/>
                </a:solidFill>
                <a:latin typeface="Times New Roman"/>
                <a:cs typeface="Times New Roman"/>
              </a:rPr>
              <a:t> </a:t>
            </a:r>
            <a:r>
              <a:rPr sz="2400" dirty="0">
                <a:solidFill>
                  <a:srgbClr val="000000"/>
                </a:solidFill>
                <a:latin typeface="QPSRJE+ArialMT"/>
                <a:cs typeface="QPSRJE+ArialMT"/>
              </a:rPr>
              <a:t>lines.</a:t>
            </a:r>
          </a:p>
        </p:txBody>
      </p:sp>
      <p:sp>
        <p:nvSpPr>
          <p:cNvPr id="12" name="object 12"/>
          <p:cNvSpPr txBox="1"/>
          <p:nvPr/>
        </p:nvSpPr>
        <p:spPr>
          <a:xfrm>
            <a:off x="788437" y="3810856"/>
            <a:ext cx="214647" cy="236735"/>
          </a:xfrm>
          <a:prstGeom prst="rect">
            <a:avLst/>
          </a:prstGeom>
        </p:spPr>
        <p:txBody>
          <a:bodyPr vert="horz" wrap="square" lIns="0" tIns="0" rIns="0" bIns="0" rtlCol="0">
            <a:spAutoFit/>
          </a:bodyPr>
          <a:lstStyle/>
          <a:p>
            <a:pPr marL="0" marR="0">
              <a:lnSpc>
                <a:spcPts val="1564"/>
              </a:lnSpc>
              <a:spcBef>
                <a:spcPts val="0"/>
              </a:spcBef>
              <a:spcAft>
                <a:spcPts val="0"/>
              </a:spcAft>
            </a:pPr>
            <a:r>
              <a:rPr sz="1400" dirty="0">
                <a:solidFill>
                  <a:srgbClr val="595959"/>
                </a:solidFill>
                <a:latin typeface="QPSRJE+ArialMT"/>
                <a:cs typeface="QPSRJE+ArialMT"/>
              </a:rPr>
              <a:t>•</a:t>
            </a:r>
          </a:p>
        </p:txBody>
      </p:sp>
      <p:sp>
        <p:nvSpPr>
          <p:cNvPr id="13" name="object 13"/>
          <p:cNvSpPr txBox="1"/>
          <p:nvPr/>
        </p:nvSpPr>
        <p:spPr>
          <a:xfrm>
            <a:off x="1017037" y="3695886"/>
            <a:ext cx="7702907" cy="744378"/>
          </a:xfrm>
          <a:prstGeom prst="rect">
            <a:avLst/>
          </a:prstGeom>
        </p:spPr>
        <p:txBody>
          <a:bodyPr vert="horz" wrap="square" lIns="0" tIns="0" rIns="0" bIns="0" rtlCol="0">
            <a:spAutoFit/>
          </a:bodyPr>
          <a:lstStyle/>
          <a:p>
            <a:pPr marL="0" marR="0">
              <a:lnSpc>
                <a:spcPts val="2681"/>
              </a:lnSpc>
              <a:spcBef>
                <a:spcPts val="0"/>
              </a:spcBef>
              <a:spcAft>
                <a:spcPts val="0"/>
              </a:spcAft>
            </a:pPr>
            <a:r>
              <a:rPr sz="2400" dirty="0">
                <a:solidFill>
                  <a:srgbClr val="000000"/>
                </a:solidFill>
                <a:latin typeface="QPSRJE+ArialMT"/>
                <a:cs typeface="QPSRJE+ArialMT"/>
              </a:rPr>
              <a:t>Each</a:t>
            </a:r>
            <a:r>
              <a:rPr sz="2400" spc="64" dirty="0">
                <a:solidFill>
                  <a:srgbClr val="000000"/>
                </a:solidFill>
                <a:latin typeface="Times New Roman"/>
                <a:cs typeface="Times New Roman"/>
              </a:rPr>
              <a:t> </a:t>
            </a:r>
            <a:r>
              <a:rPr sz="2400" dirty="0">
                <a:solidFill>
                  <a:srgbClr val="000000"/>
                </a:solidFill>
                <a:latin typeface="QPSRJE+ArialMT"/>
                <a:cs typeface="QPSRJE+ArialMT"/>
              </a:rPr>
              <a:t>line</a:t>
            </a:r>
            <a:r>
              <a:rPr sz="2400" spc="64" dirty="0">
                <a:solidFill>
                  <a:srgbClr val="000000"/>
                </a:solidFill>
                <a:latin typeface="Times New Roman"/>
                <a:cs typeface="Times New Roman"/>
              </a:rPr>
              <a:t> </a:t>
            </a:r>
            <a:r>
              <a:rPr sz="2400" dirty="0">
                <a:solidFill>
                  <a:srgbClr val="000000"/>
                </a:solidFill>
                <a:latin typeface="QPSRJE+ArialMT"/>
                <a:cs typeface="QPSRJE+ArialMT"/>
              </a:rPr>
              <a:t>is</a:t>
            </a:r>
            <a:r>
              <a:rPr sz="2400" spc="64" dirty="0">
                <a:solidFill>
                  <a:srgbClr val="000000"/>
                </a:solidFill>
                <a:latin typeface="Times New Roman"/>
                <a:cs typeface="Times New Roman"/>
              </a:rPr>
              <a:t> </a:t>
            </a:r>
            <a:r>
              <a:rPr sz="2400" dirty="0">
                <a:solidFill>
                  <a:srgbClr val="000000"/>
                </a:solidFill>
                <a:latin typeface="QPSRJE+ArialMT"/>
                <a:cs typeface="QPSRJE+ArialMT"/>
              </a:rPr>
              <a:t>treated</a:t>
            </a:r>
            <a:r>
              <a:rPr sz="2400" spc="64" dirty="0">
                <a:solidFill>
                  <a:srgbClr val="000000"/>
                </a:solidFill>
                <a:latin typeface="Times New Roman"/>
                <a:cs typeface="Times New Roman"/>
              </a:rPr>
              <a:t> </a:t>
            </a:r>
            <a:r>
              <a:rPr sz="2400" dirty="0">
                <a:solidFill>
                  <a:srgbClr val="000000"/>
                </a:solidFill>
                <a:latin typeface="QPSRJE+ArialMT"/>
                <a:cs typeface="QPSRJE+ArialMT"/>
              </a:rPr>
              <a:t>as</a:t>
            </a:r>
            <a:r>
              <a:rPr sz="2400" spc="64" dirty="0">
                <a:solidFill>
                  <a:srgbClr val="000000"/>
                </a:solidFill>
                <a:latin typeface="Times New Roman"/>
                <a:cs typeface="Times New Roman"/>
              </a:rPr>
              <a:t> </a:t>
            </a:r>
            <a:r>
              <a:rPr sz="2400" dirty="0">
                <a:solidFill>
                  <a:srgbClr val="000000"/>
                </a:solidFill>
                <a:latin typeface="QPSRJE+ArialMT"/>
                <a:cs typeface="QPSRJE+ArialMT"/>
              </a:rPr>
              <a:t>a</a:t>
            </a:r>
            <a:r>
              <a:rPr sz="2400" spc="63" dirty="0">
                <a:solidFill>
                  <a:srgbClr val="000000"/>
                </a:solidFill>
                <a:latin typeface="Times New Roman"/>
                <a:cs typeface="Times New Roman"/>
              </a:rPr>
              <a:t> </a:t>
            </a:r>
            <a:r>
              <a:rPr sz="2400" dirty="0">
                <a:solidFill>
                  <a:srgbClr val="000000"/>
                </a:solidFill>
                <a:latin typeface="QPSRJE+ArialMT"/>
                <a:cs typeface="QPSRJE+ArialMT"/>
              </a:rPr>
              <a:t>single</a:t>
            </a:r>
            <a:r>
              <a:rPr sz="2400" spc="64" dirty="0">
                <a:solidFill>
                  <a:srgbClr val="000000"/>
                </a:solidFill>
                <a:latin typeface="Times New Roman"/>
                <a:cs typeface="Times New Roman"/>
              </a:rPr>
              <a:t> </a:t>
            </a:r>
            <a:r>
              <a:rPr sz="2400" dirty="0">
                <a:solidFill>
                  <a:srgbClr val="000000"/>
                </a:solidFill>
                <a:latin typeface="QPSRJE+ArialMT"/>
                <a:cs typeface="QPSRJE+ArialMT"/>
              </a:rPr>
              <a:t>comment</a:t>
            </a:r>
            <a:r>
              <a:rPr sz="2400" spc="62" dirty="0">
                <a:solidFill>
                  <a:srgbClr val="000000"/>
                </a:solidFill>
                <a:latin typeface="Times New Roman"/>
                <a:cs typeface="Times New Roman"/>
              </a:rPr>
              <a:t> </a:t>
            </a:r>
            <a:r>
              <a:rPr sz="2400" dirty="0">
                <a:solidFill>
                  <a:srgbClr val="000000"/>
                </a:solidFill>
                <a:latin typeface="QPSRJE+ArialMT"/>
                <a:cs typeface="QPSRJE+ArialMT"/>
              </a:rPr>
              <a:t>and</a:t>
            </a:r>
            <a:r>
              <a:rPr sz="2400" spc="64" dirty="0">
                <a:solidFill>
                  <a:srgbClr val="000000"/>
                </a:solidFill>
                <a:latin typeface="Times New Roman"/>
                <a:cs typeface="Times New Roman"/>
              </a:rPr>
              <a:t> </a:t>
            </a:r>
            <a:r>
              <a:rPr sz="2400" dirty="0">
                <a:solidFill>
                  <a:srgbClr val="000000"/>
                </a:solidFill>
                <a:latin typeface="QPSRJE+ArialMT"/>
                <a:cs typeface="QPSRJE+ArialMT"/>
              </a:rPr>
              <a:t>all</a:t>
            </a:r>
            <a:r>
              <a:rPr sz="2400" spc="64" dirty="0">
                <a:solidFill>
                  <a:srgbClr val="000000"/>
                </a:solidFill>
                <a:latin typeface="Times New Roman"/>
                <a:cs typeface="Times New Roman"/>
              </a:rPr>
              <a:t> </a:t>
            </a:r>
            <a:r>
              <a:rPr sz="2400" dirty="0">
                <a:solidFill>
                  <a:srgbClr val="000000"/>
                </a:solidFill>
                <a:latin typeface="QPSRJE+ArialMT"/>
                <a:cs typeface="QPSRJE+ArialMT"/>
              </a:rPr>
              <a:t>of</a:t>
            </a:r>
            <a:r>
              <a:rPr sz="2400" spc="62" dirty="0">
                <a:solidFill>
                  <a:srgbClr val="000000"/>
                </a:solidFill>
                <a:latin typeface="Times New Roman"/>
                <a:cs typeface="Times New Roman"/>
              </a:rPr>
              <a:t> </a:t>
            </a:r>
            <a:r>
              <a:rPr sz="2400" dirty="0">
                <a:solidFill>
                  <a:srgbClr val="000000"/>
                </a:solidFill>
                <a:latin typeface="QPSRJE+ArialMT"/>
                <a:cs typeface="QPSRJE+ArialMT"/>
              </a:rPr>
              <a:t>them</a:t>
            </a:r>
          </a:p>
          <a:p>
            <a:pPr marL="0" marR="0">
              <a:lnSpc>
                <a:spcPts val="2681"/>
              </a:lnSpc>
              <a:spcBef>
                <a:spcPts val="198"/>
              </a:spcBef>
              <a:spcAft>
                <a:spcPts val="0"/>
              </a:spcAft>
            </a:pPr>
            <a:r>
              <a:rPr sz="2400" dirty="0">
                <a:solidFill>
                  <a:srgbClr val="000000"/>
                </a:solidFill>
                <a:latin typeface="QPSRJE+ArialMT"/>
                <a:cs typeface="QPSRJE+ArialMT"/>
              </a:rPr>
              <a:t>are</a:t>
            </a:r>
            <a:r>
              <a:rPr sz="2400" spc="64" dirty="0">
                <a:solidFill>
                  <a:srgbClr val="000000"/>
                </a:solidFill>
                <a:latin typeface="Times New Roman"/>
                <a:cs typeface="Times New Roman"/>
              </a:rPr>
              <a:t> </a:t>
            </a:r>
            <a:r>
              <a:rPr sz="2400" dirty="0">
                <a:solidFill>
                  <a:srgbClr val="000000"/>
                </a:solidFill>
                <a:latin typeface="QPSRJE+ArialMT"/>
                <a:cs typeface="QPSRJE+ArialMT"/>
              </a:rPr>
              <a:t>ignored.</a:t>
            </a: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1"/>
          <p:cNvSpPr/>
          <p:nvPr/>
        </p:nvSpPr>
        <p:spPr>
          <a:xfrm>
            <a:off x="0" y="0"/>
            <a:ext cx="9144000" cy="5143500"/>
          </a:xfrm>
          <a:prstGeom prst="rect">
            <a:avLst/>
          </a:prstGeom>
          <a:blipFill>
            <a:blip r:embed="rId2" cstate="print"/>
            <a:stretch>
              <a:fillRect/>
            </a:stretch>
          </a:blipFill>
        </p:spPr>
        <p:txBody>
          <a:bodyPr wrap="square" lIns="0" tIns="0" rIns="0" bIns="0" rtlCol="0">
            <a:spAutoFit/>
          </a:bodyPr>
          <a:lstStyle/>
          <a:p>
            <a:endParaRPr/>
          </a:p>
        </p:txBody>
      </p:sp>
      <p:sp>
        <p:nvSpPr>
          <p:cNvPr id="3" name="object 3"/>
          <p:cNvSpPr txBox="1"/>
          <p:nvPr/>
        </p:nvSpPr>
        <p:spPr>
          <a:xfrm>
            <a:off x="387846" y="259228"/>
            <a:ext cx="4964582" cy="537972"/>
          </a:xfrm>
          <a:prstGeom prst="rect">
            <a:avLst/>
          </a:prstGeom>
        </p:spPr>
        <p:txBody>
          <a:bodyPr vert="horz" wrap="square" lIns="0" tIns="0" rIns="0" bIns="0" rtlCol="0">
            <a:spAutoFit/>
          </a:bodyPr>
          <a:lstStyle/>
          <a:p>
            <a:pPr marL="0" marR="0">
              <a:lnSpc>
                <a:spcPts val="3936"/>
              </a:lnSpc>
              <a:spcBef>
                <a:spcPts val="0"/>
              </a:spcBef>
              <a:spcAft>
                <a:spcPts val="0"/>
              </a:spcAft>
            </a:pPr>
            <a:r>
              <a:rPr sz="3200" b="1" dirty="0">
                <a:solidFill>
                  <a:srgbClr val="C00000"/>
                </a:solidFill>
                <a:latin typeface="CTHTSI+LibreBaskerville-Bold"/>
                <a:cs typeface="CTHTSI+LibreBaskerville-Bold"/>
              </a:rPr>
              <a:t>Single-Line Comment</a:t>
            </a:r>
          </a:p>
        </p:txBody>
      </p:sp>
      <p:sp>
        <p:nvSpPr>
          <p:cNvPr id="4" name="object 4"/>
          <p:cNvSpPr txBox="1"/>
          <p:nvPr/>
        </p:nvSpPr>
        <p:spPr>
          <a:xfrm>
            <a:off x="685800" y="988579"/>
            <a:ext cx="7822616" cy="839896"/>
          </a:xfrm>
          <a:prstGeom prst="rect">
            <a:avLst/>
          </a:prstGeom>
        </p:spPr>
        <p:txBody>
          <a:bodyPr vert="horz" wrap="square" lIns="0" tIns="0" rIns="0" bIns="0" rtlCol="0">
            <a:spAutoFit/>
          </a:bodyPr>
          <a:lstStyle/>
          <a:p>
            <a:pPr marL="0" marR="0">
              <a:lnSpc>
                <a:spcPts val="1993"/>
              </a:lnSpc>
              <a:spcBef>
                <a:spcPts val="0"/>
              </a:spcBef>
              <a:spcAft>
                <a:spcPts val="0"/>
              </a:spcAft>
            </a:pPr>
            <a:r>
              <a:rPr sz="1400" dirty="0">
                <a:solidFill>
                  <a:srgbClr val="595959"/>
                </a:solidFill>
                <a:latin typeface="QPSRJE+ArialMT"/>
                <a:cs typeface="QPSRJE+ArialMT"/>
              </a:rPr>
              <a:t>•</a:t>
            </a:r>
            <a:r>
              <a:rPr sz="1400" spc="960" dirty="0">
                <a:solidFill>
                  <a:srgbClr val="595959"/>
                </a:solidFill>
                <a:latin typeface="Times New Roman"/>
                <a:cs typeface="Times New Roman"/>
              </a:rPr>
              <a:t> </a:t>
            </a:r>
            <a:r>
              <a:rPr sz="1800" dirty="0">
                <a:solidFill>
                  <a:srgbClr val="000000"/>
                </a:solidFill>
                <a:latin typeface="SNTQHS+TimesNewRomanPSMT"/>
                <a:cs typeface="SNTQHS+TimesNewRomanPSMT"/>
              </a:rPr>
              <a:t>A</a:t>
            </a:r>
            <a:r>
              <a:rPr sz="1800" dirty="0">
                <a:solidFill>
                  <a:srgbClr val="000000"/>
                </a:solidFill>
                <a:latin typeface="Times New Roman"/>
                <a:cs typeface="Times New Roman"/>
              </a:rPr>
              <a:t> </a:t>
            </a:r>
            <a:r>
              <a:rPr sz="1800" dirty="0">
                <a:solidFill>
                  <a:srgbClr val="000000"/>
                </a:solidFill>
                <a:latin typeface="SNTQHS+TimesNewRomanPSMT"/>
                <a:cs typeface="SNTQHS+TimesNewRomanPSMT"/>
              </a:rPr>
              <a:t>single-line</a:t>
            </a:r>
            <a:r>
              <a:rPr sz="1800" dirty="0">
                <a:solidFill>
                  <a:srgbClr val="000000"/>
                </a:solidFill>
                <a:latin typeface="Times New Roman"/>
                <a:cs typeface="Times New Roman"/>
              </a:rPr>
              <a:t> </a:t>
            </a:r>
            <a:r>
              <a:rPr sz="1800" dirty="0">
                <a:solidFill>
                  <a:srgbClr val="000000"/>
                </a:solidFill>
                <a:latin typeface="SNTQHS+TimesNewRomanPSMT"/>
                <a:cs typeface="SNTQHS+TimesNewRomanPSMT"/>
              </a:rPr>
              <a:t>comment</a:t>
            </a:r>
            <a:r>
              <a:rPr sz="1800" dirty="0">
                <a:solidFill>
                  <a:srgbClr val="000000"/>
                </a:solidFill>
                <a:latin typeface="Times New Roman"/>
                <a:cs typeface="Times New Roman"/>
              </a:rPr>
              <a:t> </a:t>
            </a:r>
            <a:r>
              <a:rPr sz="1800" dirty="0">
                <a:solidFill>
                  <a:srgbClr val="000000"/>
                </a:solidFill>
                <a:latin typeface="SNTQHS+TimesNewRomanPSMT"/>
                <a:cs typeface="SNTQHS+TimesNewRomanPSMT"/>
              </a:rPr>
              <a:t>begins</a:t>
            </a:r>
            <a:r>
              <a:rPr sz="1800" dirty="0">
                <a:solidFill>
                  <a:srgbClr val="000000"/>
                </a:solidFill>
                <a:latin typeface="Times New Roman"/>
                <a:cs typeface="Times New Roman"/>
              </a:rPr>
              <a:t> </a:t>
            </a:r>
            <a:r>
              <a:rPr sz="1800" dirty="0">
                <a:solidFill>
                  <a:srgbClr val="000000"/>
                </a:solidFill>
                <a:latin typeface="SNTQHS+TimesNewRomanPSMT"/>
                <a:cs typeface="SNTQHS+TimesNewRomanPSMT"/>
              </a:rPr>
              <a:t>with</a:t>
            </a:r>
            <a:r>
              <a:rPr sz="1800" dirty="0">
                <a:solidFill>
                  <a:srgbClr val="000000"/>
                </a:solidFill>
                <a:latin typeface="Times New Roman"/>
                <a:cs typeface="Times New Roman"/>
              </a:rPr>
              <a:t> </a:t>
            </a:r>
            <a:r>
              <a:rPr sz="1800" dirty="0">
                <a:solidFill>
                  <a:srgbClr val="000000"/>
                </a:solidFill>
                <a:latin typeface="SNTQHS+TimesNewRomanPSMT"/>
                <a:cs typeface="SNTQHS+TimesNewRomanPSMT"/>
              </a:rPr>
              <a:t>a</a:t>
            </a:r>
            <a:r>
              <a:rPr sz="1800" dirty="0">
                <a:solidFill>
                  <a:srgbClr val="000000"/>
                </a:solidFill>
                <a:latin typeface="Times New Roman"/>
                <a:cs typeface="Times New Roman"/>
              </a:rPr>
              <a:t> </a:t>
            </a:r>
            <a:r>
              <a:rPr sz="1800" dirty="0">
                <a:solidFill>
                  <a:srgbClr val="000000"/>
                </a:solidFill>
                <a:latin typeface="SNTQHS+TimesNewRomanPSMT"/>
                <a:cs typeface="SNTQHS+TimesNewRomanPSMT"/>
              </a:rPr>
              <a:t>hash</a:t>
            </a:r>
            <a:r>
              <a:rPr sz="1800" dirty="0">
                <a:solidFill>
                  <a:srgbClr val="000000"/>
                </a:solidFill>
                <a:latin typeface="Times New Roman"/>
                <a:cs typeface="Times New Roman"/>
              </a:rPr>
              <a:t> </a:t>
            </a:r>
            <a:r>
              <a:rPr sz="1800" dirty="0">
                <a:solidFill>
                  <a:srgbClr val="000000"/>
                </a:solidFill>
                <a:latin typeface="SNTQHS+TimesNewRomanPSMT"/>
                <a:cs typeface="SNTQHS+TimesNewRomanPSMT"/>
              </a:rPr>
              <a:t>(#)</a:t>
            </a:r>
            <a:r>
              <a:rPr sz="1800" dirty="0">
                <a:solidFill>
                  <a:srgbClr val="000000"/>
                </a:solidFill>
                <a:latin typeface="Times New Roman"/>
                <a:cs typeface="Times New Roman"/>
              </a:rPr>
              <a:t> </a:t>
            </a:r>
            <a:r>
              <a:rPr sz="1800" dirty="0">
                <a:solidFill>
                  <a:srgbClr val="000000"/>
                </a:solidFill>
                <a:latin typeface="SNTQHS+TimesNewRomanPSMT"/>
                <a:cs typeface="SNTQHS+TimesNewRomanPSMT"/>
              </a:rPr>
              <a:t>symbol</a:t>
            </a:r>
            <a:r>
              <a:rPr sz="1800" dirty="0">
                <a:solidFill>
                  <a:srgbClr val="000000"/>
                </a:solidFill>
                <a:latin typeface="Times New Roman"/>
                <a:cs typeface="Times New Roman"/>
              </a:rPr>
              <a:t> </a:t>
            </a:r>
            <a:r>
              <a:rPr sz="1800" dirty="0">
                <a:solidFill>
                  <a:srgbClr val="000000"/>
                </a:solidFill>
                <a:latin typeface="SNTQHS+TimesNewRomanPSMT"/>
                <a:cs typeface="SNTQHS+TimesNewRomanPSMT"/>
              </a:rPr>
              <a:t>and</a:t>
            </a:r>
            <a:r>
              <a:rPr sz="1800" dirty="0">
                <a:solidFill>
                  <a:srgbClr val="000000"/>
                </a:solidFill>
                <a:latin typeface="Times New Roman"/>
                <a:cs typeface="Times New Roman"/>
              </a:rPr>
              <a:t> </a:t>
            </a:r>
            <a:r>
              <a:rPr sz="1800" dirty="0">
                <a:solidFill>
                  <a:srgbClr val="000000"/>
                </a:solidFill>
                <a:latin typeface="SNTQHS+TimesNewRomanPSMT"/>
                <a:cs typeface="SNTQHS+TimesNewRomanPSMT"/>
              </a:rPr>
              <a:t>is</a:t>
            </a:r>
            <a:r>
              <a:rPr sz="1800" dirty="0">
                <a:solidFill>
                  <a:srgbClr val="000000"/>
                </a:solidFill>
                <a:latin typeface="Times New Roman"/>
                <a:cs typeface="Times New Roman"/>
              </a:rPr>
              <a:t> </a:t>
            </a:r>
            <a:r>
              <a:rPr sz="1800" dirty="0">
                <a:solidFill>
                  <a:srgbClr val="000000"/>
                </a:solidFill>
                <a:latin typeface="SNTQHS+TimesNewRomanPSMT"/>
                <a:cs typeface="SNTQHS+TimesNewRomanPSMT"/>
              </a:rPr>
              <a:t>useful</a:t>
            </a:r>
            <a:r>
              <a:rPr sz="1800" dirty="0">
                <a:solidFill>
                  <a:srgbClr val="000000"/>
                </a:solidFill>
                <a:latin typeface="Times New Roman"/>
                <a:cs typeface="Times New Roman"/>
              </a:rPr>
              <a:t> </a:t>
            </a:r>
            <a:r>
              <a:rPr sz="1800" dirty="0">
                <a:solidFill>
                  <a:srgbClr val="000000"/>
                </a:solidFill>
                <a:latin typeface="SNTQHS+TimesNewRomanPSMT"/>
                <a:cs typeface="SNTQHS+TimesNewRomanPSMT"/>
              </a:rPr>
              <a:t>in</a:t>
            </a:r>
            <a:r>
              <a:rPr sz="1800" dirty="0">
                <a:solidFill>
                  <a:srgbClr val="000000"/>
                </a:solidFill>
                <a:latin typeface="Times New Roman"/>
                <a:cs typeface="Times New Roman"/>
              </a:rPr>
              <a:t> </a:t>
            </a:r>
            <a:r>
              <a:rPr sz="1800" dirty="0">
                <a:solidFill>
                  <a:srgbClr val="000000"/>
                </a:solidFill>
                <a:latin typeface="SNTQHS+TimesNewRomanPSMT"/>
                <a:cs typeface="SNTQHS+TimesNewRomanPSMT"/>
              </a:rPr>
              <a:t>mentioning</a:t>
            </a:r>
          </a:p>
          <a:p>
            <a:pPr marL="228600" marR="0">
              <a:lnSpc>
                <a:spcPts val="1993"/>
              </a:lnSpc>
              <a:spcBef>
                <a:spcPts val="166"/>
              </a:spcBef>
              <a:spcAft>
                <a:spcPts val="0"/>
              </a:spcAft>
            </a:pPr>
            <a:r>
              <a:rPr sz="1800" dirty="0">
                <a:solidFill>
                  <a:srgbClr val="000000"/>
                </a:solidFill>
                <a:latin typeface="SNTQHS+TimesNewRomanPSMT"/>
                <a:cs typeface="SNTQHS+TimesNewRomanPSMT"/>
              </a:rPr>
              <a:t>that</a:t>
            </a:r>
            <a:r>
              <a:rPr sz="1800" dirty="0">
                <a:solidFill>
                  <a:srgbClr val="000000"/>
                </a:solidFill>
                <a:latin typeface="Times New Roman"/>
                <a:cs typeface="Times New Roman"/>
              </a:rPr>
              <a:t> </a:t>
            </a:r>
            <a:r>
              <a:rPr sz="1800" dirty="0">
                <a:solidFill>
                  <a:srgbClr val="000000"/>
                </a:solidFill>
                <a:latin typeface="SNTQHS+TimesNewRomanPSMT"/>
                <a:cs typeface="SNTQHS+TimesNewRomanPSMT"/>
              </a:rPr>
              <a:t>the</a:t>
            </a:r>
            <a:r>
              <a:rPr sz="1800" dirty="0">
                <a:solidFill>
                  <a:srgbClr val="000000"/>
                </a:solidFill>
                <a:latin typeface="Times New Roman"/>
                <a:cs typeface="Times New Roman"/>
              </a:rPr>
              <a:t> </a:t>
            </a:r>
            <a:r>
              <a:rPr sz="1800" dirty="0">
                <a:solidFill>
                  <a:srgbClr val="000000"/>
                </a:solidFill>
                <a:latin typeface="SNTQHS+TimesNewRomanPSMT"/>
                <a:cs typeface="SNTQHS+TimesNewRomanPSMT"/>
              </a:rPr>
              <a:t>whole</a:t>
            </a:r>
            <a:r>
              <a:rPr sz="1800" dirty="0">
                <a:solidFill>
                  <a:srgbClr val="000000"/>
                </a:solidFill>
                <a:latin typeface="Times New Roman"/>
                <a:cs typeface="Times New Roman"/>
              </a:rPr>
              <a:t> </a:t>
            </a:r>
            <a:r>
              <a:rPr sz="1800" dirty="0">
                <a:solidFill>
                  <a:srgbClr val="000000"/>
                </a:solidFill>
                <a:latin typeface="SNTQHS+TimesNewRomanPSMT"/>
                <a:cs typeface="SNTQHS+TimesNewRomanPSMT"/>
              </a:rPr>
              <a:t>line</a:t>
            </a:r>
            <a:r>
              <a:rPr sz="1800" dirty="0">
                <a:solidFill>
                  <a:srgbClr val="000000"/>
                </a:solidFill>
                <a:latin typeface="Times New Roman"/>
                <a:cs typeface="Times New Roman"/>
              </a:rPr>
              <a:t> </a:t>
            </a:r>
            <a:r>
              <a:rPr sz="1800" dirty="0">
                <a:solidFill>
                  <a:srgbClr val="000000"/>
                </a:solidFill>
                <a:latin typeface="SNTQHS+TimesNewRomanPSMT"/>
                <a:cs typeface="SNTQHS+TimesNewRomanPSMT"/>
              </a:rPr>
              <a:t>should</a:t>
            </a:r>
            <a:r>
              <a:rPr sz="1800" dirty="0">
                <a:solidFill>
                  <a:srgbClr val="000000"/>
                </a:solidFill>
                <a:latin typeface="Times New Roman"/>
                <a:cs typeface="Times New Roman"/>
              </a:rPr>
              <a:t> </a:t>
            </a:r>
            <a:r>
              <a:rPr sz="1800" dirty="0">
                <a:solidFill>
                  <a:srgbClr val="000000"/>
                </a:solidFill>
                <a:latin typeface="SNTQHS+TimesNewRomanPSMT"/>
                <a:cs typeface="SNTQHS+TimesNewRomanPSMT"/>
              </a:rPr>
              <a:t>be</a:t>
            </a:r>
            <a:r>
              <a:rPr sz="1800" dirty="0">
                <a:solidFill>
                  <a:srgbClr val="000000"/>
                </a:solidFill>
                <a:latin typeface="Times New Roman"/>
                <a:cs typeface="Times New Roman"/>
              </a:rPr>
              <a:t> </a:t>
            </a:r>
            <a:r>
              <a:rPr sz="1800" dirty="0">
                <a:solidFill>
                  <a:srgbClr val="000000"/>
                </a:solidFill>
                <a:latin typeface="SNTQHS+TimesNewRomanPSMT"/>
                <a:cs typeface="SNTQHS+TimesNewRomanPSMT"/>
              </a:rPr>
              <a:t>considered</a:t>
            </a:r>
            <a:r>
              <a:rPr sz="1800" dirty="0">
                <a:solidFill>
                  <a:srgbClr val="000000"/>
                </a:solidFill>
                <a:latin typeface="Times New Roman"/>
                <a:cs typeface="Times New Roman"/>
              </a:rPr>
              <a:t> </a:t>
            </a:r>
            <a:r>
              <a:rPr sz="1800" dirty="0">
                <a:solidFill>
                  <a:srgbClr val="000000"/>
                </a:solidFill>
                <a:latin typeface="SNTQHS+TimesNewRomanPSMT"/>
                <a:cs typeface="SNTQHS+TimesNewRomanPSMT"/>
              </a:rPr>
              <a:t>as</a:t>
            </a:r>
            <a:r>
              <a:rPr sz="1800" dirty="0">
                <a:solidFill>
                  <a:srgbClr val="000000"/>
                </a:solidFill>
                <a:latin typeface="Times New Roman"/>
                <a:cs typeface="Times New Roman"/>
              </a:rPr>
              <a:t> </a:t>
            </a:r>
            <a:r>
              <a:rPr sz="1800" dirty="0">
                <a:solidFill>
                  <a:srgbClr val="000000"/>
                </a:solidFill>
                <a:latin typeface="SNTQHS+TimesNewRomanPSMT"/>
                <a:cs typeface="SNTQHS+TimesNewRomanPSMT"/>
              </a:rPr>
              <a:t>a</a:t>
            </a:r>
            <a:r>
              <a:rPr sz="1800" dirty="0">
                <a:solidFill>
                  <a:srgbClr val="000000"/>
                </a:solidFill>
                <a:latin typeface="Times New Roman"/>
                <a:cs typeface="Times New Roman"/>
              </a:rPr>
              <a:t> </a:t>
            </a:r>
            <a:r>
              <a:rPr sz="1800" dirty="0">
                <a:solidFill>
                  <a:srgbClr val="000000"/>
                </a:solidFill>
                <a:latin typeface="SNTQHS+TimesNewRomanPSMT"/>
                <a:cs typeface="SNTQHS+TimesNewRomanPSMT"/>
              </a:rPr>
              <a:t>comment</a:t>
            </a:r>
            <a:r>
              <a:rPr sz="1800" dirty="0">
                <a:solidFill>
                  <a:srgbClr val="000000"/>
                </a:solidFill>
                <a:latin typeface="Times New Roman"/>
                <a:cs typeface="Times New Roman"/>
              </a:rPr>
              <a:t> </a:t>
            </a:r>
            <a:r>
              <a:rPr sz="1800" dirty="0">
                <a:solidFill>
                  <a:srgbClr val="000000"/>
                </a:solidFill>
                <a:latin typeface="SNTQHS+TimesNewRomanPSMT"/>
                <a:cs typeface="SNTQHS+TimesNewRomanPSMT"/>
              </a:rPr>
              <a:t>until</a:t>
            </a:r>
            <a:r>
              <a:rPr sz="1800" dirty="0">
                <a:solidFill>
                  <a:srgbClr val="000000"/>
                </a:solidFill>
                <a:latin typeface="Times New Roman"/>
                <a:cs typeface="Times New Roman"/>
              </a:rPr>
              <a:t> </a:t>
            </a:r>
            <a:r>
              <a:rPr sz="1800" dirty="0">
                <a:solidFill>
                  <a:srgbClr val="000000"/>
                </a:solidFill>
                <a:latin typeface="SNTQHS+TimesNewRomanPSMT"/>
                <a:cs typeface="SNTQHS+TimesNewRomanPSMT"/>
              </a:rPr>
              <a:t>the</a:t>
            </a:r>
            <a:r>
              <a:rPr sz="1800" dirty="0">
                <a:solidFill>
                  <a:srgbClr val="000000"/>
                </a:solidFill>
                <a:latin typeface="Times New Roman"/>
                <a:cs typeface="Times New Roman"/>
              </a:rPr>
              <a:t> </a:t>
            </a:r>
            <a:r>
              <a:rPr sz="1800" dirty="0">
                <a:solidFill>
                  <a:srgbClr val="000000"/>
                </a:solidFill>
                <a:latin typeface="SNTQHS+TimesNewRomanPSMT"/>
                <a:cs typeface="SNTQHS+TimesNewRomanPSMT"/>
              </a:rPr>
              <a:t>end</a:t>
            </a:r>
            <a:r>
              <a:rPr sz="1800" dirty="0">
                <a:solidFill>
                  <a:srgbClr val="000000"/>
                </a:solidFill>
                <a:latin typeface="Times New Roman"/>
                <a:cs typeface="Times New Roman"/>
              </a:rPr>
              <a:t> </a:t>
            </a:r>
            <a:r>
              <a:rPr sz="1800" dirty="0">
                <a:solidFill>
                  <a:srgbClr val="000000"/>
                </a:solidFill>
                <a:latin typeface="SNTQHS+TimesNewRomanPSMT"/>
                <a:cs typeface="SNTQHS+TimesNewRomanPSMT"/>
              </a:rPr>
              <a:t>of</a:t>
            </a:r>
            <a:r>
              <a:rPr sz="1800" dirty="0">
                <a:solidFill>
                  <a:srgbClr val="000000"/>
                </a:solidFill>
                <a:latin typeface="Times New Roman"/>
                <a:cs typeface="Times New Roman"/>
              </a:rPr>
              <a:t> </a:t>
            </a:r>
            <a:r>
              <a:rPr sz="1800" dirty="0">
                <a:solidFill>
                  <a:srgbClr val="000000"/>
                </a:solidFill>
                <a:latin typeface="SNTQHS+TimesNewRomanPSMT"/>
                <a:cs typeface="SNTQHS+TimesNewRomanPSMT"/>
              </a:rPr>
              <a:t>the</a:t>
            </a:r>
            <a:r>
              <a:rPr sz="1800" dirty="0">
                <a:solidFill>
                  <a:srgbClr val="000000"/>
                </a:solidFill>
                <a:latin typeface="Times New Roman"/>
                <a:cs typeface="Times New Roman"/>
              </a:rPr>
              <a:t> </a:t>
            </a:r>
            <a:r>
              <a:rPr sz="1800" dirty="0">
                <a:solidFill>
                  <a:srgbClr val="000000"/>
                </a:solidFill>
                <a:latin typeface="SNTQHS+TimesNewRomanPSMT"/>
                <a:cs typeface="SNTQHS+TimesNewRomanPSMT"/>
              </a:rPr>
              <a:t>line.</a:t>
            </a:r>
          </a:p>
          <a:p>
            <a:pPr marL="0" marR="0">
              <a:lnSpc>
                <a:spcPts val="1993"/>
              </a:lnSpc>
              <a:spcBef>
                <a:spcPts val="116"/>
              </a:spcBef>
              <a:spcAft>
                <a:spcPts val="0"/>
              </a:spcAft>
            </a:pPr>
            <a:r>
              <a:rPr sz="1800" b="1" dirty="0">
                <a:solidFill>
                  <a:srgbClr val="000000"/>
                </a:solidFill>
                <a:latin typeface="CRUWVR+TimesNewRomanPS-BoldMT"/>
                <a:cs typeface="CRUWVR+TimesNewRomanPS-BoldMT"/>
              </a:rPr>
              <a:t>Example:</a:t>
            </a:r>
          </a:p>
        </p:txBody>
      </p:sp>
      <p:sp>
        <p:nvSpPr>
          <p:cNvPr id="5" name="object 5"/>
          <p:cNvSpPr txBox="1"/>
          <p:nvPr/>
        </p:nvSpPr>
        <p:spPr>
          <a:xfrm>
            <a:off x="914400" y="1811539"/>
            <a:ext cx="4464481" cy="565576"/>
          </a:xfrm>
          <a:prstGeom prst="rect">
            <a:avLst/>
          </a:prstGeom>
        </p:spPr>
        <p:txBody>
          <a:bodyPr vert="horz" wrap="square" lIns="0" tIns="0" rIns="0" bIns="0" rtlCol="0">
            <a:spAutoFit/>
          </a:bodyPr>
          <a:lstStyle/>
          <a:p>
            <a:pPr marL="0" marR="0">
              <a:lnSpc>
                <a:spcPts val="1993"/>
              </a:lnSpc>
              <a:spcBef>
                <a:spcPts val="0"/>
              </a:spcBef>
              <a:spcAft>
                <a:spcPts val="0"/>
              </a:spcAft>
            </a:pPr>
            <a:r>
              <a:rPr sz="1800" b="1" dirty="0">
                <a:solidFill>
                  <a:srgbClr val="000000"/>
                </a:solidFill>
                <a:latin typeface="CRUWVR+TimesNewRomanPS-BoldMT"/>
                <a:cs typeface="CRUWVR+TimesNewRomanPS-BoldMT"/>
              </a:rPr>
              <a:t>#Defining</a:t>
            </a:r>
            <a:r>
              <a:rPr sz="1800" b="1" dirty="0">
                <a:solidFill>
                  <a:srgbClr val="000000"/>
                </a:solidFill>
                <a:latin typeface="Times New Roman"/>
                <a:cs typeface="Times New Roman"/>
              </a:rPr>
              <a:t> </a:t>
            </a:r>
            <a:r>
              <a:rPr sz="1800" b="1" dirty="0">
                <a:solidFill>
                  <a:srgbClr val="000000"/>
                </a:solidFill>
                <a:latin typeface="CRUWVR+TimesNewRomanPS-BoldMT"/>
                <a:cs typeface="CRUWVR+TimesNewRomanPS-BoldMT"/>
              </a:rPr>
              <a:t>a</a:t>
            </a:r>
            <a:r>
              <a:rPr sz="1800" b="1" dirty="0">
                <a:solidFill>
                  <a:srgbClr val="000000"/>
                </a:solidFill>
                <a:latin typeface="Times New Roman"/>
                <a:cs typeface="Times New Roman"/>
              </a:rPr>
              <a:t> </a:t>
            </a:r>
            <a:r>
              <a:rPr sz="1800" b="1" dirty="0">
                <a:solidFill>
                  <a:srgbClr val="000000"/>
                </a:solidFill>
                <a:latin typeface="CRUWVR+TimesNewRomanPS-BoldMT"/>
                <a:cs typeface="CRUWVR+TimesNewRomanPS-BoldMT"/>
              </a:rPr>
              <a:t>variable</a:t>
            </a:r>
            <a:r>
              <a:rPr sz="1800" b="1" dirty="0">
                <a:solidFill>
                  <a:srgbClr val="000000"/>
                </a:solidFill>
                <a:latin typeface="Times New Roman"/>
                <a:cs typeface="Times New Roman"/>
              </a:rPr>
              <a:t> </a:t>
            </a:r>
            <a:r>
              <a:rPr sz="1800" b="1" dirty="0">
                <a:solidFill>
                  <a:srgbClr val="000000"/>
                </a:solidFill>
                <a:latin typeface="CRUWVR+TimesNewRomanPS-BoldMT"/>
                <a:cs typeface="CRUWVR+TimesNewRomanPS-BoldMT"/>
              </a:rPr>
              <a:t>to</a:t>
            </a:r>
            <a:r>
              <a:rPr sz="1800" b="1" dirty="0">
                <a:solidFill>
                  <a:srgbClr val="000000"/>
                </a:solidFill>
                <a:latin typeface="Times New Roman"/>
                <a:cs typeface="Times New Roman"/>
              </a:rPr>
              <a:t> </a:t>
            </a:r>
            <a:r>
              <a:rPr sz="1800" b="1" dirty="0">
                <a:solidFill>
                  <a:srgbClr val="000000"/>
                </a:solidFill>
                <a:latin typeface="CRUWVR+TimesNewRomanPS-BoldMT"/>
                <a:cs typeface="CRUWVR+TimesNewRomanPS-BoldMT"/>
              </a:rPr>
              <a:t>store</a:t>
            </a:r>
            <a:r>
              <a:rPr sz="1800" b="1" dirty="0">
                <a:solidFill>
                  <a:srgbClr val="000000"/>
                </a:solidFill>
                <a:latin typeface="Times New Roman"/>
                <a:cs typeface="Times New Roman"/>
              </a:rPr>
              <a:t> </a:t>
            </a:r>
            <a:r>
              <a:rPr sz="1800" b="1" dirty="0">
                <a:solidFill>
                  <a:srgbClr val="000000"/>
                </a:solidFill>
                <a:latin typeface="CRUWVR+TimesNewRomanPS-BoldMT"/>
                <a:cs typeface="CRUWVR+TimesNewRomanPS-BoldMT"/>
              </a:rPr>
              <a:t>number.</a:t>
            </a:r>
            <a:r>
              <a:rPr sz="1800" b="1" dirty="0">
                <a:solidFill>
                  <a:srgbClr val="000000"/>
                </a:solidFill>
                <a:latin typeface="Times New Roman"/>
                <a:cs typeface="Times New Roman"/>
              </a:rPr>
              <a:t> </a:t>
            </a:r>
            <a:r>
              <a:rPr sz="1800" b="1" dirty="0">
                <a:solidFill>
                  <a:srgbClr val="000000"/>
                </a:solidFill>
                <a:latin typeface="CRUWVR+TimesNewRomanPS-BoldMT"/>
                <a:cs typeface="CRUWVR+TimesNewRomanPS-BoldMT"/>
              </a:rPr>
              <a:t>n</a:t>
            </a:r>
            <a:r>
              <a:rPr sz="1800" b="1" dirty="0">
                <a:solidFill>
                  <a:srgbClr val="000000"/>
                </a:solidFill>
                <a:latin typeface="Times New Roman"/>
                <a:cs typeface="Times New Roman"/>
              </a:rPr>
              <a:t> </a:t>
            </a:r>
            <a:r>
              <a:rPr sz="1800" b="1" dirty="0">
                <a:solidFill>
                  <a:srgbClr val="000000"/>
                </a:solidFill>
                <a:latin typeface="CRUWVR+TimesNewRomanPS-BoldMT"/>
                <a:cs typeface="CRUWVR+TimesNewRomanPS-BoldMT"/>
              </a:rPr>
              <a:t>=</a:t>
            </a:r>
            <a:r>
              <a:rPr sz="1800" b="1" dirty="0">
                <a:solidFill>
                  <a:srgbClr val="000000"/>
                </a:solidFill>
                <a:latin typeface="Times New Roman"/>
                <a:cs typeface="Times New Roman"/>
              </a:rPr>
              <a:t> </a:t>
            </a:r>
            <a:r>
              <a:rPr sz="1800" b="1" dirty="0">
                <a:solidFill>
                  <a:srgbClr val="000000"/>
                </a:solidFill>
                <a:latin typeface="CRUWVR+TimesNewRomanPS-BoldMT"/>
                <a:cs typeface="CRUWVR+TimesNewRomanPS-BoldMT"/>
              </a:rPr>
              <a:t>50</a:t>
            </a:r>
          </a:p>
          <a:p>
            <a:pPr marL="0" marR="0">
              <a:lnSpc>
                <a:spcPts val="1993"/>
              </a:lnSpc>
              <a:spcBef>
                <a:spcPts val="166"/>
              </a:spcBef>
              <a:spcAft>
                <a:spcPts val="0"/>
              </a:spcAft>
            </a:pPr>
            <a:r>
              <a:rPr sz="1800" b="1" dirty="0">
                <a:solidFill>
                  <a:srgbClr val="000000"/>
                </a:solidFill>
                <a:latin typeface="CRUWVR+TimesNewRomanPS-BoldMT"/>
                <a:cs typeface="CRUWVR+TimesNewRomanPS-BoldMT"/>
              </a:rPr>
              <a:t>#Store</a:t>
            </a:r>
            <a:r>
              <a:rPr sz="1800" b="1" dirty="0">
                <a:solidFill>
                  <a:srgbClr val="000000"/>
                </a:solidFill>
                <a:latin typeface="Times New Roman"/>
                <a:cs typeface="Times New Roman"/>
              </a:rPr>
              <a:t> </a:t>
            </a:r>
            <a:r>
              <a:rPr sz="1800" b="1" dirty="0">
                <a:solidFill>
                  <a:srgbClr val="000000"/>
                </a:solidFill>
                <a:latin typeface="CRUWVR+TimesNewRomanPS-BoldMT"/>
                <a:cs typeface="CRUWVR+TimesNewRomanPS-BoldMT"/>
              </a:rPr>
              <a:t>50</a:t>
            </a:r>
            <a:r>
              <a:rPr sz="1800" b="1" dirty="0">
                <a:solidFill>
                  <a:srgbClr val="000000"/>
                </a:solidFill>
                <a:latin typeface="Times New Roman"/>
                <a:cs typeface="Times New Roman"/>
              </a:rPr>
              <a:t> </a:t>
            </a:r>
            <a:r>
              <a:rPr sz="1800" b="1" dirty="0">
                <a:solidFill>
                  <a:srgbClr val="000000"/>
                </a:solidFill>
                <a:latin typeface="CRUWVR+TimesNewRomanPS-BoldMT"/>
                <a:cs typeface="CRUWVR+TimesNewRomanPS-BoldMT"/>
              </a:rPr>
              <a:t>as</a:t>
            </a:r>
            <a:r>
              <a:rPr sz="1800" b="1" dirty="0">
                <a:solidFill>
                  <a:srgbClr val="000000"/>
                </a:solidFill>
                <a:latin typeface="Times New Roman"/>
                <a:cs typeface="Times New Roman"/>
              </a:rPr>
              <a:t> </a:t>
            </a:r>
            <a:r>
              <a:rPr sz="1800" b="1" dirty="0">
                <a:solidFill>
                  <a:srgbClr val="000000"/>
                </a:solidFill>
                <a:latin typeface="CRUWVR+TimesNewRomanPS-BoldMT"/>
                <a:cs typeface="CRUWVR+TimesNewRomanPS-BoldMT"/>
              </a:rPr>
              <a:t>value</a:t>
            </a:r>
            <a:r>
              <a:rPr sz="1800" b="1" dirty="0">
                <a:solidFill>
                  <a:srgbClr val="000000"/>
                </a:solidFill>
                <a:latin typeface="Times New Roman"/>
                <a:cs typeface="Times New Roman"/>
              </a:rPr>
              <a:t> </a:t>
            </a:r>
            <a:r>
              <a:rPr sz="1800" b="1" dirty="0">
                <a:solidFill>
                  <a:srgbClr val="000000"/>
                </a:solidFill>
                <a:latin typeface="CRUWVR+TimesNewRomanPS-BoldMT"/>
                <a:cs typeface="CRUWVR+TimesNewRomanPS-BoldMT"/>
              </a:rPr>
              <a:t>into</a:t>
            </a:r>
            <a:r>
              <a:rPr sz="1800" b="1" dirty="0">
                <a:solidFill>
                  <a:srgbClr val="000000"/>
                </a:solidFill>
                <a:latin typeface="Times New Roman"/>
                <a:cs typeface="Times New Roman"/>
              </a:rPr>
              <a:t> </a:t>
            </a:r>
            <a:r>
              <a:rPr sz="1800" b="1" dirty="0">
                <a:solidFill>
                  <a:srgbClr val="000000"/>
                </a:solidFill>
                <a:latin typeface="CRUWVR+TimesNewRomanPS-BoldMT"/>
                <a:cs typeface="CRUWVR+TimesNewRomanPS-BoldMT"/>
              </a:rPr>
              <a:t>variable</a:t>
            </a:r>
            <a:r>
              <a:rPr sz="1800" b="1" dirty="0">
                <a:solidFill>
                  <a:srgbClr val="000000"/>
                </a:solidFill>
                <a:latin typeface="Times New Roman"/>
                <a:cs typeface="Times New Roman"/>
              </a:rPr>
              <a:t> </a:t>
            </a:r>
            <a:r>
              <a:rPr sz="1800" b="1" dirty="0">
                <a:solidFill>
                  <a:srgbClr val="000000"/>
                </a:solidFill>
                <a:latin typeface="CRUWVR+TimesNewRomanPS-BoldMT"/>
                <a:cs typeface="CRUWVR+TimesNewRomanPS-BoldMT"/>
              </a:rPr>
              <a:t>n.</a:t>
            </a:r>
          </a:p>
        </p:txBody>
      </p:sp>
      <p:sp>
        <p:nvSpPr>
          <p:cNvPr id="6" name="object 6"/>
          <p:cNvSpPr txBox="1"/>
          <p:nvPr/>
        </p:nvSpPr>
        <p:spPr>
          <a:xfrm>
            <a:off x="685800" y="2360179"/>
            <a:ext cx="7816866" cy="1388536"/>
          </a:xfrm>
          <a:prstGeom prst="rect">
            <a:avLst/>
          </a:prstGeom>
        </p:spPr>
        <p:txBody>
          <a:bodyPr vert="horz" wrap="square" lIns="0" tIns="0" rIns="0" bIns="0" rtlCol="0">
            <a:spAutoFit/>
          </a:bodyPr>
          <a:lstStyle/>
          <a:p>
            <a:pPr marL="0" marR="0">
              <a:lnSpc>
                <a:spcPts val="1993"/>
              </a:lnSpc>
              <a:spcBef>
                <a:spcPts val="0"/>
              </a:spcBef>
              <a:spcAft>
                <a:spcPts val="0"/>
              </a:spcAft>
            </a:pPr>
            <a:r>
              <a:rPr sz="1400" dirty="0">
                <a:solidFill>
                  <a:srgbClr val="595959"/>
                </a:solidFill>
                <a:latin typeface="QPSRJE+ArialMT"/>
                <a:cs typeface="QPSRJE+ArialMT"/>
              </a:rPr>
              <a:t>•</a:t>
            </a:r>
            <a:r>
              <a:rPr sz="1400" spc="960" dirty="0">
                <a:solidFill>
                  <a:srgbClr val="595959"/>
                </a:solidFill>
                <a:latin typeface="Times New Roman"/>
                <a:cs typeface="Times New Roman"/>
              </a:rPr>
              <a:t> </a:t>
            </a:r>
            <a:r>
              <a:rPr sz="1800" dirty="0">
                <a:solidFill>
                  <a:srgbClr val="000000"/>
                </a:solidFill>
                <a:latin typeface="SNTQHS+TimesNewRomanPSMT"/>
                <a:cs typeface="SNTQHS+TimesNewRomanPSMT"/>
              </a:rPr>
              <a:t>In</a:t>
            </a:r>
            <a:r>
              <a:rPr sz="1800" dirty="0">
                <a:solidFill>
                  <a:srgbClr val="000000"/>
                </a:solidFill>
                <a:latin typeface="Times New Roman"/>
                <a:cs typeface="Times New Roman"/>
              </a:rPr>
              <a:t> </a:t>
            </a:r>
            <a:r>
              <a:rPr sz="1800" dirty="0">
                <a:solidFill>
                  <a:srgbClr val="000000"/>
                </a:solidFill>
                <a:latin typeface="SNTQHS+TimesNewRomanPSMT"/>
                <a:cs typeface="SNTQHS+TimesNewRomanPSMT"/>
              </a:rPr>
              <a:t>the</a:t>
            </a:r>
            <a:r>
              <a:rPr sz="1800" dirty="0">
                <a:solidFill>
                  <a:srgbClr val="000000"/>
                </a:solidFill>
                <a:latin typeface="Times New Roman"/>
                <a:cs typeface="Times New Roman"/>
              </a:rPr>
              <a:t> </a:t>
            </a:r>
            <a:r>
              <a:rPr sz="1800" dirty="0">
                <a:solidFill>
                  <a:srgbClr val="000000"/>
                </a:solidFill>
                <a:latin typeface="SNTQHS+TimesNewRomanPSMT"/>
                <a:cs typeface="SNTQHS+TimesNewRomanPSMT"/>
              </a:rPr>
              <a:t>above</a:t>
            </a:r>
            <a:r>
              <a:rPr sz="1800" dirty="0">
                <a:solidFill>
                  <a:srgbClr val="000000"/>
                </a:solidFill>
                <a:latin typeface="Times New Roman"/>
                <a:cs typeface="Times New Roman"/>
              </a:rPr>
              <a:t> </a:t>
            </a:r>
            <a:r>
              <a:rPr sz="1800" dirty="0">
                <a:solidFill>
                  <a:srgbClr val="000000"/>
                </a:solidFill>
                <a:latin typeface="SNTQHS+TimesNewRomanPSMT"/>
                <a:cs typeface="SNTQHS+TimesNewRomanPSMT"/>
              </a:rPr>
              <a:t>example</a:t>
            </a:r>
            <a:r>
              <a:rPr sz="1800" dirty="0">
                <a:solidFill>
                  <a:srgbClr val="000000"/>
                </a:solidFill>
                <a:latin typeface="Times New Roman"/>
                <a:cs typeface="Times New Roman"/>
              </a:rPr>
              <a:t> </a:t>
            </a:r>
            <a:r>
              <a:rPr sz="1800" dirty="0">
                <a:solidFill>
                  <a:srgbClr val="000000"/>
                </a:solidFill>
                <a:latin typeface="SNTQHS+TimesNewRomanPSMT"/>
                <a:cs typeface="SNTQHS+TimesNewRomanPSMT"/>
              </a:rPr>
              <a:t>program,</a:t>
            </a:r>
            <a:r>
              <a:rPr sz="1800" dirty="0">
                <a:solidFill>
                  <a:srgbClr val="000000"/>
                </a:solidFill>
                <a:latin typeface="Times New Roman"/>
                <a:cs typeface="Times New Roman"/>
              </a:rPr>
              <a:t> </a:t>
            </a:r>
            <a:r>
              <a:rPr sz="1800" dirty="0">
                <a:solidFill>
                  <a:srgbClr val="000000"/>
                </a:solidFill>
                <a:latin typeface="SNTQHS+TimesNewRomanPSMT"/>
                <a:cs typeface="SNTQHS+TimesNewRomanPSMT"/>
              </a:rPr>
              <a:t>the</a:t>
            </a:r>
            <a:r>
              <a:rPr sz="1800" dirty="0">
                <a:solidFill>
                  <a:srgbClr val="000000"/>
                </a:solidFill>
                <a:latin typeface="Times New Roman"/>
                <a:cs typeface="Times New Roman"/>
              </a:rPr>
              <a:t> </a:t>
            </a:r>
            <a:r>
              <a:rPr sz="1800" dirty="0">
                <a:solidFill>
                  <a:srgbClr val="000000"/>
                </a:solidFill>
                <a:latin typeface="SNTQHS+TimesNewRomanPSMT"/>
                <a:cs typeface="SNTQHS+TimesNewRomanPSMT"/>
              </a:rPr>
              <a:t>first</a:t>
            </a:r>
            <a:r>
              <a:rPr sz="1800" dirty="0">
                <a:solidFill>
                  <a:srgbClr val="000000"/>
                </a:solidFill>
                <a:latin typeface="Times New Roman"/>
                <a:cs typeface="Times New Roman"/>
              </a:rPr>
              <a:t> </a:t>
            </a:r>
            <a:r>
              <a:rPr sz="1800" dirty="0">
                <a:solidFill>
                  <a:srgbClr val="000000"/>
                </a:solidFill>
                <a:latin typeface="SNTQHS+TimesNewRomanPSMT"/>
                <a:cs typeface="SNTQHS+TimesNewRomanPSMT"/>
              </a:rPr>
              <a:t>line</a:t>
            </a:r>
            <a:r>
              <a:rPr sz="1800" dirty="0">
                <a:solidFill>
                  <a:srgbClr val="000000"/>
                </a:solidFill>
                <a:latin typeface="Times New Roman"/>
                <a:cs typeface="Times New Roman"/>
              </a:rPr>
              <a:t> </a:t>
            </a:r>
            <a:r>
              <a:rPr sz="1800" dirty="0">
                <a:solidFill>
                  <a:srgbClr val="000000"/>
                </a:solidFill>
                <a:latin typeface="SNTQHS+TimesNewRomanPSMT"/>
                <a:cs typeface="SNTQHS+TimesNewRomanPSMT"/>
              </a:rPr>
              <a:t>starts</a:t>
            </a:r>
            <a:r>
              <a:rPr sz="1800" dirty="0">
                <a:solidFill>
                  <a:srgbClr val="000000"/>
                </a:solidFill>
                <a:latin typeface="Times New Roman"/>
                <a:cs typeface="Times New Roman"/>
              </a:rPr>
              <a:t> </a:t>
            </a:r>
            <a:r>
              <a:rPr sz="1800" dirty="0">
                <a:solidFill>
                  <a:srgbClr val="000000"/>
                </a:solidFill>
                <a:latin typeface="SNTQHS+TimesNewRomanPSMT"/>
                <a:cs typeface="SNTQHS+TimesNewRomanPSMT"/>
              </a:rPr>
              <a:t>with</a:t>
            </a:r>
            <a:r>
              <a:rPr sz="1800" dirty="0">
                <a:solidFill>
                  <a:srgbClr val="000000"/>
                </a:solidFill>
                <a:latin typeface="Times New Roman"/>
                <a:cs typeface="Times New Roman"/>
              </a:rPr>
              <a:t> </a:t>
            </a:r>
            <a:r>
              <a:rPr sz="1800" dirty="0">
                <a:solidFill>
                  <a:srgbClr val="000000"/>
                </a:solidFill>
                <a:latin typeface="SNTQHS+TimesNewRomanPSMT"/>
                <a:cs typeface="SNTQHS+TimesNewRomanPSMT"/>
              </a:rPr>
              <a:t>the</a:t>
            </a:r>
            <a:r>
              <a:rPr sz="1800" dirty="0">
                <a:solidFill>
                  <a:srgbClr val="000000"/>
                </a:solidFill>
                <a:latin typeface="Times New Roman"/>
                <a:cs typeface="Times New Roman"/>
              </a:rPr>
              <a:t> </a:t>
            </a:r>
            <a:r>
              <a:rPr sz="1800" dirty="0">
                <a:solidFill>
                  <a:srgbClr val="000000"/>
                </a:solidFill>
                <a:latin typeface="SNTQHS+TimesNewRomanPSMT"/>
                <a:cs typeface="SNTQHS+TimesNewRomanPSMT"/>
              </a:rPr>
              <a:t>hash</a:t>
            </a:r>
            <a:r>
              <a:rPr sz="1800" dirty="0">
                <a:solidFill>
                  <a:srgbClr val="000000"/>
                </a:solidFill>
                <a:latin typeface="Times New Roman"/>
                <a:cs typeface="Times New Roman"/>
              </a:rPr>
              <a:t> </a:t>
            </a:r>
            <a:r>
              <a:rPr sz="1800" dirty="0">
                <a:solidFill>
                  <a:srgbClr val="000000"/>
                </a:solidFill>
                <a:latin typeface="SNTQHS+TimesNewRomanPSMT"/>
                <a:cs typeface="SNTQHS+TimesNewRomanPSMT"/>
              </a:rPr>
              <a:t>symbol,</a:t>
            </a:r>
            <a:r>
              <a:rPr sz="1800" dirty="0">
                <a:solidFill>
                  <a:srgbClr val="000000"/>
                </a:solidFill>
                <a:latin typeface="Times New Roman"/>
                <a:cs typeface="Times New Roman"/>
              </a:rPr>
              <a:t> </a:t>
            </a:r>
            <a:r>
              <a:rPr sz="1800" dirty="0">
                <a:solidFill>
                  <a:srgbClr val="000000"/>
                </a:solidFill>
                <a:latin typeface="SNTQHS+TimesNewRomanPSMT"/>
                <a:cs typeface="SNTQHS+TimesNewRomanPSMT"/>
              </a:rPr>
              <a:t>so</a:t>
            </a:r>
            <a:r>
              <a:rPr sz="1800" dirty="0">
                <a:solidFill>
                  <a:srgbClr val="000000"/>
                </a:solidFill>
                <a:latin typeface="Times New Roman"/>
                <a:cs typeface="Times New Roman"/>
              </a:rPr>
              <a:t> </a:t>
            </a:r>
            <a:r>
              <a:rPr sz="1800" dirty="0">
                <a:solidFill>
                  <a:srgbClr val="000000"/>
                </a:solidFill>
                <a:latin typeface="SNTQHS+TimesNewRomanPSMT"/>
                <a:cs typeface="SNTQHS+TimesNewRomanPSMT"/>
              </a:rPr>
              <a:t>the</a:t>
            </a:r>
          </a:p>
          <a:p>
            <a:pPr marL="228600" marR="0">
              <a:lnSpc>
                <a:spcPts val="1993"/>
              </a:lnSpc>
              <a:spcBef>
                <a:spcPts val="166"/>
              </a:spcBef>
              <a:spcAft>
                <a:spcPts val="0"/>
              </a:spcAft>
            </a:pPr>
            <a:r>
              <a:rPr sz="1800" dirty="0">
                <a:solidFill>
                  <a:srgbClr val="000000"/>
                </a:solidFill>
                <a:latin typeface="SNTQHS+TimesNewRomanPSMT"/>
                <a:cs typeface="SNTQHS+TimesNewRomanPSMT"/>
              </a:rPr>
              <a:t>entire</a:t>
            </a:r>
            <a:r>
              <a:rPr sz="1800" dirty="0">
                <a:solidFill>
                  <a:srgbClr val="000000"/>
                </a:solidFill>
                <a:latin typeface="Times New Roman"/>
                <a:cs typeface="Times New Roman"/>
              </a:rPr>
              <a:t> </a:t>
            </a:r>
            <a:r>
              <a:rPr sz="1800" dirty="0">
                <a:solidFill>
                  <a:srgbClr val="000000"/>
                </a:solidFill>
                <a:latin typeface="SNTQHS+TimesNewRomanPSMT"/>
                <a:cs typeface="SNTQHS+TimesNewRomanPSMT"/>
              </a:rPr>
              <a:t>line</a:t>
            </a:r>
            <a:r>
              <a:rPr sz="1800" dirty="0">
                <a:solidFill>
                  <a:srgbClr val="000000"/>
                </a:solidFill>
                <a:latin typeface="Times New Roman"/>
                <a:cs typeface="Times New Roman"/>
              </a:rPr>
              <a:t> </a:t>
            </a:r>
            <a:r>
              <a:rPr sz="1800" dirty="0">
                <a:solidFill>
                  <a:srgbClr val="000000"/>
                </a:solidFill>
                <a:latin typeface="SNTQHS+TimesNewRomanPSMT"/>
                <a:cs typeface="SNTQHS+TimesNewRomanPSMT"/>
              </a:rPr>
              <a:t>is</a:t>
            </a:r>
            <a:r>
              <a:rPr sz="1800" dirty="0">
                <a:solidFill>
                  <a:srgbClr val="000000"/>
                </a:solidFill>
                <a:latin typeface="Times New Roman"/>
                <a:cs typeface="Times New Roman"/>
              </a:rPr>
              <a:t> </a:t>
            </a:r>
            <a:r>
              <a:rPr sz="1800" dirty="0">
                <a:solidFill>
                  <a:srgbClr val="000000"/>
                </a:solidFill>
                <a:latin typeface="SNTQHS+TimesNewRomanPSMT"/>
                <a:cs typeface="SNTQHS+TimesNewRomanPSMT"/>
              </a:rPr>
              <a:t>considered</a:t>
            </a:r>
            <a:r>
              <a:rPr sz="1800" dirty="0">
                <a:solidFill>
                  <a:srgbClr val="000000"/>
                </a:solidFill>
                <a:latin typeface="Times New Roman"/>
                <a:cs typeface="Times New Roman"/>
              </a:rPr>
              <a:t> </a:t>
            </a:r>
            <a:r>
              <a:rPr sz="1800" dirty="0">
                <a:solidFill>
                  <a:srgbClr val="000000"/>
                </a:solidFill>
                <a:latin typeface="SNTQHS+TimesNewRomanPSMT"/>
                <a:cs typeface="SNTQHS+TimesNewRomanPSMT"/>
              </a:rPr>
              <a:t>a</a:t>
            </a:r>
            <a:r>
              <a:rPr sz="1800" dirty="0">
                <a:solidFill>
                  <a:srgbClr val="000000"/>
                </a:solidFill>
                <a:latin typeface="Times New Roman"/>
                <a:cs typeface="Times New Roman"/>
              </a:rPr>
              <a:t> </a:t>
            </a:r>
            <a:r>
              <a:rPr sz="1800" dirty="0">
                <a:solidFill>
                  <a:srgbClr val="000000"/>
                </a:solidFill>
                <a:latin typeface="SNTQHS+TimesNewRomanPSMT"/>
                <a:cs typeface="SNTQHS+TimesNewRomanPSMT"/>
              </a:rPr>
              <a:t>comment.</a:t>
            </a:r>
          </a:p>
          <a:p>
            <a:pPr marL="0" marR="0">
              <a:lnSpc>
                <a:spcPts val="1993"/>
              </a:lnSpc>
              <a:spcBef>
                <a:spcPts val="116"/>
              </a:spcBef>
              <a:spcAft>
                <a:spcPts val="0"/>
              </a:spcAft>
            </a:pPr>
            <a:r>
              <a:rPr sz="1400" dirty="0">
                <a:solidFill>
                  <a:srgbClr val="595959"/>
                </a:solidFill>
                <a:latin typeface="QPSRJE+ArialMT"/>
                <a:cs typeface="QPSRJE+ArialMT"/>
              </a:rPr>
              <a:t>•</a:t>
            </a:r>
            <a:r>
              <a:rPr sz="1400" spc="960" dirty="0">
                <a:solidFill>
                  <a:srgbClr val="595959"/>
                </a:solidFill>
                <a:latin typeface="Times New Roman"/>
                <a:cs typeface="Times New Roman"/>
              </a:rPr>
              <a:t> </a:t>
            </a:r>
            <a:r>
              <a:rPr sz="1800" dirty="0">
                <a:solidFill>
                  <a:srgbClr val="000000"/>
                </a:solidFill>
                <a:latin typeface="SNTQHS+TimesNewRomanPSMT"/>
                <a:cs typeface="SNTQHS+TimesNewRomanPSMT"/>
              </a:rPr>
              <a:t>In</a:t>
            </a:r>
            <a:r>
              <a:rPr sz="1800" dirty="0">
                <a:solidFill>
                  <a:srgbClr val="000000"/>
                </a:solidFill>
                <a:latin typeface="Times New Roman"/>
                <a:cs typeface="Times New Roman"/>
              </a:rPr>
              <a:t> </a:t>
            </a:r>
            <a:r>
              <a:rPr sz="1800" dirty="0">
                <a:solidFill>
                  <a:srgbClr val="000000"/>
                </a:solidFill>
                <a:latin typeface="SNTQHS+TimesNewRomanPSMT"/>
                <a:cs typeface="SNTQHS+TimesNewRomanPSMT"/>
              </a:rPr>
              <a:t>the</a:t>
            </a:r>
            <a:r>
              <a:rPr sz="1800" dirty="0">
                <a:solidFill>
                  <a:srgbClr val="000000"/>
                </a:solidFill>
                <a:latin typeface="Times New Roman"/>
                <a:cs typeface="Times New Roman"/>
              </a:rPr>
              <a:t> </a:t>
            </a:r>
            <a:r>
              <a:rPr sz="1800" dirty="0">
                <a:solidFill>
                  <a:srgbClr val="000000"/>
                </a:solidFill>
                <a:latin typeface="SNTQHS+TimesNewRomanPSMT"/>
                <a:cs typeface="SNTQHS+TimesNewRomanPSMT"/>
              </a:rPr>
              <a:t>second</a:t>
            </a:r>
            <a:r>
              <a:rPr sz="1800" dirty="0">
                <a:solidFill>
                  <a:srgbClr val="000000"/>
                </a:solidFill>
                <a:latin typeface="Times New Roman"/>
                <a:cs typeface="Times New Roman"/>
              </a:rPr>
              <a:t> </a:t>
            </a:r>
            <a:r>
              <a:rPr sz="1800" dirty="0">
                <a:solidFill>
                  <a:srgbClr val="000000"/>
                </a:solidFill>
                <a:latin typeface="SNTQHS+TimesNewRomanPSMT"/>
                <a:cs typeface="SNTQHS+TimesNewRomanPSMT"/>
              </a:rPr>
              <a:t>line</a:t>
            </a:r>
            <a:r>
              <a:rPr sz="1800" dirty="0">
                <a:solidFill>
                  <a:srgbClr val="000000"/>
                </a:solidFill>
                <a:latin typeface="Times New Roman"/>
                <a:cs typeface="Times New Roman"/>
              </a:rPr>
              <a:t> </a:t>
            </a:r>
            <a:r>
              <a:rPr sz="1800" dirty="0">
                <a:solidFill>
                  <a:srgbClr val="000000"/>
                </a:solidFill>
                <a:latin typeface="SNTQHS+TimesNewRomanPSMT"/>
                <a:cs typeface="SNTQHS+TimesNewRomanPSMT"/>
              </a:rPr>
              <a:t>of</a:t>
            </a:r>
            <a:r>
              <a:rPr sz="1800" dirty="0">
                <a:solidFill>
                  <a:srgbClr val="000000"/>
                </a:solidFill>
                <a:latin typeface="Times New Roman"/>
                <a:cs typeface="Times New Roman"/>
              </a:rPr>
              <a:t> </a:t>
            </a:r>
            <a:r>
              <a:rPr sz="1800" dirty="0">
                <a:solidFill>
                  <a:srgbClr val="000000"/>
                </a:solidFill>
                <a:latin typeface="SNTQHS+TimesNewRomanPSMT"/>
                <a:cs typeface="SNTQHS+TimesNewRomanPSMT"/>
              </a:rPr>
              <a:t>code,</a:t>
            </a:r>
            <a:r>
              <a:rPr sz="1800" dirty="0">
                <a:solidFill>
                  <a:srgbClr val="000000"/>
                </a:solidFill>
                <a:latin typeface="Times New Roman"/>
                <a:cs typeface="Times New Roman"/>
              </a:rPr>
              <a:t> </a:t>
            </a:r>
            <a:r>
              <a:rPr sz="1800" dirty="0">
                <a:solidFill>
                  <a:srgbClr val="000000"/>
                </a:solidFill>
                <a:latin typeface="SNTQHS+TimesNewRomanPSMT"/>
                <a:cs typeface="SNTQHS+TimesNewRomanPSMT"/>
              </a:rPr>
              <a:t>"N</a:t>
            </a:r>
            <a:r>
              <a:rPr sz="1800" dirty="0">
                <a:solidFill>
                  <a:srgbClr val="000000"/>
                </a:solidFill>
                <a:latin typeface="Times New Roman"/>
                <a:cs typeface="Times New Roman"/>
              </a:rPr>
              <a:t> </a:t>
            </a:r>
            <a:r>
              <a:rPr sz="1800" dirty="0">
                <a:solidFill>
                  <a:srgbClr val="000000"/>
                </a:solidFill>
                <a:latin typeface="SNTQHS+TimesNewRomanPSMT"/>
                <a:cs typeface="SNTQHS+TimesNewRomanPSMT"/>
              </a:rPr>
              <a:t>=</a:t>
            </a:r>
            <a:r>
              <a:rPr sz="1800" dirty="0">
                <a:solidFill>
                  <a:srgbClr val="000000"/>
                </a:solidFill>
                <a:latin typeface="Times New Roman"/>
                <a:cs typeface="Times New Roman"/>
              </a:rPr>
              <a:t> </a:t>
            </a:r>
            <a:r>
              <a:rPr sz="1800" dirty="0">
                <a:solidFill>
                  <a:srgbClr val="000000"/>
                </a:solidFill>
                <a:latin typeface="SNTQHS+TimesNewRomanPSMT"/>
                <a:cs typeface="SNTQHS+TimesNewRomanPSMT"/>
              </a:rPr>
              <a:t>50"</a:t>
            </a:r>
            <a:r>
              <a:rPr sz="1800" dirty="0">
                <a:solidFill>
                  <a:srgbClr val="000000"/>
                </a:solidFill>
                <a:latin typeface="Times New Roman"/>
                <a:cs typeface="Times New Roman"/>
              </a:rPr>
              <a:t> </a:t>
            </a:r>
            <a:r>
              <a:rPr sz="1800" dirty="0">
                <a:solidFill>
                  <a:srgbClr val="000000"/>
                </a:solidFill>
                <a:latin typeface="SNTQHS+TimesNewRomanPSMT"/>
                <a:cs typeface="SNTQHS+TimesNewRomanPSMT"/>
              </a:rPr>
              <a:t>is</a:t>
            </a:r>
            <a:r>
              <a:rPr sz="1800" dirty="0">
                <a:solidFill>
                  <a:srgbClr val="000000"/>
                </a:solidFill>
                <a:latin typeface="Times New Roman"/>
                <a:cs typeface="Times New Roman"/>
              </a:rPr>
              <a:t> </a:t>
            </a:r>
            <a:r>
              <a:rPr sz="1800" dirty="0">
                <a:solidFill>
                  <a:srgbClr val="000000"/>
                </a:solidFill>
                <a:latin typeface="SNTQHS+TimesNewRomanPSMT"/>
                <a:cs typeface="SNTQHS+TimesNewRomanPSMT"/>
              </a:rPr>
              <a:t>a</a:t>
            </a:r>
            <a:r>
              <a:rPr sz="1800" dirty="0">
                <a:solidFill>
                  <a:srgbClr val="000000"/>
                </a:solidFill>
                <a:latin typeface="Times New Roman"/>
                <a:cs typeface="Times New Roman"/>
              </a:rPr>
              <a:t> </a:t>
            </a:r>
            <a:r>
              <a:rPr sz="1800" dirty="0">
                <a:solidFill>
                  <a:srgbClr val="000000"/>
                </a:solidFill>
                <a:latin typeface="SNTQHS+TimesNewRomanPSMT"/>
                <a:cs typeface="SNTQHS+TimesNewRomanPSMT"/>
              </a:rPr>
              <a:t>statement,</a:t>
            </a:r>
            <a:r>
              <a:rPr sz="1800" dirty="0">
                <a:solidFill>
                  <a:srgbClr val="000000"/>
                </a:solidFill>
                <a:latin typeface="Times New Roman"/>
                <a:cs typeface="Times New Roman"/>
              </a:rPr>
              <a:t> </a:t>
            </a:r>
            <a:r>
              <a:rPr sz="1800" dirty="0">
                <a:solidFill>
                  <a:srgbClr val="000000"/>
                </a:solidFill>
                <a:latin typeface="SNTQHS+TimesNewRomanPSMT"/>
                <a:cs typeface="SNTQHS+TimesNewRomanPSMT"/>
              </a:rPr>
              <a:t>and</a:t>
            </a:r>
            <a:r>
              <a:rPr sz="1800" dirty="0">
                <a:solidFill>
                  <a:srgbClr val="000000"/>
                </a:solidFill>
                <a:latin typeface="Times New Roman"/>
                <a:cs typeface="Times New Roman"/>
              </a:rPr>
              <a:t> </a:t>
            </a:r>
            <a:r>
              <a:rPr sz="1800" dirty="0">
                <a:solidFill>
                  <a:srgbClr val="000000"/>
                </a:solidFill>
                <a:latin typeface="SNTQHS+TimesNewRomanPSMT"/>
                <a:cs typeface="SNTQHS+TimesNewRomanPSMT"/>
              </a:rPr>
              <a:t>after</a:t>
            </a:r>
            <a:r>
              <a:rPr sz="1800" dirty="0">
                <a:solidFill>
                  <a:srgbClr val="000000"/>
                </a:solidFill>
                <a:latin typeface="Times New Roman"/>
                <a:cs typeface="Times New Roman"/>
              </a:rPr>
              <a:t> </a:t>
            </a:r>
            <a:r>
              <a:rPr sz="1800" dirty="0">
                <a:solidFill>
                  <a:srgbClr val="000000"/>
                </a:solidFill>
                <a:latin typeface="SNTQHS+TimesNewRomanPSMT"/>
                <a:cs typeface="SNTQHS+TimesNewRomanPSMT"/>
              </a:rPr>
              <a:t>the</a:t>
            </a:r>
            <a:r>
              <a:rPr sz="1800" dirty="0">
                <a:solidFill>
                  <a:srgbClr val="000000"/>
                </a:solidFill>
                <a:latin typeface="Times New Roman"/>
                <a:cs typeface="Times New Roman"/>
              </a:rPr>
              <a:t> </a:t>
            </a:r>
            <a:r>
              <a:rPr sz="1800" dirty="0">
                <a:solidFill>
                  <a:srgbClr val="000000"/>
                </a:solidFill>
                <a:latin typeface="SNTQHS+TimesNewRomanPSMT"/>
                <a:cs typeface="SNTQHS+TimesNewRomanPSMT"/>
              </a:rPr>
              <a:t>statement,</a:t>
            </a:r>
            <a:r>
              <a:rPr sz="1800" dirty="0">
                <a:solidFill>
                  <a:srgbClr val="000000"/>
                </a:solidFill>
                <a:latin typeface="Times New Roman"/>
                <a:cs typeface="Times New Roman"/>
              </a:rPr>
              <a:t> </a:t>
            </a:r>
            <a:r>
              <a:rPr sz="1800" dirty="0">
                <a:solidFill>
                  <a:srgbClr val="000000"/>
                </a:solidFill>
                <a:latin typeface="SNTQHS+TimesNewRomanPSMT"/>
                <a:cs typeface="SNTQHS+TimesNewRomanPSMT"/>
              </a:rPr>
              <a:t>the</a:t>
            </a:r>
          </a:p>
          <a:p>
            <a:pPr marL="228600" marR="0">
              <a:lnSpc>
                <a:spcPts val="1993"/>
              </a:lnSpc>
              <a:spcBef>
                <a:spcPts val="166"/>
              </a:spcBef>
              <a:spcAft>
                <a:spcPts val="0"/>
              </a:spcAft>
            </a:pPr>
            <a:r>
              <a:rPr sz="1800" dirty="0">
                <a:solidFill>
                  <a:srgbClr val="000000"/>
                </a:solidFill>
                <a:latin typeface="SNTQHS+TimesNewRomanPSMT"/>
                <a:cs typeface="SNTQHS+TimesNewRomanPSMT"/>
              </a:rPr>
              <a:t>comment</a:t>
            </a:r>
            <a:r>
              <a:rPr sz="1800" dirty="0">
                <a:solidFill>
                  <a:srgbClr val="000000"/>
                </a:solidFill>
                <a:latin typeface="Times New Roman"/>
                <a:cs typeface="Times New Roman"/>
              </a:rPr>
              <a:t> </a:t>
            </a:r>
            <a:r>
              <a:rPr sz="1800" dirty="0">
                <a:solidFill>
                  <a:srgbClr val="000000"/>
                </a:solidFill>
                <a:latin typeface="SNTQHS+TimesNewRomanPSMT"/>
                <a:cs typeface="SNTQHS+TimesNewRomanPSMT"/>
              </a:rPr>
              <a:t>begins</a:t>
            </a:r>
            <a:r>
              <a:rPr sz="1800" dirty="0">
                <a:solidFill>
                  <a:srgbClr val="000000"/>
                </a:solidFill>
                <a:latin typeface="Times New Roman"/>
                <a:cs typeface="Times New Roman"/>
              </a:rPr>
              <a:t> </a:t>
            </a:r>
            <a:r>
              <a:rPr sz="1800" dirty="0">
                <a:solidFill>
                  <a:srgbClr val="000000"/>
                </a:solidFill>
                <a:latin typeface="SNTQHS+TimesNewRomanPSMT"/>
                <a:cs typeface="SNTQHS+TimesNewRomanPSMT"/>
              </a:rPr>
              <a:t>with</a:t>
            </a:r>
            <a:r>
              <a:rPr sz="1800" dirty="0">
                <a:solidFill>
                  <a:srgbClr val="000000"/>
                </a:solidFill>
                <a:latin typeface="Times New Roman"/>
                <a:cs typeface="Times New Roman"/>
              </a:rPr>
              <a:t> </a:t>
            </a:r>
            <a:r>
              <a:rPr sz="1800" dirty="0">
                <a:solidFill>
                  <a:srgbClr val="000000"/>
                </a:solidFill>
                <a:latin typeface="SNTQHS+TimesNewRomanPSMT"/>
                <a:cs typeface="SNTQHS+TimesNewRomanPSMT"/>
              </a:rPr>
              <a:t>the</a:t>
            </a:r>
            <a:r>
              <a:rPr sz="1800" dirty="0">
                <a:solidFill>
                  <a:srgbClr val="000000"/>
                </a:solidFill>
                <a:latin typeface="Times New Roman"/>
                <a:cs typeface="Times New Roman"/>
              </a:rPr>
              <a:t> </a:t>
            </a:r>
            <a:r>
              <a:rPr sz="1800" dirty="0">
                <a:solidFill>
                  <a:srgbClr val="000000"/>
                </a:solidFill>
                <a:latin typeface="SNTQHS+TimesNewRomanPSMT"/>
                <a:cs typeface="SNTQHS+TimesNewRomanPSMT"/>
              </a:rPr>
              <a:t>#</a:t>
            </a:r>
            <a:r>
              <a:rPr sz="1800" dirty="0">
                <a:solidFill>
                  <a:srgbClr val="000000"/>
                </a:solidFill>
                <a:latin typeface="Times New Roman"/>
                <a:cs typeface="Times New Roman"/>
              </a:rPr>
              <a:t> </a:t>
            </a:r>
            <a:r>
              <a:rPr sz="1800" dirty="0">
                <a:solidFill>
                  <a:srgbClr val="000000"/>
                </a:solidFill>
                <a:latin typeface="SNTQHS+TimesNewRomanPSMT"/>
                <a:cs typeface="SNTQHS+TimesNewRomanPSMT"/>
              </a:rPr>
              <a:t>symbol.</a:t>
            </a:r>
            <a:r>
              <a:rPr sz="1800" dirty="0">
                <a:solidFill>
                  <a:srgbClr val="000000"/>
                </a:solidFill>
                <a:latin typeface="Times New Roman"/>
                <a:cs typeface="Times New Roman"/>
              </a:rPr>
              <a:t> </a:t>
            </a:r>
            <a:r>
              <a:rPr sz="1800" dirty="0">
                <a:solidFill>
                  <a:srgbClr val="000000"/>
                </a:solidFill>
                <a:latin typeface="SNTQHS+TimesNewRomanPSMT"/>
                <a:cs typeface="SNTQHS+TimesNewRomanPSMT"/>
              </a:rPr>
              <a:t>From</a:t>
            </a:r>
            <a:r>
              <a:rPr sz="1800" dirty="0">
                <a:solidFill>
                  <a:srgbClr val="000000"/>
                </a:solidFill>
                <a:latin typeface="Times New Roman"/>
                <a:cs typeface="Times New Roman"/>
              </a:rPr>
              <a:t> </a:t>
            </a:r>
            <a:r>
              <a:rPr sz="1800" dirty="0">
                <a:solidFill>
                  <a:srgbClr val="000000"/>
                </a:solidFill>
                <a:latin typeface="SNTQHS+TimesNewRomanPSMT"/>
                <a:cs typeface="SNTQHS+TimesNewRomanPSMT"/>
              </a:rPr>
              <a:t>the</a:t>
            </a:r>
            <a:r>
              <a:rPr sz="1800" dirty="0">
                <a:solidFill>
                  <a:srgbClr val="000000"/>
                </a:solidFill>
                <a:latin typeface="Times New Roman"/>
                <a:cs typeface="Times New Roman"/>
              </a:rPr>
              <a:t> </a:t>
            </a:r>
            <a:r>
              <a:rPr sz="1800" dirty="0">
                <a:solidFill>
                  <a:srgbClr val="000000"/>
                </a:solidFill>
                <a:latin typeface="SNTQHS+TimesNewRomanPSMT"/>
                <a:cs typeface="SNTQHS+TimesNewRomanPSMT"/>
              </a:rPr>
              <a:t>#</a:t>
            </a:r>
            <a:r>
              <a:rPr sz="1800" dirty="0">
                <a:solidFill>
                  <a:srgbClr val="000000"/>
                </a:solidFill>
                <a:latin typeface="Times New Roman"/>
                <a:cs typeface="Times New Roman"/>
              </a:rPr>
              <a:t> </a:t>
            </a:r>
            <a:r>
              <a:rPr sz="1800" dirty="0">
                <a:solidFill>
                  <a:srgbClr val="000000"/>
                </a:solidFill>
                <a:latin typeface="SNTQHS+TimesNewRomanPSMT"/>
                <a:cs typeface="SNTQHS+TimesNewRomanPSMT"/>
              </a:rPr>
              <a:t>symbol</a:t>
            </a:r>
            <a:r>
              <a:rPr sz="1800" dirty="0">
                <a:solidFill>
                  <a:srgbClr val="000000"/>
                </a:solidFill>
                <a:latin typeface="Times New Roman"/>
                <a:cs typeface="Times New Roman"/>
              </a:rPr>
              <a:t> </a:t>
            </a:r>
            <a:r>
              <a:rPr sz="1800" dirty="0">
                <a:solidFill>
                  <a:srgbClr val="000000"/>
                </a:solidFill>
                <a:latin typeface="SNTQHS+TimesNewRomanPSMT"/>
                <a:cs typeface="SNTQHS+TimesNewRomanPSMT"/>
              </a:rPr>
              <a:t>to</a:t>
            </a:r>
            <a:r>
              <a:rPr sz="1800" dirty="0">
                <a:solidFill>
                  <a:srgbClr val="000000"/>
                </a:solidFill>
                <a:latin typeface="Times New Roman"/>
                <a:cs typeface="Times New Roman"/>
              </a:rPr>
              <a:t> </a:t>
            </a:r>
            <a:r>
              <a:rPr sz="1800" dirty="0">
                <a:solidFill>
                  <a:srgbClr val="000000"/>
                </a:solidFill>
                <a:latin typeface="SNTQHS+TimesNewRomanPSMT"/>
                <a:cs typeface="SNTQHS+TimesNewRomanPSMT"/>
              </a:rPr>
              <a:t>the</a:t>
            </a:r>
            <a:r>
              <a:rPr sz="1800" dirty="0">
                <a:solidFill>
                  <a:srgbClr val="000000"/>
                </a:solidFill>
                <a:latin typeface="Times New Roman"/>
                <a:cs typeface="Times New Roman"/>
              </a:rPr>
              <a:t> </a:t>
            </a:r>
            <a:r>
              <a:rPr sz="1800" dirty="0">
                <a:solidFill>
                  <a:srgbClr val="000000"/>
                </a:solidFill>
                <a:latin typeface="SNTQHS+TimesNewRomanPSMT"/>
                <a:cs typeface="SNTQHS+TimesNewRomanPSMT"/>
              </a:rPr>
              <a:t>end</a:t>
            </a:r>
            <a:r>
              <a:rPr sz="1800" dirty="0">
                <a:solidFill>
                  <a:srgbClr val="000000"/>
                </a:solidFill>
                <a:latin typeface="Times New Roman"/>
                <a:cs typeface="Times New Roman"/>
              </a:rPr>
              <a:t> </a:t>
            </a:r>
            <a:r>
              <a:rPr sz="1800" dirty="0">
                <a:solidFill>
                  <a:srgbClr val="000000"/>
                </a:solidFill>
                <a:latin typeface="SNTQHS+TimesNewRomanPSMT"/>
                <a:cs typeface="SNTQHS+TimesNewRomanPSMT"/>
              </a:rPr>
              <a:t>of</a:t>
            </a:r>
            <a:r>
              <a:rPr sz="1800" dirty="0">
                <a:solidFill>
                  <a:srgbClr val="000000"/>
                </a:solidFill>
                <a:latin typeface="Times New Roman"/>
                <a:cs typeface="Times New Roman"/>
              </a:rPr>
              <a:t> </a:t>
            </a:r>
            <a:r>
              <a:rPr sz="1800" dirty="0">
                <a:solidFill>
                  <a:srgbClr val="000000"/>
                </a:solidFill>
                <a:latin typeface="SNTQHS+TimesNewRomanPSMT"/>
                <a:cs typeface="SNTQHS+TimesNewRomanPSMT"/>
              </a:rPr>
              <a:t>this</a:t>
            </a:r>
            <a:r>
              <a:rPr sz="1800" dirty="0">
                <a:solidFill>
                  <a:srgbClr val="000000"/>
                </a:solidFill>
                <a:latin typeface="Times New Roman"/>
                <a:cs typeface="Times New Roman"/>
              </a:rPr>
              <a:t> </a:t>
            </a:r>
            <a:r>
              <a:rPr sz="1800" dirty="0">
                <a:solidFill>
                  <a:srgbClr val="000000"/>
                </a:solidFill>
                <a:latin typeface="SNTQHS+TimesNewRomanPSMT"/>
                <a:cs typeface="SNTQHS+TimesNewRomanPSMT"/>
              </a:rPr>
              <a:t>line,</a:t>
            </a:r>
            <a:r>
              <a:rPr sz="1800" dirty="0">
                <a:solidFill>
                  <a:srgbClr val="000000"/>
                </a:solidFill>
                <a:latin typeface="Times New Roman"/>
                <a:cs typeface="Times New Roman"/>
              </a:rPr>
              <a:t> </a:t>
            </a:r>
            <a:r>
              <a:rPr sz="1800" dirty="0">
                <a:solidFill>
                  <a:srgbClr val="000000"/>
                </a:solidFill>
                <a:latin typeface="SNTQHS+TimesNewRomanPSMT"/>
                <a:cs typeface="SNTQHS+TimesNewRomanPSMT"/>
              </a:rPr>
              <a:t>the</a:t>
            </a:r>
          </a:p>
          <a:p>
            <a:pPr marL="228600" marR="0">
              <a:lnSpc>
                <a:spcPts val="1993"/>
              </a:lnSpc>
              <a:spcBef>
                <a:spcPts val="116"/>
              </a:spcBef>
              <a:spcAft>
                <a:spcPts val="0"/>
              </a:spcAft>
            </a:pPr>
            <a:r>
              <a:rPr sz="1800" dirty="0">
                <a:solidFill>
                  <a:srgbClr val="000000"/>
                </a:solidFill>
                <a:latin typeface="SNTQHS+TimesNewRomanPSMT"/>
                <a:cs typeface="SNTQHS+TimesNewRomanPSMT"/>
              </a:rPr>
              <a:t>line</a:t>
            </a:r>
            <a:r>
              <a:rPr sz="1800" dirty="0">
                <a:solidFill>
                  <a:srgbClr val="000000"/>
                </a:solidFill>
                <a:latin typeface="Times New Roman"/>
                <a:cs typeface="Times New Roman"/>
              </a:rPr>
              <a:t> </a:t>
            </a:r>
            <a:r>
              <a:rPr sz="1800" dirty="0">
                <a:solidFill>
                  <a:srgbClr val="000000"/>
                </a:solidFill>
                <a:latin typeface="SNTQHS+TimesNewRomanPSMT"/>
                <a:cs typeface="SNTQHS+TimesNewRomanPSMT"/>
              </a:rPr>
              <a:t>will</a:t>
            </a:r>
            <a:r>
              <a:rPr sz="1800" dirty="0">
                <a:solidFill>
                  <a:srgbClr val="000000"/>
                </a:solidFill>
                <a:latin typeface="Times New Roman"/>
                <a:cs typeface="Times New Roman"/>
              </a:rPr>
              <a:t> </a:t>
            </a:r>
            <a:r>
              <a:rPr sz="1800" dirty="0">
                <a:solidFill>
                  <a:srgbClr val="000000"/>
                </a:solidFill>
                <a:latin typeface="SNTQHS+TimesNewRomanPSMT"/>
                <a:cs typeface="SNTQHS+TimesNewRomanPSMT"/>
              </a:rPr>
              <a:t>be</a:t>
            </a:r>
            <a:r>
              <a:rPr sz="1800" dirty="0">
                <a:solidFill>
                  <a:srgbClr val="000000"/>
                </a:solidFill>
                <a:latin typeface="Times New Roman"/>
                <a:cs typeface="Times New Roman"/>
              </a:rPr>
              <a:t> </a:t>
            </a:r>
            <a:r>
              <a:rPr sz="1800" dirty="0">
                <a:solidFill>
                  <a:srgbClr val="000000"/>
                </a:solidFill>
                <a:latin typeface="SNTQHS+TimesNewRomanPSMT"/>
                <a:cs typeface="SNTQHS+TimesNewRomanPSMT"/>
              </a:rPr>
              <a:t>treated</a:t>
            </a:r>
            <a:r>
              <a:rPr sz="1800" dirty="0">
                <a:solidFill>
                  <a:srgbClr val="000000"/>
                </a:solidFill>
                <a:latin typeface="Times New Roman"/>
                <a:cs typeface="Times New Roman"/>
              </a:rPr>
              <a:t> </a:t>
            </a:r>
            <a:r>
              <a:rPr sz="1800" dirty="0">
                <a:solidFill>
                  <a:srgbClr val="000000"/>
                </a:solidFill>
                <a:latin typeface="SNTQHS+TimesNewRomanPSMT"/>
                <a:cs typeface="SNTQHS+TimesNewRomanPSMT"/>
              </a:rPr>
              <a:t>as</a:t>
            </a:r>
            <a:r>
              <a:rPr sz="1800" dirty="0">
                <a:solidFill>
                  <a:srgbClr val="000000"/>
                </a:solidFill>
                <a:latin typeface="Times New Roman"/>
                <a:cs typeface="Times New Roman"/>
              </a:rPr>
              <a:t> </a:t>
            </a:r>
            <a:r>
              <a:rPr sz="1800" dirty="0">
                <a:solidFill>
                  <a:srgbClr val="000000"/>
                </a:solidFill>
                <a:latin typeface="SNTQHS+TimesNewRomanPSMT"/>
                <a:cs typeface="SNTQHS+TimesNewRomanPSMT"/>
              </a:rPr>
              <a:t>a</a:t>
            </a:r>
            <a:r>
              <a:rPr sz="1800" dirty="0">
                <a:solidFill>
                  <a:srgbClr val="000000"/>
                </a:solidFill>
                <a:latin typeface="Times New Roman"/>
                <a:cs typeface="Times New Roman"/>
              </a:rPr>
              <a:t> </a:t>
            </a:r>
            <a:r>
              <a:rPr sz="1800" dirty="0">
                <a:solidFill>
                  <a:srgbClr val="000000"/>
                </a:solidFill>
                <a:latin typeface="SNTQHS+TimesNewRomanPSMT"/>
                <a:cs typeface="SNTQHS+TimesNewRomanPSMT"/>
              </a:rPr>
              <a:t>comment.</a:t>
            </a: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1"/>
          <p:cNvSpPr/>
          <p:nvPr/>
        </p:nvSpPr>
        <p:spPr>
          <a:xfrm>
            <a:off x="0" y="0"/>
            <a:ext cx="9144000" cy="5143500"/>
          </a:xfrm>
          <a:prstGeom prst="rect">
            <a:avLst/>
          </a:prstGeom>
          <a:blipFill>
            <a:blip r:embed="rId2" cstate="print"/>
            <a:stretch>
              <a:fillRect/>
            </a:stretch>
          </a:blipFill>
        </p:spPr>
        <p:txBody>
          <a:bodyPr wrap="square" lIns="0" tIns="0" rIns="0" bIns="0" rtlCol="0">
            <a:spAutoFit/>
          </a:bodyPr>
          <a:lstStyle/>
          <a:p>
            <a:endParaRPr/>
          </a:p>
        </p:txBody>
      </p:sp>
      <p:sp>
        <p:nvSpPr>
          <p:cNvPr id="3" name="object 3"/>
          <p:cNvSpPr txBox="1"/>
          <p:nvPr/>
        </p:nvSpPr>
        <p:spPr>
          <a:xfrm>
            <a:off x="457200" y="236253"/>
            <a:ext cx="3863241" cy="488156"/>
          </a:xfrm>
          <a:prstGeom prst="rect">
            <a:avLst/>
          </a:prstGeom>
        </p:spPr>
        <p:txBody>
          <a:bodyPr vert="horz" wrap="square" lIns="0" tIns="0" rIns="0" bIns="0" rtlCol="0">
            <a:spAutoFit/>
          </a:bodyPr>
          <a:lstStyle/>
          <a:p>
            <a:pPr marL="0" marR="0">
              <a:lnSpc>
                <a:spcPts val="3543"/>
              </a:lnSpc>
              <a:spcBef>
                <a:spcPts val="0"/>
              </a:spcBef>
              <a:spcAft>
                <a:spcPts val="0"/>
              </a:spcAft>
            </a:pPr>
            <a:r>
              <a:rPr sz="3200" b="1" dirty="0">
                <a:solidFill>
                  <a:srgbClr val="C00000"/>
                </a:solidFill>
                <a:latin typeface="CRUWVR+TimesNewRomanPS-BoldMT"/>
                <a:cs typeface="CRUWVR+TimesNewRomanPS-BoldMT"/>
              </a:rPr>
              <a:t>Multi-Line</a:t>
            </a:r>
            <a:r>
              <a:rPr sz="3200" b="1" dirty="0">
                <a:solidFill>
                  <a:srgbClr val="C00000"/>
                </a:solidFill>
                <a:latin typeface="Times New Roman"/>
                <a:cs typeface="Times New Roman"/>
              </a:rPr>
              <a:t> </a:t>
            </a:r>
            <a:r>
              <a:rPr sz="3200" b="1" dirty="0">
                <a:solidFill>
                  <a:srgbClr val="C00000"/>
                </a:solidFill>
                <a:latin typeface="CRUWVR+TimesNewRomanPS-BoldMT"/>
                <a:cs typeface="CRUWVR+TimesNewRomanPS-BoldMT"/>
              </a:rPr>
              <a:t>Comment</a:t>
            </a:r>
          </a:p>
        </p:txBody>
      </p:sp>
      <p:sp>
        <p:nvSpPr>
          <p:cNvPr id="4" name="object 4"/>
          <p:cNvSpPr txBox="1"/>
          <p:nvPr/>
        </p:nvSpPr>
        <p:spPr>
          <a:xfrm>
            <a:off x="685800" y="651357"/>
            <a:ext cx="8050327" cy="1472922"/>
          </a:xfrm>
          <a:prstGeom prst="rect">
            <a:avLst/>
          </a:prstGeom>
        </p:spPr>
        <p:txBody>
          <a:bodyPr vert="horz" wrap="square" lIns="0" tIns="0" rIns="0" bIns="0" rtlCol="0">
            <a:spAutoFit/>
          </a:bodyPr>
          <a:lstStyle/>
          <a:p>
            <a:pPr marL="0" marR="0">
              <a:lnSpc>
                <a:spcPts val="2657"/>
              </a:lnSpc>
              <a:spcBef>
                <a:spcPts val="0"/>
              </a:spcBef>
              <a:spcAft>
                <a:spcPts val="0"/>
              </a:spcAft>
            </a:pPr>
            <a:r>
              <a:rPr sz="2400" dirty="0">
                <a:solidFill>
                  <a:srgbClr val="000000"/>
                </a:solidFill>
                <a:latin typeface="SNTQHS+TimesNewRomanPSMT"/>
                <a:cs typeface="SNTQHS+TimesNewRomanPSMT"/>
              </a:rPr>
              <a:t>Multi-line</a:t>
            </a:r>
            <a:r>
              <a:rPr sz="2400" dirty="0">
                <a:solidFill>
                  <a:srgbClr val="000000"/>
                </a:solidFill>
                <a:latin typeface="Times New Roman"/>
                <a:cs typeface="Times New Roman"/>
              </a:rPr>
              <a:t> </a:t>
            </a:r>
            <a:r>
              <a:rPr sz="2400" dirty="0">
                <a:solidFill>
                  <a:srgbClr val="000000"/>
                </a:solidFill>
                <a:latin typeface="SNTQHS+TimesNewRomanPSMT"/>
                <a:cs typeface="SNTQHS+TimesNewRomanPSMT"/>
              </a:rPr>
              <a:t>comment</a:t>
            </a:r>
            <a:r>
              <a:rPr sz="2400" dirty="0">
                <a:solidFill>
                  <a:srgbClr val="000000"/>
                </a:solidFill>
                <a:latin typeface="Times New Roman"/>
                <a:cs typeface="Times New Roman"/>
              </a:rPr>
              <a:t> </a:t>
            </a:r>
            <a:r>
              <a:rPr sz="2400" dirty="0">
                <a:solidFill>
                  <a:srgbClr val="000000"/>
                </a:solidFill>
                <a:latin typeface="SNTQHS+TimesNewRomanPSMT"/>
                <a:cs typeface="SNTQHS+TimesNewRomanPSMT"/>
              </a:rPr>
              <a:t>is</a:t>
            </a:r>
            <a:r>
              <a:rPr sz="2400" dirty="0">
                <a:solidFill>
                  <a:srgbClr val="000000"/>
                </a:solidFill>
                <a:latin typeface="Times New Roman"/>
                <a:cs typeface="Times New Roman"/>
              </a:rPr>
              <a:t> </a:t>
            </a:r>
            <a:r>
              <a:rPr sz="2400" dirty="0">
                <a:solidFill>
                  <a:srgbClr val="000000"/>
                </a:solidFill>
                <a:latin typeface="SNTQHS+TimesNewRomanPSMT"/>
                <a:cs typeface="SNTQHS+TimesNewRomanPSMT"/>
              </a:rPr>
              <a:t>useful</a:t>
            </a:r>
            <a:r>
              <a:rPr sz="2400" dirty="0">
                <a:solidFill>
                  <a:srgbClr val="000000"/>
                </a:solidFill>
                <a:latin typeface="Times New Roman"/>
                <a:cs typeface="Times New Roman"/>
              </a:rPr>
              <a:t> </a:t>
            </a:r>
            <a:r>
              <a:rPr sz="2400" dirty="0">
                <a:solidFill>
                  <a:srgbClr val="000000"/>
                </a:solidFill>
                <a:latin typeface="SNTQHS+TimesNewRomanPSMT"/>
                <a:cs typeface="SNTQHS+TimesNewRomanPSMT"/>
              </a:rPr>
              <a:t>when</a:t>
            </a:r>
            <a:r>
              <a:rPr sz="2400" dirty="0">
                <a:solidFill>
                  <a:srgbClr val="000000"/>
                </a:solidFill>
                <a:latin typeface="Times New Roman"/>
                <a:cs typeface="Times New Roman"/>
              </a:rPr>
              <a:t> </a:t>
            </a:r>
            <a:r>
              <a:rPr sz="2400" dirty="0">
                <a:solidFill>
                  <a:srgbClr val="000000"/>
                </a:solidFill>
                <a:latin typeface="SNTQHS+TimesNewRomanPSMT"/>
                <a:cs typeface="SNTQHS+TimesNewRomanPSMT"/>
              </a:rPr>
              <a:t>we</a:t>
            </a:r>
            <a:r>
              <a:rPr sz="2400" dirty="0">
                <a:solidFill>
                  <a:srgbClr val="000000"/>
                </a:solidFill>
                <a:latin typeface="Times New Roman"/>
                <a:cs typeface="Times New Roman"/>
              </a:rPr>
              <a:t> </a:t>
            </a:r>
            <a:r>
              <a:rPr sz="2400" dirty="0">
                <a:solidFill>
                  <a:srgbClr val="000000"/>
                </a:solidFill>
                <a:latin typeface="SNTQHS+TimesNewRomanPSMT"/>
                <a:cs typeface="SNTQHS+TimesNewRomanPSMT"/>
              </a:rPr>
              <a:t>need</a:t>
            </a:r>
            <a:r>
              <a:rPr sz="2400" dirty="0">
                <a:solidFill>
                  <a:srgbClr val="000000"/>
                </a:solidFill>
                <a:latin typeface="Times New Roman"/>
                <a:cs typeface="Times New Roman"/>
              </a:rPr>
              <a:t> </a:t>
            </a:r>
            <a:r>
              <a:rPr sz="2400" dirty="0">
                <a:solidFill>
                  <a:srgbClr val="000000"/>
                </a:solidFill>
                <a:latin typeface="SNTQHS+TimesNewRomanPSMT"/>
                <a:cs typeface="SNTQHS+TimesNewRomanPSMT"/>
              </a:rPr>
              <a:t>to</a:t>
            </a:r>
            <a:r>
              <a:rPr sz="2400" dirty="0">
                <a:solidFill>
                  <a:srgbClr val="000000"/>
                </a:solidFill>
                <a:latin typeface="Times New Roman"/>
                <a:cs typeface="Times New Roman"/>
              </a:rPr>
              <a:t> </a:t>
            </a:r>
            <a:r>
              <a:rPr sz="2400" dirty="0">
                <a:solidFill>
                  <a:srgbClr val="000000"/>
                </a:solidFill>
                <a:latin typeface="SNTQHS+TimesNewRomanPSMT"/>
                <a:cs typeface="SNTQHS+TimesNewRomanPSMT"/>
              </a:rPr>
              <a:t>comment</a:t>
            </a:r>
            <a:r>
              <a:rPr sz="2400" dirty="0">
                <a:solidFill>
                  <a:srgbClr val="000000"/>
                </a:solidFill>
                <a:latin typeface="Times New Roman"/>
                <a:cs typeface="Times New Roman"/>
              </a:rPr>
              <a:t> </a:t>
            </a:r>
            <a:r>
              <a:rPr sz="2400" dirty="0">
                <a:solidFill>
                  <a:srgbClr val="000000"/>
                </a:solidFill>
                <a:latin typeface="SNTQHS+TimesNewRomanPSMT"/>
                <a:cs typeface="SNTQHS+TimesNewRomanPSMT"/>
              </a:rPr>
              <a:t>on</a:t>
            </a:r>
          </a:p>
          <a:p>
            <a:pPr marL="228600" marR="0">
              <a:lnSpc>
                <a:spcPts val="2657"/>
              </a:lnSpc>
              <a:spcBef>
                <a:spcPts val="172"/>
              </a:spcBef>
              <a:spcAft>
                <a:spcPts val="0"/>
              </a:spcAft>
            </a:pPr>
            <a:r>
              <a:rPr sz="2400" dirty="0">
                <a:solidFill>
                  <a:srgbClr val="000000"/>
                </a:solidFill>
                <a:latin typeface="SNTQHS+TimesNewRomanPSMT"/>
                <a:cs typeface="SNTQHS+TimesNewRomanPSMT"/>
              </a:rPr>
              <a:t>many</a:t>
            </a:r>
            <a:r>
              <a:rPr sz="2400" dirty="0">
                <a:solidFill>
                  <a:srgbClr val="000000"/>
                </a:solidFill>
                <a:latin typeface="Times New Roman"/>
                <a:cs typeface="Times New Roman"/>
              </a:rPr>
              <a:t> </a:t>
            </a:r>
            <a:r>
              <a:rPr sz="2400" dirty="0">
                <a:solidFill>
                  <a:srgbClr val="000000"/>
                </a:solidFill>
                <a:latin typeface="SNTQHS+TimesNewRomanPSMT"/>
                <a:cs typeface="SNTQHS+TimesNewRomanPSMT"/>
              </a:rPr>
              <a:t>lines.</a:t>
            </a:r>
            <a:r>
              <a:rPr sz="2400" dirty="0">
                <a:solidFill>
                  <a:srgbClr val="000000"/>
                </a:solidFill>
                <a:latin typeface="Times New Roman"/>
                <a:cs typeface="Times New Roman"/>
              </a:rPr>
              <a:t> </a:t>
            </a:r>
            <a:r>
              <a:rPr sz="2400" dirty="0">
                <a:solidFill>
                  <a:srgbClr val="000000"/>
                </a:solidFill>
                <a:latin typeface="SNTQHS+TimesNewRomanPSMT"/>
                <a:cs typeface="SNTQHS+TimesNewRomanPSMT"/>
              </a:rPr>
              <a:t>You</a:t>
            </a:r>
            <a:r>
              <a:rPr sz="2400" dirty="0">
                <a:solidFill>
                  <a:srgbClr val="000000"/>
                </a:solidFill>
                <a:latin typeface="Times New Roman"/>
                <a:cs typeface="Times New Roman"/>
              </a:rPr>
              <a:t> </a:t>
            </a:r>
            <a:r>
              <a:rPr sz="2400" dirty="0">
                <a:solidFill>
                  <a:srgbClr val="000000"/>
                </a:solidFill>
                <a:latin typeface="SNTQHS+TimesNewRomanPSMT"/>
                <a:cs typeface="SNTQHS+TimesNewRomanPSMT"/>
              </a:rPr>
              <a:t>can</a:t>
            </a:r>
            <a:r>
              <a:rPr sz="2400" dirty="0">
                <a:solidFill>
                  <a:srgbClr val="000000"/>
                </a:solidFill>
                <a:latin typeface="Times New Roman"/>
                <a:cs typeface="Times New Roman"/>
              </a:rPr>
              <a:t> </a:t>
            </a:r>
            <a:r>
              <a:rPr sz="2400" dirty="0">
                <a:solidFill>
                  <a:srgbClr val="000000"/>
                </a:solidFill>
                <a:latin typeface="SNTQHS+TimesNewRomanPSMT"/>
                <a:cs typeface="SNTQHS+TimesNewRomanPSMT"/>
              </a:rPr>
              <a:t>also</a:t>
            </a:r>
            <a:r>
              <a:rPr sz="2400" dirty="0">
                <a:solidFill>
                  <a:srgbClr val="000000"/>
                </a:solidFill>
                <a:latin typeface="Times New Roman"/>
                <a:cs typeface="Times New Roman"/>
              </a:rPr>
              <a:t> </a:t>
            </a:r>
            <a:r>
              <a:rPr sz="2400" dirty="0">
                <a:solidFill>
                  <a:srgbClr val="000000"/>
                </a:solidFill>
                <a:latin typeface="SNTQHS+TimesNewRomanPSMT"/>
                <a:cs typeface="SNTQHS+TimesNewRomanPSMT"/>
              </a:rPr>
              <a:t>use</a:t>
            </a:r>
            <a:r>
              <a:rPr sz="2400" dirty="0">
                <a:solidFill>
                  <a:srgbClr val="000000"/>
                </a:solidFill>
                <a:latin typeface="Times New Roman"/>
                <a:cs typeface="Times New Roman"/>
              </a:rPr>
              <a:t> </a:t>
            </a:r>
            <a:r>
              <a:rPr sz="2400" dirty="0">
                <a:solidFill>
                  <a:srgbClr val="000000"/>
                </a:solidFill>
                <a:latin typeface="SNTQHS+TimesNewRomanPSMT"/>
                <a:cs typeface="SNTQHS+TimesNewRomanPSMT"/>
              </a:rPr>
              <a:t>a</a:t>
            </a:r>
            <a:r>
              <a:rPr sz="2400" dirty="0">
                <a:solidFill>
                  <a:srgbClr val="000000"/>
                </a:solidFill>
                <a:latin typeface="Times New Roman"/>
                <a:cs typeface="Times New Roman"/>
              </a:rPr>
              <a:t> </a:t>
            </a:r>
            <a:r>
              <a:rPr sz="2400" dirty="0">
                <a:solidFill>
                  <a:srgbClr val="000000"/>
                </a:solidFill>
                <a:latin typeface="SNTQHS+TimesNewRomanPSMT"/>
                <a:cs typeface="SNTQHS+TimesNewRomanPSMT"/>
              </a:rPr>
              <a:t>single-line</a:t>
            </a:r>
            <a:r>
              <a:rPr sz="2400" dirty="0">
                <a:solidFill>
                  <a:srgbClr val="000000"/>
                </a:solidFill>
                <a:latin typeface="Times New Roman"/>
                <a:cs typeface="Times New Roman"/>
              </a:rPr>
              <a:t> </a:t>
            </a:r>
            <a:r>
              <a:rPr sz="2400" dirty="0">
                <a:solidFill>
                  <a:srgbClr val="000000"/>
                </a:solidFill>
                <a:latin typeface="SNTQHS+TimesNewRomanPSMT"/>
                <a:cs typeface="SNTQHS+TimesNewRomanPSMT"/>
              </a:rPr>
              <a:t>comment,</a:t>
            </a:r>
            <a:r>
              <a:rPr sz="2400" dirty="0">
                <a:solidFill>
                  <a:srgbClr val="000000"/>
                </a:solidFill>
                <a:latin typeface="Times New Roman"/>
                <a:cs typeface="Times New Roman"/>
              </a:rPr>
              <a:t> </a:t>
            </a:r>
            <a:r>
              <a:rPr sz="2400" dirty="0">
                <a:solidFill>
                  <a:srgbClr val="000000"/>
                </a:solidFill>
                <a:latin typeface="SNTQHS+TimesNewRomanPSMT"/>
                <a:cs typeface="SNTQHS+TimesNewRomanPSMT"/>
              </a:rPr>
              <a:t>but</a:t>
            </a:r>
            <a:r>
              <a:rPr sz="2400" dirty="0">
                <a:solidFill>
                  <a:srgbClr val="000000"/>
                </a:solidFill>
                <a:latin typeface="Times New Roman"/>
                <a:cs typeface="Times New Roman"/>
              </a:rPr>
              <a:t> </a:t>
            </a:r>
            <a:r>
              <a:rPr sz="2400" dirty="0">
                <a:solidFill>
                  <a:srgbClr val="000000"/>
                </a:solidFill>
                <a:latin typeface="SNTQHS+TimesNewRomanPSMT"/>
                <a:cs typeface="SNTQHS+TimesNewRomanPSMT"/>
              </a:rPr>
              <a:t>using</a:t>
            </a:r>
          </a:p>
          <a:p>
            <a:pPr marL="228600" marR="0">
              <a:lnSpc>
                <a:spcPts val="2657"/>
              </a:lnSpc>
              <a:spcBef>
                <a:spcPts val="222"/>
              </a:spcBef>
              <a:spcAft>
                <a:spcPts val="0"/>
              </a:spcAft>
            </a:pPr>
            <a:r>
              <a:rPr sz="2400" dirty="0">
                <a:solidFill>
                  <a:srgbClr val="000000"/>
                </a:solidFill>
                <a:latin typeface="SNTQHS+TimesNewRomanPSMT"/>
                <a:cs typeface="SNTQHS+TimesNewRomanPSMT"/>
              </a:rPr>
              <a:t>a</a:t>
            </a:r>
            <a:r>
              <a:rPr sz="2400" dirty="0">
                <a:solidFill>
                  <a:srgbClr val="000000"/>
                </a:solidFill>
                <a:latin typeface="Times New Roman"/>
                <a:cs typeface="Times New Roman"/>
              </a:rPr>
              <a:t> </a:t>
            </a:r>
            <a:r>
              <a:rPr sz="2400" dirty="0">
                <a:solidFill>
                  <a:srgbClr val="000000"/>
                </a:solidFill>
                <a:latin typeface="SNTQHS+TimesNewRomanPSMT"/>
                <a:cs typeface="SNTQHS+TimesNewRomanPSMT"/>
              </a:rPr>
              <a:t>multi-line</a:t>
            </a:r>
            <a:r>
              <a:rPr sz="2400" dirty="0">
                <a:solidFill>
                  <a:srgbClr val="000000"/>
                </a:solidFill>
                <a:latin typeface="Times New Roman"/>
                <a:cs typeface="Times New Roman"/>
              </a:rPr>
              <a:t> </a:t>
            </a:r>
            <a:r>
              <a:rPr sz="2400" dirty="0">
                <a:solidFill>
                  <a:srgbClr val="000000"/>
                </a:solidFill>
                <a:latin typeface="SNTQHS+TimesNewRomanPSMT"/>
                <a:cs typeface="SNTQHS+TimesNewRomanPSMT"/>
              </a:rPr>
              <a:t>instead</a:t>
            </a:r>
            <a:r>
              <a:rPr sz="2400" dirty="0">
                <a:solidFill>
                  <a:srgbClr val="000000"/>
                </a:solidFill>
                <a:latin typeface="Times New Roman"/>
                <a:cs typeface="Times New Roman"/>
              </a:rPr>
              <a:t> </a:t>
            </a:r>
            <a:r>
              <a:rPr sz="2400" dirty="0">
                <a:solidFill>
                  <a:srgbClr val="000000"/>
                </a:solidFill>
                <a:latin typeface="SNTQHS+TimesNewRomanPSMT"/>
                <a:cs typeface="SNTQHS+TimesNewRomanPSMT"/>
              </a:rPr>
              <a:t>of</a:t>
            </a:r>
            <a:r>
              <a:rPr sz="2400" dirty="0">
                <a:solidFill>
                  <a:srgbClr val="000000"/>
                </a:solidFill>
                <a:latin typeface="Times New Roman"/>
                <a:cs typeface="Times New Roman"/>
              </a:rPr>
              <a:t> </a:t>
            </a:r>
            <a:r>
              <a:rPr sz="2400" dirty="0">
                <a:solidFill>
                  <a:srgbClr val="000000"/>
                </a:solidFill>
                <a:latin typeface="SNTQHS+TimesNewRomanPSMT"/>
                <a:cs typeface="SNTQHS+TimesNewRomanPSMT"/>
              </a:rPr>
              <a:t>single-line</a:t>
            </a:r>
            <a:r>
              <a:rPr sz="2400" dirty="0">
                <a:solidFill>
                  <a:srgbClr val="000000"/>
                </a:solidFill>
                <a:latin typeface="Times New Roman"/>
                <a:cs typeface="Times New Roman"/>
              </a:rPr>
              <a:t> </a:t>
            </a:r>
            <a:r>
              <a:rPr sz="2400" dirty="0">
                <a:solidFill>
                  <a:srgbClr val="000000"/>
                </a:solidFill>
                <a:latin typeface="SNTQHS+TimesNewRomanPSMT"/>
                <a:cs typeface="SNTQHS+TimesNewRomanPSMT"/>
              </a:rPr>
              <a:t>comment</a:t>
            </a:r>
            <a:r>
              <a:rPr sz="2400" dirty="0">
                <a:solidFill>
                  <a:srgbClr val="000000"/>
                </a:solidFill>
                <a:latin typeface="Times New Roman"/>
                <a:cs typeface="Times New Roman"/>
              </a:rPr>
              <a:t> </a:t>
            </a:r>
            <a:r>
              <a:rPr sz="2400" dirty="0">
                <a:solidFill>
                  <a:srgbClr val="000000"/>
                </a:solidFill>
                <a:latin typeface="SNTQHS+TimesNewRomanPSMT"/>
                <a:cs typeface="SNTQHS+TimesNewRomanPSMT"/>
              </a:rPr>
              <a:t>is</a:t>
            </a:r>
            <a:r>
              <a:rPr sz="2400" dirty="0">
                <a:solidFill>
                  <a:srgbClr val="000000"/>
                </a:solidFill>
                <a:latin typeface="Times New Roman"/>
                <a:cs typeface="Times New Roman"/>
              </a:rPr>
              <a:t> </a:t>
            </a:r>
            <a:r>
              <a:rPr sz="2400" dirty="0">
                <a:solidFill>
                  <a:srgbClr val="000000"/>
                </a:solidFill>
                <a:latin typeface="SNTQHS+TimesNewRomanPSMT"/>
                <a:cs typeface="SNTQHS+TimesNewRomanPSMT"/>
              </a:rPr>
              <a:t>easy</a:t>
            </a:r>
            <a:r>
              <a:rPr sz="2400" dirty="0">
                <a:solidFill>
                  <a:srgbClr val="000000"/>
                </a:solidFill>
                <a:latin typeface="Times New Roman"/>
                <a:cs typeface="Times New Roman"/>
              </a:rPr>
              <a:t> </a:t>
            </a:r>
            <a:r>
              <a:rPr sz="2400" dirty="0">
                <a:solidFill>
                  <a:srgbClr val="000000"/>
                </a:solidFill>
                <a:latin typeface="SNTQHS+TimesNewRomanPSMT"/>
                <a:cs typeface="SNTQHS+TimesNewRomanPSMT"/>
              </a:rPr>
              <a:t>to</a:t>
            </a:r>
            <a:r>
              <a:rPr sz="2400" dirty="0">
                <a:solidFill>
                  <a:srgbClr val="000000"/>
                </a:solidFill>
                <a:latin typeface="Times New Roman"/>
                <a:cs typeface="Times New Roman"/>
              </a:rPr>
              <a:t> </a:t>
            </a:r>
            <a:r>
              <a:rPr sz="2400" dirty="0">
                <a:solidFill>
                  <a:srgbClr val="000000"/>
                </a:solidFill>
                <a:latin typeface="SNTQHS+TimesNewRomanPSMT"/>
                <a:cs typeface="SNTQHS+TimesNewRomanPSMT"/>
              </a:rPr>
              <a:t>comment</a:t>
            </a:r>
          </a:p>
          <a:p>
            <a:pPr marL="228600" marR="0">
              <a:lnSpc>
                <a:spcPts val="2657"/>
              </a:lnSpc>
              <a:spcBef>
                <a:spcPts val="222"/>
              </a:spcBef>
              <a:spcAft>
                <a:spcPts val="0"/>
              </a:spcAft>
            </a:pPr>
            <a:r>
              <a:rPr sz="2400" dirty="0">
                <a:solidFill>
                  <a:srgbClr val="000000"/>
                </a:solidFill>
                <a:latin typeface="SNTQHS+TimesNewRomanPSMT"/>
                <a:cs typeface="SNTQHS+TimesNewRomanPSMT"/>
              </a:rPr>
              <a:t>on</a:t>
            </a:r>
            <a:r>
              <a:rPr sz="2400" dirty="0">
                <a:solidFill>
                  <a:srgbClr val="000000"/>
                </a:solidFill>
                <a:latin typeface="Times New Roman"/>
                <a:cs typeface="Times New Roman"/>
              </a:rPr>
              <a:t> </a:t>
            </a:r>
            <a:r>
              <a:rPr sz="2400" dirty="0">
                <a:solidFill>
                  <a:srgbClr val="000000"/>
                </a:solidFill>
                <a:latin typeface="SNTQHS+TimesNewRomanPSMT"/>
                <a:cs typeface="SNTQHS+TimesNewRomanPSMT"/>
              </a:rPr>
              <a:t>multiple</a:t>
            </a:r>
            <a:r>
              <a:rPr sz="2400" dirty="0">
                <a:solidFill>
                  <a:srgbClr val="000000"/>
                </a:solidFill>
                <a:latin typeface="Times New Roman"/>
                <a:cs typeface="Times New Roman"/>
              </a:rPr>
              <a:t> </a:t>
            </a:r>
            <a:r>
              <a:rPr sz="2400" dirty="0">
                <a:solidFill>
                  <a:srgbClr val="000000"/>
                </a:solidFill>
                <a:latin typeface="SNTQHS+TimesNewRomanPSMT"/>
                <a:cs typeface="SNTQHS+TimesNewRomanPSMT"/>
              </a:rPr>
              <a:t>lines.</a:t>
            </a:r>
          </a:p>
        </p:txBody>
      </p:sp>
      <p:sp>
        <p:nvSpPr>
          <p:cNvPr id="5" name="object 5"/>
          <p:cNvSpPr txBox="1"/>
          <p:nvPr/>
        </p:nvSpPr>
        <p:spPr>
          <a:xfrm>
            <a:off x="685800" y="2114397"/>
            <a:ext cx="8074762" cy="2693041"/>
          </a:xfrm>
          <a:prstGeom prst="rect">
            <a:avLst/>
          </a:prstGeom>
        </p:spPr>
        <p:txBody>
          <a:bodyPr vert="horz" wrap="square" lIns="0" tIns="0" rIns="0" bIns="0" rtlCol="0">
            <a:spAutoFit/>
          </a:bodyPr>
          <a:lstStyle/>
          <a:p>
            <a:pPr marL="0" marR="0">
              <a:lnSpc>
                <a:spcPts val="2657"/>
              </a:lnSpc>
              <a:spcBef>
                <a:spcPts val="0"/>
              </a:spcBef>
              <a:spcAft>
                <a:spcPts val="0"/>
              </a:spcAft>
            </a:pPr>
            <a:r>
              <a:rPr sz="2400" dirty="0">
                <a:solidFill>
                  <a:srgbClr val="000000"/>
                </a:solidFill>
                <a:latin typeface="SNTQHS+TimesNewRomanPSMT"/>
                <a:cs typeface="SNTQHS+TimesNewRomanPSMT"/>
              </a:rPr>
              <a:t>In</a:t>
            </a:r>
            <a:r>
              <a:rPr sz="2400" dirty="0">
                <a:solidFill>
                  <a:srgbClr val="000000"/>
                </a:solidFill>
                <a:latin typeface="Times New Roman"/>
                <a:cs typeface="Times New Roman"/>
              </a:rPr>
              <a:t> </a:t>
            </a:r>
            <a:r>
              <a:rPr sz="2400" dirty="0">
                <a:solidFill>
                  <a:srgbClr val="000000"/>
                </a:solidFill>
                <a:latin typeface="SNTQHS+TimesNewRomanPSMT"/>
                <a:cs typeface="SNTQHS+TimesNewRomanPSMT"/>
              </a:rPr>
              <a:t>Python</a:t>
            </a:r>
            <a:r>
              <a:rPr sz="2400" dirty="0">
                <a:solidFill>
                  <a:srgbClr val="000000"/>
                </a:solidFill>
                <a:latin typeface="Times New Roman"/>
                <a:cs typeface="Times New Roman"/>
              </a:rPr>
              <a:t> </a:t>
            </a:r>
            <a:r>
              <a:rPr sz="2400" dirty="0">
                <a:solidFill>
                  <a:srgbClr val="000000"/>
                </a:solidFill>
                <a:latin typeface="SNTQHS+TimesNewRomanPSMT"/>
                <a:cs typeface="SNTQHS+TimesNewRomanPSMT"/>
              </a:rPr>
              <a:t>Triple</a:t>
            </a:r>
            <a:r>
              <a:rPr sz="2400" dirty="0">
                <a:solidFill>
                  <a:srgbClr val="000000"/>
                </a:solidFill>
                <a:latin typeface="Times New Roman"/>
                <a:cs typeface="Times New Roman"/>
              </a:rPr>
              <a:t> </a:t>
            </a:r>
            <a:r>
              <a:rPr sz="2400" dirty="0">
                <a:solidFill>
                  <a:srgbClr val="000000"/>
                </a:solidFill>
                <a:latin typeface="SNTQHS+TimesNewRomanPSMT"/>
                <a:cs typeface="SNTQHS+TimesNewRomanPSMT"/>
              </a:rPr>
              <a:t>double</a:t>
            </a:r>
            <a:r>
              <a:rPr sz="2400" dirty="0">
                <a:solidFill>
                  <a:srgbClr val="000000"/>
                </a:solidFill>
                <a:latin typeface="Times New Roman"/>
                <a:cs typeface="Times New Roman"/>
              </a:rPr>
              <a:t> </a:t>
            </a:r>
            <a:r>
              <a:rPr sz="2400" dirty="0">
                <a:solidFill>
                  <a:srgbClr val="000000"/>
                </a:solidFill>
                <a:latin typeface="SNTQHS+TimesNewRomanPSMT"/>
                <a:cs typeface="SNTQHS+TimesNewRomanPSMT"/>
              </a:rPr>
              <a:t>quote</a:t>
            </a:r>
            <a:r>
              <a:rPr sz="2400" dirty="0">
                <a:solidFill>
                  <a:srgbClr val="000000"/>
                </a:solidFill>
                <a:latin typeface="Times New Roman"/>
                <a:cs typeface="Times New Roman"/>
              </a:rPr>
              <a:t> </a:t>
            </a:r>
            <a:r>
              <a:rPr sz="2400" dirty="0">
                <a:solidFill>
                  <a:srgbClr val="000000"/>
                </a:solidFill>
                <a:latin typeface="SNTQHS+TimesNewRomanPSMT"/>
                <a:cs typeface="SNTQHS+TimesNewRomanPSMT"/>
              </a:rPr>
              <a:t>(""")</a:t>
            </a:r>
            <a:r>
              <a:rPr sz="2400" dirty="0">
                <a:solidFill>
                  <a:srgbClr val="000000"/>
                </a:solidFill>
                <a:latin typeface="Times New Roman"/>
                <a:cs typeface="Times New Roman"/>
              </a:rPr>
              <a:t> </a:t>
            </a:r>
            <a:r>
              <a:rPr sz="2400" dirty="0">
                <a:solidFill>
                  <a:srgbClr val="000000"/>
                </a:solidFill>
                <a:latin typeface="SNTQHS+TimesNewRomanPSMT"/>
                <a:cs typeface="SNTQHS+TimesNewRomanPSMT"/>
              </a:rPr>
              <a:t>and</a:t>
            </a:r>
            <a:r>
              <a:rPr sz="2400" dirty="0">
                <a:solidFill>
                  <a:srgbClr val="000000"/>
                </a:solidFill>
                <a:latin typeface="Times New Roman"/>
                <a:cs typeface="Times New Roman"/>
              </a:rPr>
              <a:t> </a:t>
            </a:r>
            <a:r>
              <a:rPr sz="2400" dirty="0">
                <a:solidFill>
                  <a:srgbClr val="000000"/>
                </a:solidFill>
                <a:latin typeface="SNTQHS+TimesNewRomanPSMT"/>
                <a:cs typeface="SNTQHS+TimesNewRomanPSMT"/>
              </a:rPr>
              <a:t>single</a:t>
            </a:r>
            <a:r>
              <a:rPr sz="2400" dirty="0">
                <a:solidFill>
                  <a:srgbClr val="000000"/>
                </a:solidFill>
                <a:latin typeface="Times New Roman"/>
                <a:cs typeface="Times New Roman"/>
              </a:rPr>
              <a:t> </a:t>
            </a:r>
            <a:r>
              <a:rPr sz="2400" dirty="0">
                <a:solidFill>
                  <a:srgbClr val="000000"/>
                </a:solidFill>
                <a:latin typeface="SNTQHS+TimesNewRomanPSMT"/>
                <a:cs typeface="SNTQHS+TimesNewRomanPSMT"/>
              </a:rPr>
              <a:t>quote</a:t>
            </a:r>
            <a:r>
              <a:rPr sz="2400" dirty="0">
                <a:solidFill>
                  <a:srgbClr val="000000"/>
                </a:solidFill>
                <a:latin typeface="Times New Roman"/>
                <a:cs typeface="Times New Roman"/>
              </a:rPr>
              <a:t> </a:t>
            </a:r>
            <a:r>
              <a:rPr sz="2400" dirty="0">
                <a:solidFill>
                  <a:srgbClr val="000000"/>
                </a:solidFill>
                <a:latin typeface="SNTQHS+TimesNewRomanPSMT"/>
                <a:cs typeface="SNTQHS+TimesNewRomanPSMT"/>
              </a:rPr>
              <a:t>(''')</a:t>
            </a:r>
            <a:r>
              <a:rPr sz="2400" dirty="0">
                <a:solidFill>
                  <a:srgbClr val="000000"/>
                </a:solidFill>
                <a:latin typeface="Times New Roman"/>
                <a:cs typeface="Times New Roman"/>
              </a:rPr>
              <a:t> </a:t>
            </a:r>
            <a:r>
              <a:rPr sz="2400" dirty="0">
                <a:solidFill>
                  <a:srgbClr val="000000"/>
                </a:solidFill>
                <a:latin typeface="SNTQHS+TimesNewRomanPSMT"/>
                <a:cs typeface="SNTQHS+TimesNewRomanPSMT"/>
              </a:rPr>
              <a:t>are</a:t>
            </a:r>
            <a:r>
              <a:rPr sz="2400" dirty="0">
                <a:solidFill>
                  <a:srgbClr val="000000"/>
                </a:solidFill>
                <a:latin typeface="Times New Roman"/>
                <a:cs typeface="Times New Roman"/>
              </a:rPr>
              <a:t> </a:t>
            </a:r>
            <a:r>
              <a:rPr sz="2400" dirty="0">
                <a:solidFill>
                  <a:srgbClr val="000000"/>
                </a:solidFill>
                <a:latin typeface="SNTQHS+TimesNewRomanPSMT"/>
                <a:cs typeface="SNTQHS+TimesNewRomanPSMT"/>
              </a:rPr>
              <a:t>used</a:t>
            </a:r>
          </a:p>
          <a:p>
            <a:pPr marL="228600" marR="0">
              <a:lnSpc>
                <a:spcPts val="2657"/>
              </a:lnSpc>
              <a:spcBef>
                <a:spcPts val="172"/>
              </a:spcBef>
              <a:spcAft>
                <a:spcPts val="0"/>
              </a:spcAft>
            </a:pPr>
            <a:r>
              <a:rPr sz="2400" dirty="0">
                <a:solidFill>
                  <a:srgbClr val="000000"/>
                </a:solidFill>
                <a:latin typeface="SNTQHS+TimesNewRomanPSMT"/>
                <a:cs typeface="SNTQHS+TimesNewRomanPSMT"/>
              </a:rPr>
              <a:t>for</a:t>
            </a:r>
            <a:r>
              <a:rPr sz="2400" dirty="0">
                <a:solidFill>
                  <a:srgbClr val="000000"/>
                </a:solidFill>
                <a:latin typeface="Times New Roman"/>
                <a:cs typeface="Times New Roman"/>
              </a:rPr>
              <a:t> </a:t>
            </a:r>
            <a:r>
              <a:rPr sz="2400" dirty="0">
                <a:solidFill>
                  <a:srgbClr val="000000"/>
                </a:solidFill>
                <a:latin typeface="SNTQHS+TimesNewRomanPSMT"/>
                <a:cs typeface="SNTQHS+TimesNewRomanPSMT"/>
              </a:rPr>
              <a:t>Multi-line</a:t>
            </a:r>
            <a:r>
              <a:rPr sz="2400" dirty="0">
                <a:solidFill>
                  <a:srgbClr val="000000"/>
                </a:solidFill>
                <a:latin typeface="Times New Roman"/>
                <a:cs typeface="Times New Roman"/>
              </a:rPr>
              <a:t> </a:t>
            </a:r>
            <a:r>
              <a:rPr sz="2400" dirty="0">
                <a:solidFill>
                  <a:srgbClr val="000000"/>
                </a:solidFill>
                <a:latin typeface="SNTQHS+TimesNewRomanPSMT"/>
                <a:cs typeface="SNTQHS+TimesNewRomanPSMT"/>
              </a:rPr>
              <a:t>commenting.</a:t>
            </a:r>
            <a:r>
              <a:rPr sz="2400" dirty="0">
                <a:solidFill>
                  <a:srgbClr val="000000"/>
                </a:solidFill>
                <a:latin typeface="Times New Roman"/>
                <a:cs typeface="Times New Roman"/>
              </a:rPr>
              <a:t> </a:t>
            </a:r>
            <a:r>
              <a:rPr sz="2400" dirty="0">
                <a:solidFill>
                  <a:srgbClr val="000000"/>
                </a:solidFill>
                <a:latin typeface="SNTQHS+TimesNewRomanPSMT"/>
                <a:cs typeface="SNTQHS+TimesNewRomanPSMT"/>
              </a:rPr>
              <a:t>It</a:t>
            </a:r>
            <a:r>
              <a:rPr sz="2400" dirty="0">
                <a:solidFill>
                  <a:srgbClr val="000000"/>
                </a:solidFill>
                <a:latin typeface="Times New Roman"/>
                <a:cs typeface="Times New Roman"/>
              </a:rPr>
              <a:t> </a:t>
            </a:r>
            <a:r>
              <a:rPr sz="2400" dirty="0">
                <a:solidFill>
                  <a:srgbClr val="000000"/>
                </a:solidFill>
                <a:latin typeface="SNTQHS+TimesNewRomanPSMT"/>
                <a:cs typeface="SNTQHS+TimesNewRomanPSMT"/>
              </a:rPr>
              <a:t>is</a:t>
            </a:r>
            <a:r>
              <a:rPr sz="2400" dirty="0">
                <a:solidFill>
                  <a:srgbClr val="000000"/>
                </a:solidFill>
                <a:latin typeface="Times New Roman"/>
                <a:cs typeface="Times New Roman"/>
              </a:rPr>
              <a:t> </a:t>
            </a:r>
            <a:r>
              <a:rPr sz="2400" dirty="0">
                <a:solidFill>
                  <a:srgbClr val="000000"/>
                </a:solidFill>
                <a:latin typeface="SNTQHS+TimesNewRomanPSMT"/>
                <a:cs typeface="SNTQHS+TimesNewRomanPSMT"/>
              </a:rPr>
              <a:t>used</a:t>
            </a:r>
            <a:r>
              <a:rPr sz="2400" dirty="0">
                <a:solidFill>
                  <a:srgbClr val="000000"/>
                </a:solidFill>
                <a:latin typeface="Times New Roman"/>
                <a:cs typeface="Times New Roman"/>
              </a:rPr>
              <a:t> </a:t>
            </a:r>
            <a:r>
              <a:rPr sz="2400" dirty="0">
                <a:solidFill>
                  <a:srgbClr val="000000"/>
                </a:solidFill>
                <a:latin typeface="SNTQHS+TimesNewRomanPSMT"/>
                <a:cs typeface="SNTQHS+TimesNewRomanPSMT"/>
              </a:rPr>
              <a:t>at</a:t>
            </a:r>
            <a:r>
              <a:rPr sz="2400" dirty="0">
                <a:solidFill>
                  <a:srgbClr val="000000"/>
                </a:solidFill>
                <a:latin typeface="Times New Roman"/>
                <a:cs typeface="Times New Roman"/>
              </a:rPr>
              <a:t> </a:t>
            </a:r>
            <a:r>
              <a:rPr sz="2400" dirty="0">
                <a:solidFill>
                  <a:srgbClr val="000000"/>
                </a:solidFill>
                <a:latin typeface="SNTQHS+TimesNewRomanPSMT"/>
                <a:cs typeface="SNTQHS+TimesNewRomanPSMT"/>
              </a:rPr>
              <a:t>the</a:t>
            </a:r>
            <a:r>
              <a:rPr sz="2400" dirty="0">
                <a:solidFill>
                  <a:srgbClr val="000000"/>
                </a:solidFill>
                <a:latin typeface="Times New Roman"/>
                <a:cs typeface="Times New Roman"/>
              </a:rPr>
              <a:t> </a:t>
            </a:r>
            <a:r>
              <a:rPr sz="2400" dirty="0">
                <a:solidFill>
                  <a:srgbClr val="000000"/>
                </a:solidFill>
                <a:latin typeface="SNTQHS+TimesNewRomanPSMT"/>
                <a:cs typeface="SNTQHS+TimesNewRomanPSMT"/>
              </a:rPr>
              <a:t>beginning</a:t>
            </a:r>
            <a:r>
              <a:rPr sz="2400" dirty="0">
                <a:solidFill>
                  <a:srgbClr val="000000"/>
                </a:solidFill>
                <a:latin typeface="Times New Roman"/>
                <a:cs typeface="Times New Roman"/>
              </a:rPr>
              <a:t> </a:t>
            </a:r>
            <a:r>
              <a:rPr sz="2400" dirty="0">
                <a:solidFill>
                  <a:srgbClr val="000000"/>
                </a:solidFill>
                <a:latin typeface="SNTQHS+TimesNewRomanPSMT"/>
                <a:cs typeface="SNTQHS+TimesNewRomanPSMT"/>
              </a:rPr>
              <a:t>and</a:t>
            </a:r>
            <a:r>
              <a:rPr sz="2400" dirty="0">
                <a:solidFill>
                  <a:srgbClr val="000000"/>
                </a:solidFill>
                <a:latin typeface="Times New Roman"/>
                <a:cs typeface="Times New Roman"/>
              </a:rPr>
              <a:t> </a:t>
            </a:r>
            <a:r>
              <a:rPr sz="2400" dirty="0">
                <a:solidFill>
                  <a:srgbClr val="000000"/>
                </a:solidFill>
                <a:latin typeface="SNTQHS+TimesNewRomanPSMT"/>
                <a:cs typeface="SNTQHS+TimesNewRomanPSMT"/>
              </a:rPr>
              <a:t>end</a:t>
            </a:r>
          </a:p>
          <a:p>
            <a:pPr marL="228600" marR="0">
              <a:lnSpc>
                <a:spcPts val="2657"/>
              </a:lnSpc>
              <a:spcBef>
                <a:spcPts val="222"/>
              </a:spcBef>
              <a:spcAft>
                <a:spcPts val="0"/>
              </a:spcAft>
            </a:pPr>
            <a:r>
              <a:rPr sz="2400" dirty="0">
                <a:solidFill>
                  <a:srgbClr val="000000"/>
                </a:solidFill>
                <a:latin typeface="SNTQHS+TimesNewRomanPSMT"/>
                <a:cs typeface="SNTQHS+TimesNewRomanPSMT"/>
              </a:rPr>
              <a:t>of</a:t>
            </a:r>
            <a:r>
              <a:rPr sz="2400" dirty="0">
                <a:solidFill>
                  <a:srgbClr val="000000"/>
                </a:solidFill>
                <a:latin typeface="Times New Roman"/>
                <a:cs typeface="Times New Roman"/>
              </a:rPr>
              <a:t> </a:t>
            </a:r>
            <a:r>
              <a:rPr sz="2400" dirty="0">
                <a:solidFill>
                  <a:srgbClr val="000000"/>
                </a:solidFill>
                <a:latin typeface="SNTQHS+TimesNewRomanPSMT"/>
                <a:cs typeface="SNTQHS+TimesNewRomanPSMT"/>
              </a:rPr>
              <a:t>the</a:t>
            </a:r>
            <a:r>
              <a:rPr sz="2400" dirty="0">
                <a:solidFill>
                  <a:srgbClr val="000000"/>
                </a:solidFill>
                <a:latin typeface="Times New Roman"/>
                <a:cs typeface="Times New Roman"/>
              </a:rPr>
              <a:t> </a:t>
            </a:r>
            <a:r>
              <a:rPr sz="2400" dirty="0">
                <a:solidFill>
                  <a:srgbClr val="000000"/>
                </a:solidFill>
                <a:latin typeface="SNTQHS+TimesNewRomanPSMT"/>
                <a:cs typeface="SNTQHS+TimesNewRomanPSMT"/>
              </a:rPr>
              <a:t>block</a:t>
            </a:r>
            <a:r>
              <a:rPr sz="2400" dirty="0">
                <a:solidFill>
                  <a:srgbClr val="000000"/>
                </a:solidFill>
                <a:latin typeface="Times New Roman"/>
                <a:cs typeface="Times New Roman"/>
              </a:rPr>
              <a:t> </a:t>
            </a:r>
            <a:r>
              <a:rPr sz="2400" dirty="0">
                <a:solidFill>
                  <a:srgbClr val="000000"/>
                </a:solidFill>
                <a:latin typeface="SNTQHS+TimesNewRomanPSMT"/>
                <a:cs typeface="SNTQHS+TimesNewRomanPSMT"/>
              </a:rPr>
              <a:t>to</a:t>
            </a:r>
            <a:r>
              <a:rPr sz="2400" dirty="0">
                <a:solidFill>
                  <a:srgbClr val="000000"/>
                </a:solidFill>
                <a:latin typeface="Times New Roman"/>
                <a:cs typeface="Times New Roman"/>
              </a:rPr>
              <a:t> </a:t>
            </a:r>
            <a:r>
              <a:rPr sz="2400" dirty="0">
                <a:solidFill>
                  <a:srgbClr val="000000"/>
                </a:solidFill>
                <a:latin typeface="SNTQHS+TimesNewRomanPSMT"/>
                <a:cs typeface="SNTQHS+TimesNewRomanPSMT"/>
              </a:rPr>
              <a:t>comment</a:t>
            </a:r>
            <a:r>
              <a:rPr sz="2400" dirty="0">
                <a:solidFill>
                  <a:srgbClr val="000000"/>
                </a:solidFill>
                <a:latin typeface="Times New Roman"/>
                <a:cs typeface="Times New Roman"/>
              </a:rPr>
              <a:t> </a:t>
            </a:r>
            <a:r>
              <a:rPr sz="2400" dirty="0">
                <a:solidFill>
                  <a:srgbClr val="000000"/>
                </a:solidFill>
                <a:latin typeface="SNTQHS+TimesNewRomanPSMT"/>
                <a:cs typeface="SNTQHS+TimesNewRomanPSMT"/>
              </a:rPr>
              <a:t>on</a:t>
            </a:r>
            <a:r>
              <a:rPr sz="2400" dirty="0">
                <a:solidFill>
                  <a:srgbClr val="000000"/>
                </a:solidFill>
                <a:latin typeface="Times New Roman"/>
                <a:cs typeface="Times New Roman"/>
              </a:rPr>
              <a:t> </a:t>
            </a:r>
            <a:r>
              <a:rPr sz="2400" dirty="0">
                <a:solidFill>
                  <a:srgbClr val="000000"/>
                </a:solidFill>
                <a:latin typeface="SNTQHS+TimesNewRomanPSMT"/>
                <a:cs typeface="SNTQHS+TimesNewRomanPSMT"/>
              </a:rPr>
              <a:t>the</a:t>
            </a:r>
            <a:r>
              <a:rPr sz="2400" dirty="0">
                <a:solidFill>
                  <a:srgbClr val="000000"/>
                </a:solidFill>
                <a:latin typeface="Times New Roman"/>
                <a:cs typeface="Times New Roman"/>
              </a:rPr>
              <a:t> </a:t>
            </a:r>
            <a:r>
              <a:rPr sz="2400" dirty="0">
                <a:solidFill>
                  <a:srgbClr val="000000"/>
                </a:solidFill>
                <a:latin typeface="SNTQHS+TimesNewRomanPSMT"/>
                <a:cs typeface="SNTQHS+TimesNewRomanPSMT"/>
              </a:rPr>
              <a:t>entire</a:t>
            </a:r>
            <a:r>
              <a:rPr sz="2400" dirty="0">
                <a:solidFill>
                  <a:srgbClr val="000000"/>
                </a:solidFill>
                <a:latin typeface="Times New Roman"/>
                <a:cs typeface="Times New Roman"/>
              </a:rPr>
              <a:t> </a:t>
            </a:r>
            <a:r>
              <a:rPr sz="2400" dirty="0">
                <a:solidFill>
                  <a:srgbClr val="000000"/>
                </a:solidFill>
                <a:latin typeface="SNTQHS+TimesNewRomanPSMT"/>
                <a:cs typeface="SNTQHS+TimesNewRomanPSMT"/>
              </a:rPr>
              <a:t>block.</a:t>
            </a:r>
            <a:r>
              <a:rPr sz="2400" dirty="0">
                <a:solidFill>
                  <a:srgbClr val="000000"/>
                </a:solidFill>
                <a:latin typeface="Times New Roman"/>
                <a:cs typeface="Times New Roman"/>
              </a:rPr>
              <a:t> </a:t>
            </a:r>
            <a:r>
              <a:rPr sz="2400" dirty="0">
                <a:solidFill>
                  <a:srgbClr val="000000"/>
                </a:solidFill>
                <a:latin typeface="SNTQHS+TimesNewRomanPSMT"/>
                <a:cs typeface="SNTQHS+TimesNewRomanPSMT"/>
              </a:rPr>
              <a:t>Hence</a:t>
            </a:r>
            <a:r>
              <a:rPr sz="2400" dirty="0">
                <a:solidFill>
                  <a:srgbClr val="000000"/>
                </a:solidFill>
                <a:latin typeface="Times New Roman"/>
                <a:cs typeface="Times New Roman"/>
              </a:rPr>
              <a:t> </a:t>
            </a:r>
            <a:r>
              <a:rPr sz="2400" dirty="0">
                <a:solidFill>
                  <a:srgbClr val="000000"/>
                </a:solidFill>
                <a:latin typeface="SNTQHS+TimesNewRomanPSMT"/>
                <a:cs typeface="SNTQHS+TimesNewRomanPSMT"/>
              </a:rPr>
              <a:t>it</a:t>
            </a:r>
            <a:r>
              <a:rPr sz="2400" dirty="0">
                <a:solidFill>
                  <a:srgbClr val="000000"/>
                </a:solidFill>
                <a:latin typeface="Times New Roman"/>
                <a:cs typeface="Times New Roman"/>
              </a:rPr>
              <a:t> </a:t>
            </a:r>
            <a:r>
              <a:rPr sz="2400" dirty="0">
                <a:solidFill>
                  <a:srgbClr val="000000"/>
                </a:solidFill>
                <a:latin typeface="SNTQHS+TimesNewRomanPSMT"/>
                <a:cs typeface="SNTQHS+TimesNewRomanPSMT"/>
              </a:rPr>
              <a:t>is</a:t>
            </a:r>
            <a:r>
              <a:rPr sz="2400" dirty="0">
                <a:solidFill>
                  <a:srgbClr val="000000"/>
                </a:solidFill>
                <a:latin typeface="Times New Roman"/>
                <a:cs typeface="Times New Roman"/>
              </a:rPr>
              <a:t> </a:t>
            </a:r>
            <a:r>
              <a:rPr sz="2400" dirty="0">
                <a:solidFill>
                  <a:srgbClr val="000000"/>
                </a:solidFill>
                <a:latin typeface="SNTQHS+TimesNewRomanPSMT"/>
                <a:cs typeface="SNTQHS+TimesNewRomanPSMT"/>
              </a:rPr>
              <a:t>also</a:t>
            </a:r>
          </a:p>
          <a:p>
            <a:pPr marL="228600" marR="0">
              <a:lnSpc>
                <a:spcPts val="2657"/>
              </a:lnSpc>
              <a:spcBef>
                <a:spcPts val="222"/>
              </a:spcBef>
              <a:spcAft>
                <a:spcPts val="0"/>
              </a:spcAft>
            </a:pPr>
            <a:r>
              <a:rPr sz="2400" dirty="0">
                <a:solidFill>
                  <a:srgbClr val="000000"/>
                </a:solidFill>
                <a:latin typeface="SNTQHS+TimesNewRomanPSMT"/>
                <a:cs typeface="SNTQHS+TimesNewRomanPSMT"/>
              </a:rPr>
              <a:t>called</a:t>
            </a:r>
            <a:r>
              <a:rPr sz="2400" dirty="0">
                <a:solidFill>
                  <a:srgbClr val="000000"/>
                </a:solidFill>
                <a:latin typeface="Times New Roman"/>
                <a:cs typeface="Times New Roman"/>
              </a:rPr>
              <a:t> </a:t>
            </a:r>
            <a:r>
              <a:rPr sz="2400" dirty="0">
                <a:solidFill>
                  <a:srgbClr val="000000"/>
                </a:solidFill>
                <a:latin typeface="SNTQHS+TimesNewRomanPSMT"/>
                <a:cs typeface="SNTQHS+TimesNewRomanPSMT"/>
              </a:rPr>
              <a:t>block</a:t>
            </a:r>
            <a:r>
              <a:rPr sz="2400" dirty="0">
                <a:solidFill>
                  <a:srgbClr val="000000"/>
                </a:solidFill>
                <a:latin typeface="Times New Roman"/>
                <a:cs typeface="Times New Roman"/>
              </a:rPr>
              <a:t> </a:t>
            </a:r>
            <a:r>
              <a:rPr sz="2400" dirty="0">
                <a:solidFill>
                  <a:srgbClr val="000000"/>
                </a:solidFill>
                <a:latin typeface="SNTQHS+TimesNewRomanPSMT"/>
                <a:cs typeface="SNTQHS+TimesNewRomanPSMT"/>
              </a:rPr>
              <a:t>comments.</a:t>
            </a:r>
          </a:p>
          <a:p>
            <a:pPr marL="0" marR="0">
              <a:lnSpc>
                <a:spcPts val="2214"/>
              </a:lnSpc>
              <a:spcBef>
                <a:spcPts val="192"/>
              </a:spcBef>
              <a:spcAft>
                <a:spcPts val="0"/>
              </a:spcAft>
            </a:pPr>
            <a:r>
              <a:rPr sz="2000" b="1" dirty="0">
                <a:solidFill>
                  <a:srgbClr val="000000"/>
                </a:solidFill>
                <a:latin typeface="CRUWVR+TimesNewRomanPS-BoldMT"/>
                <a:cs typeface="CRUWVR+TimesNewRomanPS-BoldMT"/>
              </a:rPr>
              <a:t>Example:</a:t>
            </a:r>
          </a:p>
          <a:p>
            <a:pPr marL="0" marR="0">
              <a:lnSpc>
                <a:spcPts val="2214"/>
              </a:lnSpc>
              <a:spcBef>
                <a:spcPts val="185"/>
              </a:spcBef>
              <a:spcAft>
                <a:spcPts val="0"/>
              </a:spcAft>
            </a:pPr>
            <a:r>
              <a:rPr sz="2000" b="1" dirty="0">
                <a:solidFill>
                  <a:srgbClr val="000000"/>
                </a:solidFill>
                <a:latin typeface="CRUWVR+TimesNewRomanPS-BoldMT"/>
                <a:cs typeface="CRUWVR+TimesNewRomanPS-BoldMT"/>
              </a:rPr>
              <a:t>"""</a:t>
            </a:r>
            <a:r>
              <a:rPr sz="2000" b="1" dirty="0">
                <a:solidFill>
                  <a:srgbClr val="000000"/>
                </a:solidFill>
                <a:latin typeface="Times New Roman"/>
                <a:cs typeface="Times New Roman"/>
              </a:rPr>
              <a:t> </a:t>
            </a:r>
            <a:r>
              <a:rPr sz="2000" b="1" dirty="0">
                <a:solidFill>
                  <a:srgbClr val="000000"/>
                </a:solidFill>
                <a:latin typeface="CRUWVR+TimesNewRomanPS-BoldMT"/>
                <a:cs typeface="CRUWVR+TimesNewRomanPS-BoldMT"/>
              </a:rPr>
              <a:t>Python</a:t>
            </a:r>
            <a:r>
              <a:rPr sz="2000" b="1" dirty="0">
                <a:solidFill>
                  <a:srgbClr val="000000"/>
                </a:solidFill>
                <a:latin typeface="Times New Roman"/>
                <a:cs typeface="Times New Roman"/>
              </a:rPr>
              <a:t> </a:t>
            </a:r>
            <a:r>
              <a:rPr sz="2000" b="1" dirty="0">
                <a:solidFill>
                  <a:srgbClr val="000000"/>
                </a:solidFill>
                <a:latin typeface="CRUWVR+TimesNewRomanPS-BoldMT"/>
                <a:cs typeface="CRUWVR+TimesNewRomanPS-BoldMT"/>
              </a:rPr>
              <a:t>program</a:t>
            </a:r>
            <a:r>
              <a:rPr sz="2000" b="1" dirty="0">
                <a:solidFill>
                  <a:srgbClr val="000000"/>
                </a:solidFill>
                <a:latin typeface="Times New Roman"/>
                <a:cs typeface="Times New Roman"/>
              </a:rPr>
              <a:t> </a:t>
            </a:r>
            <a:r>
              <a:rPr sz="2000" b="1" dirty="0">
                <a:solidFill>
                  <a:srgbClr val="000000"/>
                </a:solidFill>
                <a:latin typeface="CRUWVR+TimesNewRomanPS-BoldMT"/>
                <a:cs typeface="CRUWVR+TimesNewRomanPS-BoldMT"/>
              </a:rPr>
              <a:t>to</a:t>
            </a:r>
            <a:r>
              <a:rPr sz="2000" b="1" dirty="0">
                <a:solidFill>
                  <a:srgbClr val="000000"/>
                </a:solidFill>
                <a:latin typeface="Times New Roman"/>
                <a:cs typeface="Times New Roman"/>
              </a:rPr>
              <a:t> </a:t>
            </a:r>
            <a:r>
              <a:rPr sz="2000" b="1" dirty="0">
                <a:solidFill>
                  <a:srgbClr val="000000"/>
                </a:solidFill>
                <a:latin typeface="CRUWVR+TimesNewRomanPS-BoldMT"/>
                <a:cs typeface="CRUWVR+TimesNewRomanPS-BoldMT"/>
              </a:rPr>
              <a:t>demonstrate</a:t>
            </a:r>
          </a:p>
          <a:p>
            <a:pPr marL="0" marR="0">
              <a:lnSpc>
                <a:spcPts val="2214"/>
              </a:lnSpc>
              <a:spcBef>
                <a:spcPts val="185"/>
              </a:spcBef>
              <a:spcAft>
                <a:spcPts val="0"/>
              </a:spcAft>
            </a:pPr>
            <a:r>
              <a:rPr sz="2000" b="1" dirty="0">
                <a:solidFill>
                  <a:srgbClr val="000000"/>
                </a:solidFill>
                <a:latin typeface="CRUWVR+TimesNewRomanPS-BoldMT"/>
                <a:cs typeface="CRUWVR+TimesNewRomanPS-BoldMT"/>
              </a:rPr>
              <a:t>multiline</a:t>
            </a:r>
            <a:r>
              <a:rPr sz="2000" b="1" dirty="0">
                <a:solidFill>
                  <a:srgbClr val="000000"/>
                </a:solidFill>
                <a:latin typeface="Times New Roman"/>
                <a:cs typeface="Times New Roman"/>
              </a:rPr>
              <a:t> </a:t>
            </a:r>
            <a:r>
              <a:rPr sz="2000" b="1" dirty="0">
                <a:solidFill>
                  <a:srgbClr val="000000"/>
                </a:solidFill>
                <a:latin typeface="CRUWVR+TimesNewRomanPS-BoldMT"/>
                <a:cs typeface="CRUWVR+TimesNewRomanPS-BoldMT"/>
              </a:rPr>
              <a:t>comments"""</a:t>
            </a:r>
          </a:p>
          <a:p>
            <a:pPr marL="0" marR="0">
              <a:lnSpc>
                <a:spcPts val="2214"/>
              </a:lnSpc>
              <a:spcBef>
                <a:spcPts val="185"/>
              </a:spcBef>
              <a:spcAft>
                <a:spcPts val="0"/>
              </a:spcAft>
            </a:pPr>
            <a:r>
              <a:rPr sz="2000" b="1" dirty="0">
                <a:solidFill>
                  <a:srgbClr val="000000"/>
                </a:solidFill>
                <a:latin typeface="CRUWVR+TimesNewRomanPS-BoldMT"/>
                <a:cs typeface="CRUWVR+TimesNewRomanPS-BoldMT"/>
              </a:rPr>
              <a:t>print("Multiline</a:t>
            </a:r>
            <a:r>
              <a:rPr sz="2000" b="1" dirty="0">
                <a:solidFill>
                  <a:srgbClr val="000000"/>
                </a:solidFill>
                <a:latin typeface="Times New Roman"/>
                <a:cs typeface="Times New Roman"/>
              </a:rPr>
              <a:t> </a:t>
            </a:r>
            <a:r>
              <a:rPr sz="2000" b="1" dirty="0">
                <a:solidFill>
                  <a:srgbClr val="000000"/>
                </a:solidFill>
                <a:latin typeface="CRUWVR+TimesNewRomanPS-BoldMT"/>
                <a:cs typeface="CRUWVR+TimesNewRomanPS-BoldMT"/>
              </a:rPr>
              <a:t>comments")</a:t>
            </a: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1"/>
          <p:cNvSpPr/>
          <p:nvPr/>
        </p:nvSpPr>
        <p:spPr>
          <a:xfrm>
            <a:off x="0" y="0"/>
            <a:ext cx="9144000" cy="5143500"/>
          </a:xfrm>
          <a:prstGeom prst="rect">
            <a:avLst/>
          </a:prstGeom>
          <a:blipFill>
            <a:blip r:embed="rId2" cstate="print"/>
            <a:stretch>
              <a:fillRect/>
            </a:stretch>
          </a:blipFill>
        </p:spPr>
        <p:txBody>
          <a:bodyPr wrap="square" lIns="0" tIns="0" rIns="0" bIns="0" rtlCol="0">
            <a:spAutoFit/>
          </a:bodyPr>
          <a:lstStyle/>
          <a:p>
            <a:endParaRPr/>
          </a:p>
        </p:txBody>
      </p:sp>
      <p:sp>
        <p:nvSpPr>
          <p:cNvPr id="3" name="object 3"/>
          <p:cNvSpPr txBox="1"/>
          <p:nvPr/>
        </p:nvSpPr>
        <p:spPr>
          <a:xfrm>
            <a:off x="640765" y="34059"/>
            <a:ext cx="7511853" cy="1177185"/>
          </a:xfrm>
          <a:prstGeom prst="rect">
            <a:avLst/>
          </a:prstGeom>
        </p:spPr>
        <p:txBody>
          <a:bodyPr vert="horz" wrap="square" lIns="0" tIns="0" rIns="0" bIns="0" rtlCol="0">
            <a:spAutoFit/>
          </a:bodyPr>
          <a:lstStyle/>
          <a:p>
            <a:pPr marL="0" marR="0">
              <a:lnSpc>
                <a:spcPts val="3986"/>
              </a:lnSpc>
              <a:spcBef>
                <a:spcPts val="0"/>
              </a:spcBef>
              <a:spcAft>
                <a:spcPts val="0"/>
              </a:spcAft>
            </a:pPr>
            <a:r>
              <a:rPr sz="3600" b="1" dirty="0">
                <a:solidFill>
                  <a:srgbClr val="C00000"/>
                </a:solidFill>
                <a:latin typeface="CRUWVR+TimesNewRomanPS-BoldMT"/>
                <a:cs typeface="CRUWVR+TimesNewRomanPS-BoldMT"/>
              </a:rPr>
              <a:t>Python</a:t>
            </a:r>
            <a:r>
              <a:rPr sz="3600" b="1" dirty="0">
                <a:solidFill>
                  <a:srgbClr val="C00000"/>
                </a:solidFill>
                <a:latin typeface="Times New Roman"/>
                <a:cs typeface="Times New Roman"/>
              </a:rPr>
              <a:t> </a:t>
            </a:r>
            <a:r>
              <a:rPr sz="3600" b="1" dirty="0">
                <a:solidFill>
                  <a:srgbClr val="C00000"/>
                </a:solidFill>
                <a:latin typeface="CRUWVR+TimesNewRomanPS-BoldMT"/>
                <a:cs typeface="CRUWVR+TimesNewRomanPS-BoldMT"/>
              </a:rPr>
              <a:t>Docstring</a:t>
            </a:r>
          </a:p>
          <a:p>
            <a:pPr marL="45034" marR="0">
              <a:lnSpc>
                <a:spcPts val="2436"/>
              </a:lnSpc>
              <a:spcBef>
                <a:spcPts val="484"/>
              </a:spcBef>
              <a:spcAft>
                <a:spcPts val="0"/>
              </a:spcAft>
            </a:pPr>
            <a:r>
              <a:rPr sz="1400" dirty="0">
                <a:solidFill>
                  <a:srgbClr val="595959"/>
                </a:solidFill>
                <a:latin typeface="QPSRJE+ArialMT"/>
                <a:cs typeface="QPSRJE+ArialMT"/>
              </a:rPr>
              <a:t>•</a:t>
            </a:r>
            <a:r>
              <a:rPr sz="1400" spc="960" dirty="0">
                <a:solidFill>
                  <a:srgbClr val="595959"/>
                </a:solidFill>
                <a:latin typeface="Times New Roman"/>
                <a:cs typeface="Times New Roman"/>
              </a:rPr>
              <a:t> </a:t>
            </a:r>
            <a:r>
              <a:rPr sz="2200" dirty="0">
                <a:solidFill>
                  <a:srgbClr val="000000"/>
                </a:solidFill>
                <a:latin typeface="SNTQHS+TimesNewRomanPSMT"/>
                <a:cs typeface="SNTQHS+TimesNewRomanPSMT"/>
              </a:rPr>
              <a:t>Python</a:t>
            </a:r>
            <a:r>
              <a:rPr sz="2200" dirty="0">
                <a:solidFill>
                  <a:srgbClr val="000000"/>
                </a:solidFill>
                <a:latin typeface="Times New Roman"/>
                <a:cs typeface="Times New Roman"/>
              </a:rPr>
              <a:t> </a:t>
            </a:r>
            <a:r>
              <a:rPr sz="2200" dirty="0">
                <a:solidFill>
                  <a:srgbClr val="000000"/>
                </a:solidFill>
                <a:latin typeface="SNTQHS+TimesNewRomanPSMT"/>
                <a:cs typeface="SNTQHS+TimesNewRomanPSMT"/>
              </a:rPr>
              <a:t>Docstring</a:t>
            </a:r>
            <a:r>
              <a:rPr sz="2200" dirty="0">
                <a:solidFill>
                  <a:srgbClr val="000000"/>
                </a:solidFill>
                <a:latin typeface="Times New Roman"/>
                <a:cs typeface="Times New Roman"/>
              </a:rPr>
              <a:t> </a:t>
            </a:r>
            <a:r>
              <a:rPr sz="2200" dirty="0">
                <a:solidFill>
                  <a:srgbClr val="000000"/>
                </a:solidFill>
                <a:latin typeface="SNTQHS+TimesNewRomanPSMT"/>
                <a:cs typeface="SNTQHS+TimesNewRomanPSMT"/>
              </a:rPr>
              <a:t>is</a:t>
            </a:r>
            <a:r>
              <a:rPr sz="2200" dirty="0">
                <a:solidFill>
                  <a:srgbClr val="000000"/>
                </a:solidFill>
                <a:latin typeface="Times New Roman"/>
                <a:cs typeface="Times New Roman"/>
              </a:rPr>
              <a:t> </a:t>
            </a:r>
            <a:r>
              <a:rPr sz="2200" dirty="0">
                <a:solidFill>
                  <a:srgbClr val="000000"/>
                </a:solidFill>
                <a:latin typeface="SNTQHS+TimesNewRomanPSMT"/>
                <a:cs typeface="SNTQHS+TimesNewRomanPSMT"/>
              </a:rPr>
              <a:t>the</a:t>
            </a:r>
            <a:r>
              <a:rPr sz="2200" dirty="0">
                <a:solidFill>
                  <a:srgbClr val="000000"/>
                </a:solidFill>
                <a:latin typeface="Times New Roman"/>
                <a:cs typeface="Times New Roman"/>
              </a:rPr>
              <a:t> </a:t>
            </a:r>
            <a:r>
              <a:rPr sz="2200" dirty="0">
                <a:solidFill>
                  <a:srgbClr val="000000"/>
                </a:solidFill>
                <a:latin typeface="SNTQHS+TimesNewRomanPSMT"/>
                <a:cs typeface="SNTQHS+TimesNewRomanPSMT"/>
              </a:rPr>
              <a:t>string</a:t>
            </a:r>
            <a:r>
              <a:rPr sz="2200" dirty="0">
                <a:solidFill>
                  <a:srgbClr val="000000"/>
                </a:solidFill>
                <a:latin typeface="Times New Roman"/>
                <a:cs typeface="Times New Roman"/>
              </a:rPr>
              <a:t> </a:t>
            </a:r>
            <a:r>
              <a:rPr sz="2200" dirty="0">
                <a:solidFill>
                  <a:srgbClr val="000000"/>
                </a:solidFill>
                <a:latin typeface="SNTQHS+TimesNewRomanPSMT"/>
                <a:cs typeface="SNTQHS+TimesNewRomanPSMT"/>
              </a:rPr>
              <a:t>literals</a:t>
            </a:r>
            <a:r>
              <a:rPr sz="2200" dirty="0">
                <a:solidFill>
                  <a:srgbClr val="000000"/>
                </a:solidFill>
                <a:latin typeface="Times New Roman"/>
                <a:cs typeface="Times New Roman"/>
              </a:rPr>
              <a:t> </a:t>
            </a:r>
            <a:r>
              <a:rPr sz="2200" dirty="0">
                <a:solidFill>
                  <a:srgbClr val="000000"/>
                </a:solidFill>
                <a:latin typeface="SNTQHS+TimesNewRomanPSMT"/>
                <a:cs typeface="SNTQHS+TimesNewRomanPSMT"/>
              </a:rPr>
              <a:t>with</a:t>
            </a:r>
            <a:r>
              <a:rPr sz="2200" dirty="0">
                <a:solidFill>
                  <a:srgbClr val="000000"/>
                </a:solidFill>
                <a:latin typeface="Times New Roman"/>
                <a:cs typeface="Times New Roman"/>
              </a:rPr>
              <a:t> </a:t>
            </a:r>
            <a:r>
              <a:rPr sz="2200" dirty="0">
                <a:solidFill>
                  <a:srgbClr val="000000"/>
                </a:solidFill>
                <a:latin typeface="SNTQHS+TimesNewRomanPSMT"/>
                <a:cs typeface="SNTQHS+TimesNewRomanPSMT"/>
              </a:rPr>
              <a:t>triple</a:t>
            </a:r>
            <a:r>
              <a:rPr sz="2200" dirty="0">
                <a:solidFill>
                  <a:srgbClr val="000000"/>
                </a:solidFill>
                <a:latin typeface="Times New Roman"/>
                <a:cs typeface="Times New Roman"/>
              </a:rPr>
              <a:t> </a:t>
            </a:r>
            <a:r>
              <a:rPr sz="2200" dirty="0">
                <a:solidFill>
                  <a:srgbClr val="000000"/>
                </a:solidFill>
                <a:latin typeface="SNTQHS+TimesNewRomanPSMT"/>
                <a:cs typeface="SNTQHS+TimesNewRomanPSMT"/>
              </a:rPr>
              <a:t>quotes</a:t>
            </a:r>
            <a:r>
              <a:rPr sz="2200" dirty="0">
                <a:solidFill>
                  <a:srgbClr val="000000"/>
                </a:solidFill>
                <a:latin typeface="Times New Roman"/>
                <a:cs typeface="Times New Roman"/>
              </a:rPr>
              <a:t> </a:t>
            </a:r>
            <a:r>
              <a:rPr sz="2200" dirty="0">
                <a:solidFill>
                  <a:srgbClr val="000000"/>
                </a:solidFill>
                <a:latin typeface="SNTQHS+TimesNewRomanPSMT"/>
                <a:cs typeface="SNTQHS+TimesNewRomanPSMT"/>
              </a:rPr>
              <a:t>that</a:t>
            </a:r>
            <a:r>
              <a:rPr sz="2200" dirty="0">
                <a:solidFill>
                  <a:srgbClr val="000000"/>
                </a:solidFill>
                <a:latin typeface="Times New Roman"/>
                <a:cs typeface="Times New Roman"/>
              </a:rPr>
              <a:t> </a:t>
            </a:r>
            <a:r>
              <a:rPr sz="2200" dirty="0">
                <a:solidFill>
                  <a:srgbClr val="000000"/>
                </a:solidFill>
                <a:latin typeface="SNTQHS+TimesNewRomanPSMT"/>
                <a:cs typeface="SNTQHS+TimesNewRomanPSMT"/>
              </a:rPr>
              <a:t>are</a:t>
            </a:r>
          </a:p>
          <a:p>
            <a:pPr marL="273634" marR="0">
              <a:lnSpc>
                <a:spcPts val="2111"/>
              </a:lnSpc>
              <a:spcBef>
                <a:spcPts val="0"/>
              </a:spcBef>
              <a:spcAft>
                <a:spcPts val="0"/>
              </a:spcAft>
            </a:pPr>
            <a:r>
              <a:rPr sz="2200" dirty="0">
                <a:solidFill>
                  <a:srgbClr val="000000"/>
                </a:solidFill>
                <a:latin typeface="SNTQHS+TimesNewRomanPSMT"/>
                <a:cs typeface="SNTQHS+TimesNewRomanPSMT"/>
              </a:rPr>
              <a:t>appeared</a:t>
            </a:r>
            <a:r>
              <a:rPr sz="2200" dirty="0">
                <a:solidFill>
                  <a:srgbClr val="000000"/>
                </a:solidFill>
                <a:latin typeface="Times New Roman"/>
                <a:cs typeface="Times New Roman"/>
              </a:rPr>
              <a:t> </a:t>
            </a:r>
            <a:r>
              <a:rPr sz="2200" dirty="0">
                <a:solidFill>
                  <a:srgbClr val="000000"/>
                </a:solidFill>
                <a:latin typeface="SNTQHS+TimesNewRomanPSMT"/>
                <a:cs typeface="SNTQHS+TimesNewRomanPSMT"/>
              </a:rPr>
              <a:t>right</a:t>
            </a:r>
            <a:r>
              <a:rPr sz="2200" dirty="0">
                <a:solidFill>
                  <a:srgbClr val="000000"/>
                </a:solidFill>
                <a:latin typeface="Times New Roman"/>
                <a:cs typeface="Times New Roman"/>
              </a:rPr>
              <a:t> </a:t>
            </a:r>
            <a:r>
              <a:rPr sz="2200" dirty="0">
                <a:solidFill>
                  <a:srgbClr val="000000"/>
                </a:solidFill>
                <a:latin typeface="SNTQHS+TimesNewRomanPSMT"/>
                <a:cs typeface="SNTQHS+TimesNewRomanPSMT"/>
              </a:rPr>
              <a:t>after</a:t>
            </a:r>
            <a:r>
              <a:rPr sz="2200" dirty="0">
                <a:solidFill>
                  <a:srgbClr val="000000"/>
                </a:solidFill>
                <a:latin typeface="Times New Roman"/>
                <a:cs typeface="Times New Roman"/>
              </a:rPr>
              <a:t> </a:t>
            </a:r>
            <a:r>
              <a:rPr sz="2200" dirty="0">
                <a:solidFill>
                  <a:srgbClr val="000000"/>
                </a:solidFill>
                <a:latin typeface="SNTQHS+TimesNewRomanPSMT"/>
                <a:cs typeface="SNTQHS+TimesNewRomanPSMT"/>
              </a:rPr>
              <a:t>the</a:t>
            </a:r>
            <a:r>
              <a:rPr sz="2200" dirty="0">
                <a:solidFill>
                  <a:srgbClr val="000000"/>
                </a:solidFill>
                <a:latin typeface="Times New Roman"/>
                <a:cs typeface="Times New Roman"/>
              </a:rPr>
              <a:t> </a:t>
            </a:r>
            <a:r>
              <a:rPr sz="2200" dirty="0">
                <a:solidFill>
                  <a:srgbClr val="000000"/>
                </a:solidFill>
                <a:latin typeface="SNTQHS+TimesNewRomanPSMT"/>
                <a:cs typeface="SNTQHS+TimesNewRomanPSMT"/>
              </a:rPr>
              <a:t>function.</a:t>
            </a:r>
          </a:p>
        </p:txBody>
      </p:sp>
      <p:sp>
        <p:nvSpPr>
          <p:cNvPr id="4" name="object 4"/>
          <p:cNvSpPr txBox="1"/>
          <p:nvPr/>
        </p:nvSpPr>
        <p:spPr>
          <a:xfrm>
            <a:off x="685800" y="1131954"/>
            <a:ext cx="8002430" cy="1152185"/>
          </a:xfrm>
          <a:prstGeom prst="rect">
            <a:avLst/>
          </a:prstGeom>
        </p:spPr>
        <p:txBody>
          <a:bodyPr vert="horz" wrap="square" lIns="0" tIns="0" rIns="0" bIns="0" rtlCol="0">
            <a:spAutoFit/>
          </a:bodyPr>
          <a:lstStyle/>
          <a:p>
            <a:pPr marL="0" marR="0">
              <a:lnSpc>
                <a:spcPts val="2436"/>
              </a:lnSpc>
              <a:spcBef>
                <a:spcPts val="0"/>
              </a:spcBef>
              <a:spcAft>
                <a:spcPts val="0"/>
              </a:spcAft>
            </a:pPr>
            <a:r>
              <a:rPr sz="1400" dirty="0">
                <a:solidFill>
                  <a:srgbClr val="595959"/>
                </a:solidFill>
                <a:latin typeface="QPSRJE+ArialMT"/>
                <a:cs typeface="QPSRJE+ArialMT"/>
              </a:rPr>
              <a:t>•</a:t>
            </a:r>
            <a:r>
              <a:rPr sz="1400" spc="960" dirty="0">
                <a:solidFill>
                  <a:srgbClr val="595959"/>
                </a:solidFill>
                <a:latin typeface="Times New Roman"/>
                <a:cs typeface="Times New Roman"/>
              </a:rPr>
              <a:t> </a:t>
            </a:r>
            <a:r>
              <a:rPr sz="2200" dirty="0">
                <a:solidFill>
                  <a:srgbClr val="000000"/>
                </a:solidFill>
                <a:latin typeface="SNTQHS+TimesNewRomanPSMT"/>
                <a:cs typeface="SNTQHS+TimesNewRomanPSMT"/>
              </a:rPr>
              <a:t>It</a:t>
            </a:r>
            <a:r>
              <a:rPr sz="2200" dirty="0">
                <a:solidFill>
                  <a:srgbClr val="000000"/>
                </a:solidFill>
                <a:latin typeface="Times New Roman"/>
                <a:cs typeface="Times New Roman"/>
              </a:rPr>
              <a:t> </a:t>
            </a:r>
            <a:r>
              <a:rPr sz="2200" dirty="0">
                <a:solidFill>
                  <a:srgbClr val="000000"/>
                </a:solidFill>
                <a:latin typeface="SNTQHS+TimesNewRomanPSMT"/>
                <a:cs typeface="SNTQHS+TimesNewRomanPSMT"/>
              </a:rPr>
              <a:t>is</a:t>
            </a:r>
            <a:r>
              <a:rPr sz="2200" dirty="0">
                <a:solidFill>
                  <a:srgbClr val="000000"/>
                </a:solidFill>
                <a:latin typeface="Times New Roman"/>
                <a:cs typeface="Times New Roman"/>
              </a:rPr>
              <a:t> </a:t>
            </a:r>
            <a:r>
              <a:rPr sz="2200" dirty="0">
                <a:solidFill>
                  <a:srgbClr val="000000"/>
                </a:solidFill>
                <a:latin typeface="SNTQHS+TimesNewRomanPSMT"/>
                <a:cs typeface="SNTQHS+TimesNewRomanPSMT"/>
              </a:rPr>
              <a:t>used</a:t>
            </a:r>
            <a:r>
              <a:rPr sz="2200" dirty="0">
                <a:solidFill>
                  <a:srgbClr val="000000"/>
                </a:solidFill>
                <a:latin typeface="Times New Roman"/>
                <a:cs typeface="Times New Roman"/>
              </a:rPr>
              <a:t> </a:t>
            </a:r>
            <a:r>
              <a:rPr sz="2200" dirty="0">
                <a:solidFill>
                  <a:srgbClr val="000000"/>
                </a:solidFill>
                <a:latin typeface="SNTQHS+TimesNewRomanPSMT"/>
                <a:cs typeface="SNTQHS+TimesNewRomanPSMT"/>
              </a:rPr>
              <a:t>to</a:t>
            </a:r>
            <a:r>
              <a:rPr sz="2200" dirty="0">
                <a:solidFill>
                  <a:srgbClr val="000000"/>
                </a:solidFill>
                <a:latin typeface="Times New Roman"/>
                <a:cs typeface="Times New Roman"/>
              </a:rPr>
              <a:t> </a:t>
            </a:r>
            <a:r>
              <a:rPr sz="2200" dirty="0">
                <a:solidFill>
                  <a:srgbClr val="000000"/>
                </a:solidFill>
                <a:latin typeface="SNTQHS+TimesNewRomanPSMT"/>
                <a:cs typeface="SNTQHS+TimesNewRomanPSMT"/>
              </a:rPr>
              <a:t>associate</a:t>
            </a:r>
            <a:r>
              <a:rPr sz="2200" dirty="0">
                <a:solidFill>
                  <a:srgbClr val="000000"/>
                </a:solidFill>
                <a:latin typeface="Times New Roman"/>
                <a:cs typeface="Times New Roman"/>
              </a:rPr>
              <a:t> </a:t>
            </a:r>
            <a:r>
              <a:rPr sz="2200" dirty="0">
                <a:solidFill>
                  <a:srgbClr val="000000"/>
                </a:solidFill>
                <a:latin typeface="SNTQHS+TimesNewRomanPSMT"/>
                <a:cs typeface="SNTQHS+TimesNewRomanPSMT"/>
              </a:rPr>
              <a:t>documentation</a:t>
            </a:r>
            <a:r>
              <a:rPr sz="2200" dirty="0">
                <a:solidFill>
                  <a:srgbClr val="000000"/>
                </a:solidFill>
                <a:latin typeface="Times New Roman"/>
                <a:cs typeface="Times New Roman"/>
              </a:rPr>
              <a:t> </a:t>
            </a:r>
            <a:r>
              <a:rPr sz="2200" dirty="0">
                <a:solidFill>
                  <a:srgbClr val="000000"/>
                </a:solidFill>
                <a:latin typeface="SNTQHS+TimesNewRomanPSMT"/>
                <a:cs typeface="SNTQHS+TimesNewRomanPSMT"/>
              </a:rPr>
              <a:t>that</a:t>
            </a:r>
            <a:r>
              <a:rPr sz="2200" dirty="0">
                <a:solidFill>
                  <a:srgbClr val="000000"/>
                </a:solidFill>
                <a:latin typeface="Times New Roman"/>
                <a:cs typeface="Times New Roman"/>
              </a:rPr>
              <a:t> </a:t>
            </a:r>
            <a:r>
              <a:rPr sz="2200" dirty="0">
                <a:solidFill>
                  <a:srgbClr val="000000"/>
                </a:solidFill>
                <a:latin typeface="SNTQHS+TimesNewRomanPSMT"/>
                <a:cs typeface="SNTQHS+TimesNewRomanPSMT"/>
              </a:rPr>
              <a:t>has</a:t>
            </a:r>
            <a:r>
              <a:rPr sz="2200" dirty="0">
                <a:solidFill>
                  <a:srgbClr val="000000"/>
                </a:solidFill>
                <a:latin typeface="Times New Roman"/>
                <a:cs typeface="Times New Roman"/>
              </a:rPr>
              <a:t> </a:t>
            </a:r>
            <a:r>
              <a:rPr sz="2200" dirty="0">
                <a:solidFill>
                  <a:srgbClr val="000000"/>
                </a:solidFill>
                <a:latin typeface="SNTQHS+TimesNewRomanPSMT"/>
                <a:cs typeface="SNTQHS+TimesNewRomanPSMT"/>
              </a:rPr>
              <a:t>been</a:t>
            </a:r>
            <a:r>
              <a:rPr sz="2200" dirty="0">
                <a:solidFill>
                  <a:srgbClr val="000000"/>
                </a:solidFill>
                <a:latin typeface="Times New Roman"/>
                <a:cs typeface="Times New Roman"/>
              </a:rPr>
              <a:t> </a:t>
            </a:r>
            <a:r>
              <a:rPr sz="2200" dirty="0">
                <a:solidFill>
                  <a:srgbClr val="000000"/>
                </a:solidFill>
                <a:latin typeface="SNTQHS+TimesNewRomanPSMT"/>
                <a:cs typeface="SNTQHS+TimesNewRomanPSMT"/>
              </a:rPr>
              <a:t>written</a:t>
            </a:r>
            <a:r>
              <a:rPr sz="2200" dirty="0">
                <a:solidFill>
                  <a:srgbClr val="000000"/>
                </a:solidFill>
                <a:latin typeface="Times New Roman"/>
                <a:cs typeface="Times New Roman"/>
              </a:rPr>
              <a:t> </a:t>
            </a:r>
            <a:r>
              <a:rPr sz="2200" dirty="0">
                <a:solidFill>
                  <a:srgbClr val="000000"/>
                </a:solidFill>
                <a:latin typeface="SNTQHS+TimesNewRomanPSMT"/>
                <a:cs typeface="SNTQHS+TimesNewRomanPSMT"/>
              </a:rPr>
              <a:t>with</a:t>
            </a:r>
          </a:p>
          <a:p>
            <a:pPr marL="228600" marR="0">
              <a:lnSpc>
                <a:spcPts val="2111"/>
              </a:lnSpc>
              <a:spcBef>
                <a:spcPts val="0"/>
              </a:spcBef>
              <a:spcAft>
                <a:spcPts val="0"/>
              </a:spcAft>
            </a:pPr>
            <a:r>
              <a:rPr sz="2200" dirty="0">
                <a:solidFill>
                  <a:srgbClr val="000000"/>
                </a:solidFill>
                <a:latin typeface="SNTQHS+TimesNewRomanPSMT"/>
                <a:cs typeface="SNTQHS+TimesNewRomanPSMT"/>
              </a:rPr>
              <a:t>Python</a:t>
            </a:r>
            <a:r>
              <a:rPr sz="2200" dirty="0">
                <a:solidFill>
                  <a:srgbClr val="000000"/>
                </a:solidFill>
                <a:latin typeface="Times New Roman"/>
                <a:cs typeface="Times New Roman"/>
              </a:rPr>
              <a:t> </a:t>
            </a:r>
            <a:r>
              <a:rPr sz="2200" dirty="0">
                <a:solidFill>
                  <a:srgbClr val="000000"/>
                </a:solidFill>
                <a:latin typeface="SNTQHS+TimesNewRomanPSMT"/>
                <a:cs typeface="SNTQHS+TimesNewRomanPSMT"/>
              </a:rPr>
              <a:t>modules,</a:t>
            </a:r>
            <a:r>
              <a:rPr sz="2200" dirty="0">
                <a:solidFill>
                  <a:srgbClr val="000000"/>
                </a:solidFill>
                <a:latin typeface="Times New Roman"/>
                <a:cs typeface="Times New Roman"/>
              </a:rPr>
              <a:t> </a:t>
            </a:r>
            <a:r>
              <a:rPr sz="2200" dirty="0">
                <a:solidFill>
                  <a:srgbClr val="000000"/>
                </a:solidFill>
                <a:latin typeface="SNTQHS+TimesNewRomanPSMT"/>
                <a:cs typeface="SNTQHS+TimesNewRomanPSMT"/>
              </a:rPr>
              <a:t>functions,</a:t>
            </a:r>
            <a:r>
              <a:rPr sz="2200" dirty="0">
                <a:solidFill>
                  <a:srgbClr val="000000"/>
                </a:solidFill>
                <a:latin typeface="Times New Roman"/>
                <a:cs typeface="Times New Roman"/>
              </a:rPr>
              <a:t> </a:t>
            </a:r>
            <a:r>
              <a:rPr sz="2200" dirty="0">
                <a:solidFill>
                  <a:srgbClr val="000000"/>
                </a:solidFill>
                <a:latin typeface="SNTQHS+TimesNewRomanPSMT"/>
                <a:cs typeface="SNTQHS+TimesNewRomanPSMT"/>
              </a:rPr>
              <a:t>classes,</a:t>
            </a:r>
            <a:r>
              <a:rPr sz="2200" dirty="0">
                <a:solidFill>
                  <a:srgbClr val="000000"/>
                </a:solidFill>
                <a:latin typeface="Times New Roman"/>
                <a:cs typeface="Times New Roman"/>
              </a:rPr>
              <a:t> </a:t>
            </a:r>
            <a:r>
              <a:rPr sz="2200" dirty="0">
                <a:solidFill>
                  <a:srgbClr val="000000"/>
                </a:solidFill>
                <a:latin typeface="SNTQHS+TimesNewRomanPSMT"/>
                <a:cs typeface="SNTQHS+TimesNewRomanPSMT"/>
              </a:rPr>
              <a:t>and</a:t>
            </a:r>
            <a:r>
              <a:rPr sz="2200" dirty="0">
                <a:solidFill>
                  <a:srgbClr val="000000"/>
                </a:solidFill>
                <a:latin typeface="Times New Roman"/>
                <a:cs typeface="Times New Roman"/>
              </a:rPr>
              <a:t> </a:t>
            </a:r>
            <a:r>
              <a:rPr sz="2200" dirty="0">
                <a:solidFill>
                  <a:srgbClr val="000000"/>
                </a:solidFill>
                <a:latin typeface="SNTQHS+TimesNewRomanPSMT"/>
                <a:cs typeface="SNTQHS+TimesNewRomanPSMT"/>
              </a:rPr>
              <a:t>methods.</a:t>
            </a:r>
          </a:p>
          <a:p>
            <a:pPr marL="0" marR="0">
              <a:lnSpc>
                <a:spcPts val="2111"/>
              </a:lnSpc>
              <a:spcBef>
                <a:spcPts val="50"/>
              </a:spcBef>
              <a:spcAft>
                <a:spcPts val="0"/>
              </a:spcAft>
            </a:pPr>
            <a:r>
              <a:rPr sz="1400" dirty="0">
                <a:solidFill>
                  <a:srgbClr val="595959"/>
                </a:solidFill>
                <a:latin typeface="QPSRJE+ArialMT"/>
                <a:cs typeface="QPSRJE+ArialMT"/>
              </a:rPr>
              <a:t>•</a:t>
            </a:r>
            <a:r>
              <a:rPr sz="1400" spc="960" dirty="0">
                <a:solidFill>
                  <a:srgbClr val="595959"/>
                </a:solidFill>
                <a:latin typeface="Times New Roman"/>
                <a:cs typeface="Times New Roman"/>
              </a:rPr>
              <a:t> </a:t>
            </a:r>
            <a:r>
              <a:rPr sz="2200" dirty="0">
                <a:solidFill>
                  <a:srgbClr val="000000"/>
                </a:solidFill>
                <a:latin typeface="SNTQHS+TimesNewRomanPSMT"/>
                <a:cs typeface="SNTQHS+TimesNewRomanPSMT"/>
              </a:rPr>
              <a:t>It</a:t>
            </a:r>
            <a:r>
              <a:rPr sz="2200" dirty="0">
                <a:solidFill>
                  <a:srgbClr val="000000"/>
                </a:solidFill>
                <a:latin typeface="Times New Roman"/>
                <a:cs typeface="Times New Roman"/>
              </a:rPr>
              <a:t> </a:t>
            </a:r>
            <a:r>
              <a:rPr sz="2200" dirty="0">
                <a:solidFill>
                  <a:srgbClr val="000000"/>
                </a:solidFill>
                <a:latin typeface="SNTQHS+TimesNewRomanPSMT"/>
                <a:cs typeface="SNTQHS+TimesNewRomanPSMT"/>
              </a:rPr>
              <a:t>is</a:t>
            </a:r>
            <a:r>
              <a:rPr sz="2200" dirty="0">
                <a:solidFill>
                  <a:srgbClr val="000000"/>
                </a:solidFill>
                <a:latin typeface="Times New Roman"/>
                <a:cs typeface="Times New Roman"/>
              </a:rPr>
              <a:t> </a:t>
            </a:r>
            <a:r>
              <a:rPr sz="2200" dirty="0">
                <a:solidFill>
                  <a:srgbClr val="000000"/>
                </a:solidFill>
                <a:latin typeface="SNTQHS+TimesNewRomanPSMT"/>
                <a:cs typeface="SNTQHS+TimesNewRomanPSMT"/>
              </a:rPr>
              <a:t>added</a:t>
            </a:r>
            <a:r>
              <a:rPr sz="2200" dirty="0">
                <a:solidFill>
                  <a:srgbClr val="000000"/>
                </a:solidFill>
                <a:latin typeface="Times New Roman"/>
                <a:cs typeface="Times New Roman"/>
              </a:rPr>
              <a:t> </a:t>
            </a:r>
            <a:r>
              <a:rPr sz="2200" dirty="0">
                <a:solidFill>
                  <a:srgbClr val="000000"/>
                </a:solidFill>
                <a:latin typeface="SNTQHS+TimesNewRomanPSMT"/>
                <a:cs typeface="SNTQHS+TimesNewRomanPSMT"/>
              </a:rPr>
              <a:t>right</a:t>
            </a:r>
            <a:r>
              <a:rPr sz="2200" dirty="0">
                <a:solidFill>
                  <a:srgbClr val="000000"/>
                </a:solidFill>
                <a:latin typeface="Times New Roman"/>
                <a:cs typeface="Times New Roman"/>
              </a:rPr>
              <a:t> </a:t>
            </a:r>
            <a:r>
              <a:rPr sz="2200" dirty="0">
                <a:solidFill>
                  <a:srgbClr val="000000"/>
                </a:solidFill>
                <a:latin typeface="SNTQHS+TimesNewRomanPSMT"/>
                <a:cs typeface="SNTQHS+TimesNewRomanPSMT"/>
              </a:rPr>
              <a:t>below</a:t>
            </a:r>
            <a:r>
              <a:rPr sz="2200" dirty="0">
                <a:solidFill>
                  <a:srgbClr val="000000"/>
                </a:solidFill>
                <a:latin typeface="Times New Roman"/>
                <a:cs typeface="Times New Roman"/>
              </a:rPr>
              <a:t> </a:t>
            </a:r>
            <a:r>
              <a:rPr sz="2200" dirty="0">
                <a:solidFill>
                  <a:srgbClr val="000000"/>
                </a:solidFill>
                <a:latin typeface="SNTQHS+TimesNewRomanPSMT"/>
                <a:cs typeface="SNTQHS+TimesNewRomanPSMT"/>
              </a:rPr>
              <a:t>the</a:t>
            </a:r>
            <a:r>
              <a:rPr sz="2200" dirty="0">
                <a:solidFill>
                  <a:srgbClr val="000000"/>
                </a:solidFill>
                <a:latin typeface="Times New Roman"/>
                <a:cs typeface="Times New Roman"/>
              </a:rPr>
              <a:t> </a:t>
            </a:r>
            <a:r>
              <a:rPr sz="2200" dirty="0">
                <a:solidFill>
                  <a:srgbClr val="000000"/>
                </a:solidFill>
                <a:latin typeface="SNTQHS+TimesNewRomanPSMT"/>
                <a:cs typeface="SNTQHS+TimesNewRomanPSMT"/>
              </a:rPr>
              <a:t>functions,</a:t>
            </a:r>
            <a:r>
              <a:rPr sz="2200" dirty="0">
                <a:solidFill>
                  <a:srgbClr val="000000"/>
                </a:solidFill>
                <a:latin typeface="Times New Roman"/>
                <a:cs typeface="Times New Roman"/>
              </a:rPr>
              <a:t> </a:t>
            </a:r>
            <a:r>
              <a:rPr sz="2200" dirty="0">
                <a:solidFill>
                  <a:srgbClr val="000000"/>
                </a:solidFill>
                <a:latin typeface="SNTQHS+TimesNewRomanPSMT"/>
                <a:cs typeface="SNTQHS+TimesNewRomanPSMT"/>
              </a:rPr>
              <a:t>modules,</a:t>
            </a:r>
            <a:r>
              <a:rPr sz="2200" dirty="0">
                <a:solidFill>
                  <a:srgbClr val="000000"/>
                </a:solidFill>
                <a:latin typeface="Times New Roman"/>
                <a:cs typeface="Times New Roman"/>
              </a:rPr>
              <a:t> </a:t>
            </a:r>
            <a:r>
              <a:rPr sz="2200" dirty="0">
                <a:solidFill>
                  <a:srgbClr val="000000"/>
                </a:solidFill>
                <a:latin typeface="SNTQHS+TimesNewRomanPSMT"/>
                <a:cs typeface="SNTQHS+TimesNewRomanPSMT"/>
              </a:rPr>
              <a:t>or</a:t>
            </a:r>
            <a:r>
              <a:rPr sz="2200" dirty="0">
                <a:solidFill>
                  <a:srgbClr val="000000"/>
                </a:solidFill>
                <a:latin typeface="Times New Roman"/>
                <a:cs typeface="Times New Roman"/>
              </a:rPr>
              <a:t> </a:t>
            </a:r>
            <a:r>
              <a:rPr sz="2200" dirty="0">
                <a:solidFill>
                  <a:srgbClr val="000000"/>
                </a:solidFill>
                <a:latin typeface="SNTQHS+TimesNewRomanPSMT"/>
                <a:cs typeface="SNTQHS+TimesNewRomanPSMT"/>
              </a:rPr>
              <a:t>classes</a:t>
            </a:r>
            <a:r>
              <a:rPr sz="2200" dirty="0">
                <a:solidFill>
                  <a:srgbClr val="000000"/>
                </a:solidFill>
                <a:latin typeface="Times New Roman"/>
                <a:cs typeface="Times New Roman"/>
              </a:rPr>
              <a:t> </a:t>
            </a:r>
            <a:r>
              <a:rPr sz="2200" dirty="0">
                <a:solidFill>
                  <a:srgbClr val="000000"/>
                </a:solidFill>
                <a:latin typeface="SNTQHS+TimesNewRomanPSMT"/>
                <a:cs typeface="SNTQHS+TimesNewRomanPSMT"/>
              </a:rPr>
              <a:t>to</a:t>
            </a:r>
            <a:r>
              <a:rPr sz="2200" dirty="0">
                <a:solidFill>
                  <a:srgbClr val="000000"/>
                </a:solidFill>
                <a:latin typeface="Times New Roman"/>
                <a:cs typeface="Times New Roman"/>
              </a:rPr>
              <a:t> </a:t>
            </a:r>
            <a:r>
              <a:rPr sz="2200" dirty="0">
                <a:solidFill>
                  <a:srgbClr val="000000"/>
                </a:solidFill>
                <a:latin typeface="SNTQHS+TimesNewRomanPSMT"/>
                <a:cs typeface="SNTQHS+TimesNewRomanPSMT"/>
              </a:rPr>
              <a:t>describe</a:t>
            </a:r>
          </a:p>
          <a:p>
            <a:pPr marL="228600" marR="0">
              <a:lnSpc>
                <a:spcPts val="2111"/>
              </a:lnSpc>
              <a:spcBef>
                <a:spcPts val="0"/>
              </a:spcBef>
              <a:spcAft>
                <a:spcPts val="0"/>
              </a:spcAft>
            </a:pPr>
            <a:r>
              <a:rPr sz="2200" dirty="0">
                <a:solidFill>
                  <a:srgbClr val="000000"/>
                </a:solidFill>
                <a:latin typeface="SNTQHS+TimesNewRomanPSMT"/>
                <a:cs typeface="SNTQHS+TimesNewRomanPSMT"/>
              </a:rPr>
              <a:t>what</a:t>
            </a:r>
            <a:r>
              <a:rPr sz="2200" dirty="0">
                <a:solidFill>
                  <a:srgbClr val="000000"/>
                </a:solidFill>
                <a:latin typeface="Times New Roman"/>
                <a:cs typeface="Times New Roman"/>
              </a:rPr>
              <a:t> </a:t>
            </a:r>
            <a:r>
              <a:rPr sz="2200" dirty="0">
                <a:solidFill>
                  <a:srgbClr val="000000"/>
                </a:solidFill>
                <a:latin typeface="SNTQHS+TimesNewRomanPSMT"/>
                <a:cs typeface="SNTQHS+TimesNewRomanPSMT"/>
              </a:rPr>
              <a:t>they</a:t>
            </a:r>
            <a:r>
              <a:rPr sz="2200" dirty="0">
                <a:solidFill>
                  <a:srgbClr val="000000"/>
                </a:solidFill>
                <a:latin typeface="Times New Roman"/>
                <a:cs typeface="Times New Roman"/>
              </a:rPr>
              <a:t> </a:t>
            </a:r>
            <a:r>
              <a:rPr sz="2200" dirty="0">
                <a:solidFill>
                  <a:srgbClr val="000000"/>
                </a:solidFill>
                <a:latin typeface="SNTQHS+TimesNewRomanPSMT"/>
                <a:cs typeface="SNTQHS+TimesNewRomanPSMT"/>
              </a:rPr>
              <a:t>do.</a:t>
            </a:r>
          </a:p>
        </p:txBody>
      </p:sp>
      <p:sp>
        <p:nvSpPr>
          <p:cNvPr id="5" name="object 5"/>
          <p:cNvSpPr txBox="1"/>
          <p:nvPr/>
        </p:nvSpPr>
        <p:spPr>
          <a:xfrm>
            <a:off x="685800" y="2204850"/>
            <a:ext cx="7544815" cy="615737"/>
          </a:xfrm>
          <a:prstGeom prst="rect">
            <a:avLst/>
          </a:prstGeom>
        </p:spPr>
        <p:txBody>
          <a:bodyPr vert="horz" wrap="square" lIns="0" tIns="0" rIns="0" bIns="0" rtlCol="0">
            <a:spAutoFit/>
          </a:bodyPr>
          <a:lstStyle/>
          <a:p>
            <a:pPr marL="0" marR="0">
              <a:lnSpc>
                <a:spcPts val="2436"/>
              </a:lnSpc>
              <a:spcBef>
                <a:spcPts val="0"/>
              </a:spcBef>
              <a:spcAft>
                <a:spcPts val="0"/>
              </a:spcAft>
            </a:pPr>
            <a:r>
              <a:rPr sz="1400" dirty="0">
                <a:solidFill>
                  <a:srgbClr val="595959"/>
                </a:solidFill>
                <a:latin typeface="QPSRJE+ArialMT"/>
                <a:cs typeface="QPSRJE+ArialMT"/>
              </a:rPr>
              <a:t>•</a:t>
            </a:r>
            <a:r>
              <a:rPr sz="1400" spc="1510" dirty="0">
                <a:solidFill>
                  <a:srgbClr val="595959"/>
                </a:solidFill>
                <a:latin typeface="Times New Roman"/>
                <a:cs typeface="Times New Roman"/>
              </a:rPr>
              <a:t> </a:t>
            </a:r>
            <a:r>
              <a:rPr sz="2200" dirty="0">
                <a:solidFill>
                  <a:srgbClr val="000000"/>
                </a:solidFill>
                <a:latin typeface="SNTQHS+TimesNewRomanPSMT"/>
                <a:cs typeface="SNTQHS+TimesNewRomanPSMT"/>
              </a:rPr>
              <a:t>In</a:t>
            </a:r>
            <a:r>
              <a:rPr sz="2200" dirty="0">
                <a:solidFill>
                  <a:srgbClr val="000000"/>
                </a:solidFill>
                <a:latin typeface="Times New Roman"/>
                <a:cs typeface="Times New Roman"/>
              </a:rPr>
              <a:t> </a:t>
            </a:r>
            <a:r>
              <a:rPr sz="2200" dirty="0">
                <a:solidFill>
                  <a:srgbClr val="000000"/>
                </a:solidFill>
                <a:latin typeface="SNTQHS+TimesNewRomanPSMT"/>
                <a:cs typeface="SNTQHS+TimesNewRomanPSMT"/>
              </a:rPr>
              <a:t>Python,</a:t>
            </a:r>
            <a:r>
              <a:rPr sz="2200" dirty="0">
                <a:solidFill>
                  <a:srgbClr val="000000"/>
                </a:solidFill>
                <a:latin typeface="Times New Roman"/>
                <a:cs typeface="Times New Roman"/>
              </a:rPr>
              <a:t> </a:t>
            </a:r>
            <a:r>
              <a:rPr sz="2200" dirty="0">
                <a:solidFill>
                  <a:srgbClr val="000000"/>
                </a:solidFill>
                <a:latin typeface="SNTQHS+TimesNewRomanPSMT"/>
                <a:cs typeface="SNTQHS+TimesNewRomanPSMT"/>
              </a:rPr>
              <a:t>the</a:t>
            </a:r>
            <a:r>
              <a:rPr sz="2200" dirty="0">
                <a:solidFill>
                  <a:srgbClr val="000000"/>
                </a:solidFill>
                <a:latin typeface="Times New Roman"/>
                <a:cs typeface="Times New Roman"/>
              </a:rPr>
              <a:t> </a:t>
            </a:r>
            <a:r>
              <a:rPr sz="2200" dirty="0">
                <a:solidFill>
                  <a:srgbClr val="000000"/>
                </a:solidFill>
                <a:latin typeface="SNTQHS+TimesNewRomanPSMT"/>
                <a:cs typeface="SNTQHS+TimesNewRomanPSMT"/>
              </a:rPr>
              <a:t>docstring</a:t>
            </a:r>
            <a:r>
              <a:rPr sz="2200" dirty="0">
                <a:solidFill>
                  <a:srgbClr val="000000"/>
                </a:solidFill>
                <a:latin typeface="Times New Roman"/>
                <a:cs typeface="Times New Roman"/>
              </a:rPr>
              <a:t> </a:t>
            </a:r>
            <a:r>
              <a:rPr sz="2200" dirty="0">
                <a:solidFill>
                  <a:srgbClr val="000000"/>
                </a:solidFill>
                <a:latin typeface="SNTQHS+TimesNewRomanPSMT"/>
                <a:cs typeface="SNTQHS+TimesNewRomanPSMT"/>
              </a:rPr>
              <a:t>is</a:t>
            </a:r>
            <a:r>
              <a:rPr sz="2200" dirty="0">
                <a:solidFill>
                  <a:srgbClr val="000000"/>
                </a:solidFill>
                <a:latin typeface="Times New Roman"/>
                <a:cs typeface="Times New Roman"/>
              </a:rPr>
              <a:t> </a:t>
            </a:r>
            <a:r>
              <a:rPr sz="2200" dirty="0">
                <a:solidFill>
                  <a:srgbClr val="000000"/>
                </a:solidFill>
                <a:latin typeface="SNTQHS+TimesNewRomanPSMT"/>
                <a:cs typeface="SNTQHS+TimesNewRomanPSMT"/>
              </a:rPr>
              <a:t>then</a:t>
            </a:r>
            <a:r>
              <a:rPr sz="2200" dirty="0">
                <a:solidFill>
                  <a:srgbClr val="000000"/>
                </a:solidFill>
                <a:latin typeface="Times New Roman"/>
                <a:cs typeface="Times New Roman"/>
              </a:rPr>
              <a:t> </a:t>
            </a:r>
            <a:r>
              <a:rPr sz="2200" dirty="0">
                <a:solidFill>
                  <a:srgbClr val="000000"/>
                </a:solidFill>
                <a:latin typeface="SNTQHS+TimesNewRomanPSMT"/>
                <a:cs typeface="SNTQHS+TimesNewRomanPSMT"/>
              </a:rPr>
              <a:t>made</a:t>
            </a:r>
            <a:r>
              <a:rPr sz="2200" dirty="0">
                <a:solidFill>
                  <a:srgbClr val="000000"/>
                </a:solidFill>
                <a:latin typeface="Times New Roman"/>
                <a:cs typeface="Times New Roman"/>
              </a:rPr>
              <a:t> </a:t>
            </a:r>
            <a:r>
              <a:rPr sz="2200" dirty="0">
                <a:solidFill>
                  <a:srgbClr val="000000"/>
                </a:solidFill>
                <a:latin typeface="SNTQHS+TimesNewRomanPSMT"/>
                <a:cs typeface="SNTQHS+TimesNewRomanPSMT"/>
              </a:rPr>
              <a:t>available</a:t>
            </a:r>
            <a:r>
              <a:rPr sz="2200" dirty="0">
                <a:solidFill>
                  <a:srgbClr val="000000"/>
                </a:solidFill>
                <a:latin typeface="Times New Roman"/>
                <a:cs typeface="Times New Roman"/>
              </a:rPr>
              <a:t> </a:t>
            </a:r>
            <a:r>
              <a:rPr sz="2200" dirty="0">
                <a:solidFill>
                  <a:srgbClr val="000000"/>
                </a:solidFill>
                <a:latin typeface="SNTQHS+TimesNewRomanPSMT"/>
                <a:cs typeface="SNTQHS+TimesNewRomanPSMT"/>
              </a:rPr>
              <a:t>via</a:t>
            </a:r>
            <a:r>
              <a:rPr sz="2200" dirty="0">
                <a:solidFill>
                  <a:srgbClr val="000000"/>
                </a:solidFill>
                <a:latin typeface="Times New Roman"/>
                <a:cs typeface="Times New Roman"/>
              </a:rPr>
              <a:t> </a:t>
            </a:r>
            <a:r>
              <a:rPr sz="2200" dirty="0">
                <a:solidFill>
                  <a:srgbClr val="000000"/>
                </a:solidFill>
                <a:latin typeface="SNTQHS+TimesNewRomanPSMT"/>
                <a:cs typeface="SNTQHS+TimesNewRomanPSMT"/>
              </a:rPr>
              <a:t>the</a:t>
            </a:r>
            <a:r>
              <a:rPr sz="2200" dirty="0">
                <a:solidFill>
                  <a:srgbClr val="000000"/>
                </a:solidFill>
                <a:latin typeface="Times New Roman"/>
                <a:cs typeface="Times New Roman"/>
              </a:rPr>
              <a:t> </a:t>
            </a:r>
            <a:r>
              <a:rPr sz="2200" dirty="0">
                <a:solidFill>
                  <a:srgbClr val="000000"/>
                </a:solidFill>
                <a:latin typeface="SNTQHS+TimesNewRomanPSMT"/>
                <a:cs typeface="SNTQHS+TimesNewRomanPSMT"/>
              </a:rPr>
              <a:t>__doc__</a:t>
            </a:r>
          </a:p>
          <a:p>
            <a:pPr marL="228600" marR="0">
              <a:lnSpc>
                <a:spcPts val="2111"/>
              </a:lnSpc>
              <a:spcBef>
                <a:spcPts val="0"/>
              </a:spcBef>
              <a:spcAft>
                <a:spcPts val="0"/>
              </a:spcAft>
            </a:pPr>
            <a:r>
              <a:rPr sz="2200" dirty="0">
                <a:solidFill>
                  <a:srgbClr val="000000"/>
                </a:solidFill>
                <a:latin typeface="SNTQHS+TimesNewRomanPSMT"/>
                <a:cs typeface="SNTQHS+TimesNewRomanPSMT"/>
              </a:rPr>
              <a:t>attribute.</a:t>
            </a:r>
          </a:p>
        </p:txBody>
      </p:sp>
      <p:sp>
        <p:nvSpPr>
          <p:cNvPr id="6" name="object 6"/>
          <p:cNvSpPr txBox="1"/>
          <p:nvPr/>
        </p:nvSpPr>
        <p:spPr>
          <a:xfrm>
            <a:off x="685800" y="2741298"/>
            <a:ext cx="2316634" cy="615737"/>
          </a:xfrm>
          <a:prstGeom prst="rect">
            <a:avLst/>
          </a:prstGeom>
        </p:spPr>
        <p:txBody>
          <a:bodyPr vert="horz" wrap="square" lIns="0" tIns="0" rIns="0" bIns="0" rtlCol="0">
            <a:spAutoFit/>
          </a:bodyPr>
          <a:lstStyle/>
          <a:p>
            <a:pPr marL="0" marR="0">
              <a:lnSpc>
                <a:spcPts val="2436"/>
              </a:lnSpc>
              <a:spcBef>
                <a:spcPts val="0"/>
              </a:spcBef>
              <a:spcAft>
                <a:spcPts val="0"/>
              </a:spcAft>
            </a:pPr>
            <a:r>
              <a:rPr sz="2200" b="1" dirty="0">
                <a:solidFill>
                  <a:srgbClr val="000000"/>
                </a:solidFill>
                <a:latin typeface="CRUWVR+TimesNewRomanPS-BoldMT"/>
                <a:cs typeface="CRUWVR+TimesNewRomanPS-BoldMT"/>
              </a:rPr>
              <a:t>Example:</a:t>
            </a:r>
          </a:p>
          <a:p>
            <a:pPr marL="0" marR="0">
              <a:lnSpc>
                <a:spcPts val="2111"/>
              </a:lnSpc>
              <a:spcBef>
                <a:spcPts val="0"/>
              </a:spcBef>
              <a:spcAft>
                <a:spcPts val="0"/>
              </a:spcAft>
            </a:pPr>
            <a:r>
              <a:rPr sz="2200" b="1" dirty="0">
                <a:solidFill>
                  <a:srgbClr val="000000"/>
                </a:solidFill>
                <a:latin typeface="CRUWVR+TimesNewRomanPS-BoldMT"/>
                <a:cs typeface="CRUWVR+TimesNewRomanPS-BoldMT"/>
              </a:rPr>
              <a:t>def</a:t>
            </a:r>
            <a:r>
              <a:rPr sz="2200" b="1" dirty="0">
                <a:solidFill>
                  <a:srgbClr val="000000"/>
                </a:solidFill>
                <a:latin typeface="Times New Roman"/>
                <a:cs typeface="Times New Roman"/>
              </a:rPr>
              <a:t> </a:t>
            </a:r>
            <a:r>
              <a:rPr sz="2200" b="1" dirty="0">
                <a:solidFill>
                  <a:srgbClr val="000000"/>
                </a:solidFill>
                <a:latin typeface="CRUWVR+TimesNewRomanPS-BoldMT"/>
                <a:cs typeface="CRUWVR+TimesNewRomanPS-BoldMT"/>
              </a:rPr>
              <a:t>multiply(a,</a:t>
            </a:r>
            <a:r>
              <a:rPr sz="2200" b="1" dirty="0">
                <a:solidFill>
                  <a:srgbClr val="000000"/>
                </a:solidFill>
                <a:latin typeface="Times New Roman"/>
                <a:cs typeface="Times New Roman"/>
              </a:rPr>
              <a:t> </a:t>
            </a:r>
            <a:r>
              <a:rPr sz="2200" b="1" dirty="0">
                <a:solidFill>
                  <a:srgbClr val="000000"/>
                </a:solidFill>
                <a:latin typeface="CRUWVR+TimesNewRomanPS-BoldMT"/>
                <a:cs typeface="CRUWVR+TimesNewRomanPS-BoldMT"/>
              </a:rPr>
              <a:t>b):</a:t>
            </a:r>
          </a:p>
        </p:txBody>
      </p:sp>
      <p:sp>
        <p:nvSpPr>
          <p:cNvPr id="7" name="object 7"/>
          <p:cNvSpPr txBox="1"/>
          <p:nvPr/>
        </p:nvSpPr>
        <p:spPr>
          <a:xfrm>
            <a:off x="685800" y="3277746"/>
            <a:ext cx="4837148" cy="615737"/>
          </a:xfrm>
          <a:prstGeom prst="rect">
            <a:avLst/>
          </a:prstGeom>
        </p:spPr>
        <p:txBody>
          <a:bodyPr vert="horz" wrap="square" lIns="0" tIns="0" rIns="0" bIns="0" rtlCol="0">
            <a:spAutoFit/>
          </a:bodyPr>
          <a:lstStyle/>
          <a:p>
            <a:pPr marL="139700" marR="0">
              <a:lnSpc>
                <a:spcPts val="2436"/>
              </a:lnSpc>
              <a:spcBef>
                <a:spcPts val="0"/>
              </a:spcBef>
              <a:spcAft>
                <a:spcPts val="0"/>
              </a:spcAft>
            </a:pPr>
            <a:r>
              <a:rPr sz="2200" b="1" dirty="0">
                <a:solidFill>
                  <a:srgbClr val="000000"/>
                </a:solidFill>
                <a:latin typeface="CRUWVR+TimesNewRomanPS-BoldMT"/>
                <a:cs typeface="CRUWVR+TimesNewRomanPS-BoldMT"/>
              </a:rPr>
              <a:t>"""Multiplies</a:t>
            </a:r>
            <a:r>
              <a:rPr sz="2200" b="1" dirty="0">
                <a:solidFill>
                  <a:srgbClr val="000000"/>
                </a:solidFill>
                <a:latin typeface="Times New Roman"/>
                <a:cs typeface="Times New Roman"/>
              </a:rPr>
              <a:t> </a:t>
            </a:r>
            <a:r>
              <a:rPr sz="2200" b="1" dirty="0">
                <a:solidFill>
                  <a:srgbClr val="000000"/>
                </a:solidFill>
                <a:latin typeface="CRUWVR+TimesNewRomanPS-BoldMT"/>
                <a:cs typeface="CRUWVR+TimesNewRomanPS-BoldMT"/>
              </a:rPr>
              <a:t>the</a:t>
            </a:r>
            <a:r>
              <a:rPr sz="2200" b="1" dirty="0">
                <a:solidFill>
                  <a:srgbClr val="000000"/>
                </a:solidFill>
                <a:latin typeface="Times New Roman"/>
                <a:cs typeface="Times New Roman"/>
              </a:rPr>
              <a:t> </a:t>
            </a:r>
            <a:r>
              <a:rPr sz="2200" b="1" dirty="0">
                <a:solidFill>
                  <a:srgbClr val="000000"/>
                </a:solidFill>
                <a:latin typeface="CRUWVR+TimesNewRomanPS-BoldMT"/>
                <a:cs typeface="CRUWVR+TimesNewRomanPS-BoldMT"/>
              </a:rPr>
              <a:t>value</a:t>
            </a:r>
            <a:r>
              <a:rPr sz="2200" b="1" dirty="0">
                <a:solidFill>
                  <a:srgbClr val="000000"/>
                </a:solidFill>
                <a:latin typeface="Times New Roman"/>
                <a:cs typeface="Times New Roman"/>
              </a:rPr>
              <a:t> </a:t>
            </a:r>
            <a:r>
              <a:rPr sz="2200" b="1" dirty="0">
                <a:solidFill>
                  <a:srgbClr val="000000"/>
                </a:solidFill>
                <a:latin typeface="CRUWVR+TimesNewRomanPS-BoldMT"/>
                <a:cs typeface="CRUWVR+TimesNewRomanPS-BoldMT"/>
              </a:rPr>
              <a:t>of</a:t>
            </a:r>
            <a:r>
              <a:rPr sz="2200" b="1" dirty="0">
                <a:solidFill>
                  <a:srgbClr val="000000"/>
                </a:solidFill>
                <a:latin typeface="Times New Roman"/>
                <a:cs typeface="Times New Roman"/>
              </a:rPr>
              <a:t> </a:t>
            </a:r>
            <a:r>
              <a:rPr sz="2200" b="1" dirty="0">
                <a:solidFill>
                  <a:srgbClr val="000000"/>
                </a:solidFill>
                <a:latin typeface="CRUWVR+TimesNewRomanPS-BoldMT"/>
                <a:cs typeface="CRUWVR+TimesNewRomanPS-BoldMT"/>
              </a:rPr>
              <a:t>a</a:t>
            </a:r>
            <a:r>
              <a:rPr sz="2200" b="1" dirty="0">
                <a:solidFill>
                  <a:srgbClr val="000000"/>
                </a:solidFill>
                <a:latin typeface="Times New Roman"/>
                <a:cs typeface="Times New Roman"/>
              </a:rPr>
              <a:t> </a:t>
            </a:r>
            <a:r>
              <a:rPr sz="2200" b="1" dirty="0">
                <a:solidFill>
                  <a:srgbClr val="000000"/>
                </a:solidFill>
                <a:latin typeface="CRUWVR+TimesNewRomanPS-BoldMT"/>
                <a:cs typeface="CRUWVR+TimesNewRomanPS-BoldMT"/>
              </a:rPr>
              <a:t>and</a:t>
            </a:r>
            <a:r>
              <a:rPr sz="2200" b="1" dirty="0">
                <a:solidFill>
                  <a:srgbClr val="000000"/>
                </a:solidFill>
                <a:latin typeface="Times New Roman"/>
                <a:cs typeface="Times New Roman"/>
              </a:rPr>
              <a:t> </a:t>
            </a:r>
            <a:r>
              <a:rPr sz="2200" b="1" dirty="0">
                <a:solidFill>
                  <a:srgbClr val="000000"/>
                </a:solidFill>
                <a:latin typeface="CRUWVR+TimesNewRomanPS-BoldMT"/>
                <a:cs typeface="CRUWVR+TimesNewRomanPS-BoldMT"/>
              </a:rPr>
              <a:t>b"""</a:t>
            </a:r>
          </a:p>
          <a:p>
            <a:pPr marL="0" marR="0">
              <a:lnSpc>
                <a:spcPts val="2111"/>
              </a:lnSpc>
              <a:spcBef>
                <a:spcPts val="0"/>
              </a:spcBef>
              <a:spcAft>
                <a:spcPts val="0"/>
              </a:spcAft>
            </a:pPr>
            <a:r>
              <a:rPr sz="2200" b="1" dirty="0">
                <a:solidFill>
                  <a:srgbClr val="000000"/>
                </a:solidFill>
                <a:latin typeface="CRUWVR+TimesNewRomanPS-BoldMT"/>
                <a:cs typeface="CRUWVR+TimesNewRomanPS-BoldMT"/>
              </a:rPr>
              <a:t>return</a:t>
            </a:r>
            <a:r>
              <a:rPr sz="2200" b="1" dirty="0">
                <a:solidFill>
                  <a:srgbClr val="000000"/>
                </a:solidFill>
                <a:latin typeface="Times New Roman"/>
                <a:cs typeface="Times New Roman"/>
              </a:rPr>
              <a:t> </a:t>
            </a:r>
            <a:r>
              <a:rPr sz="2200" b="1" dirty="0">
                <a:solidFill>
                  <a:srgbClr val="000000"/>
                </a:solidFill>
                <a:latin typeface="CRUWVR+TimesNewRomanPS-BoldMT"/>
                <a:cs typeface="CRUWVR+TimesNewRomanPS-BoldMT"/>
              </a:rPr>
              <a:t>a*b</a:t>
            </a:r>
          </a:p>
        </p:txBody>
      </p:sp>
      <p:sp>
        <p:nvSpPr>
          <p:cNvPr id="8" name="object 8"/>
          <p:cNvSpPr txBox="1"/>
          <p:nvPr/>
        </p:nvSpPr>
        <p:spPr>
          <a:xfrm>
            <a:off x="685800" y="3814194"/>
            <a:ext cx="5054235" cy="615737"/>
          </a:xfrm>
          <a:prstGeom prst="rect">
            <a:avLst/>
          </a:prstGeom>
        </p:spPr>
        <p:txBody>
          <a:bodyPr vert="horz" wrap="square" lIns="0" tIns="0" rIns="0" bIns="0" rtlCol="0">
            <a:spAutoFit/>
          </a:bodyPr>
          <a:lstStyle/>
          <a:p>
            <a:pPr marL="0" marR="0">
              <a:lnSpc>
                <a:spcPts val="2436"/>
              </a:lnSpc>
              <a:spcBef>
                <a:spcPts val="0"/>
              </a:spcBef>
              <a:spcAft>
                <a:spcPts val="0"/>
              </a:spcAft>
            </a:pPr>
            <a:r>
              <a:rPr sz="2200" b="1" dirty="0">
                <a:solidFill>
                  <a:srgbClr val="000000"/>
                </a:solidFill>
                <a:latin typeface="CRUWVR+TimesNewRomanPS-BoldMT"/>
                <a:cs typeface="CRUWVR+TimesNewRomanPS-BoldMT"/>
              </a:rPr>
              <a:t>#</a:t>
            </a:r>
            <a:r>
              <a:rPr sz="2200" b="1" dirty="0">
                <a:solidFill>
                  <a:srgbClr val="000000"/>
                </a:solidFill>
                <a:latin typeface="Times New Roman"/>
                <a:cs typeface="Times New Roman"/>
              </a:rPr>
              <a:t> </a:t>
            </a:r>
            <a:r>
              <a:rPr sz="2200" b="1" dirty="0">
                <a:solidFill>
                  <a:srgbClr val="000000"/>
                </a:solidFill>
                <a:latin typeface="CRUWVR+TimesNewRomanPS-BoldMT"/>
                <a:cs typeface="CRUWVR+TimesNewRomanPS-BoldMT"/>
              </a:rPr>
              <a:t>Print</a:t>
            </a:r>
            <a:r>
              <a:rPr sz="2200" b="1" dirty="0">
                <a:solidFill>
                  <a:srgbClr val="000000"/>
                </a:solidFill>
                <a:latin typeface="Times New Roman"/>
                <a:cs typeface="Times New Roman"/>
              </a:rPr>
              <a:t> </a:t>
            </a:r>
            <a:r>
              <a:rPr sz="2200" b="1" dirty="0">
                <a:solidFill>
                  <a:srgbClr val="000000"/>
                </a:solidFill>
                <a:latin typeface="CRUWVR+TimesNewRomanPS-BoldMT"/>
                <a:cs typeface="CRUWVR+TimesNewRomanPS-BoldMT"/>
              </a:rPr>
              <a:t>the</a:t>
            </a:r>
            <a:r>
              <a:rPr sz="2200" b="1" dirty="0">
                <a:solidFill>
                  <a:srgbClr val="000000"/>
                </a:solidFill>
                <a:latin typeface="Times New Roman"/>
                <a:cs typeface="Times New Roman"/>
              </a:rPr>
              <a:t> </a:t>
            </a:r>
            <a:r>
              <a:rPr sz="2200" b="1" dirty="0">
                <a:solidFill>
                  <a:srgbClr val="000000"/>
                </a:solidFill>
                <a:latin typeface="CRUWVR+TimesNewRomanPS-BoldMT"/>
                <a:cs typeface="CRUWVR+TimesNewRomanPS-BoldMT"/>
              </a:rPr>
              <a:t>docstring</a:t>
            </a:r>
            <a:r>
              <a:rPr sz="2200" b="1" dirty="0">
                <a:solidFill>
                  <a:srgbClr val="000000"/>
                </a:solidFill>
                <a:latin typeface="Times New Roman"/>
                <a:cs typeface="Times New Roman"/>
              </a:rPr>
              <a:t> </a:t>
            </a:r>
            <a:r>
              <a:rPr sz="2200" b="1" dirty="0">
                <a:solidFill>
                  <a:srgbClr val="000000"/>
                </a:solidFill>
                <a:latin typeface="CRUWVR+TimesNewRomanPS-BoldMT"/>
                <a:cs typeface="CRUWVR+TimesNewRomanPS-BoldMT"/>
              </a:rPr>
              <a:t>of</a:t>
            </a:r>
            <a:r>
              <a:rPr sz="2200" b="1" dirty="0">
                <a:solidFill>
                  <a:srgbClr val="000000"/>
                </a:solidFill>
                <a:latin typeface="Times New Roman"/>
                <a:cs typeface="Times New Roman"/>
              </a:rPr>
              <a:t> </a:t>
            </a:r>
            <a:r>
              <a:rPr sz="2200" b="1" dirty="0">
                <a:solidFill>
                  <a:srgbClr val="000000"/>
                </a:solidFill>
                <a:latin typeface="CRUWVR+TimesNewRomanPS-BoldMT"/>
                <a:cs typeface="CRUWVR+TimesNewRomanPS-BoldMT"/>
              </a:rPr>
              <a:t>multiply</a:t>
            </a:r>
            <a:r>
              <a:rPr sz="2200" b="1" dirty="0">
                <a:solidFill>
                  <a:srgbClr val="000000"/>
                </a:solidFill>
                <a:latin typeface="Times New Roman"/>
                <a:cs typeface="Times New Roman"/>
              </a:rPr>
              <a:t> </a:t>
            </a:r>
            <a:r>
              <a:rPr sz="2200" b="1" dirty="0">
                <a:solidFill>
                  <a:srgbClr val="000000"/>
                </a:solidFill>
                <a:latin typeface="CRUWVR+TimesNewRomanPS-BoldMT"/>
                <a:cs typeface="CRUWVR+TimesNewRomanPS-BoldMT"/>
              </a:rPr>
              <a:t>function</a:t>
            </a:r>
          </a:p>
          <a:p>
            <a:pPr marL="0" marR="0">
              <a:lnSpc>
                <a:spcPts val="2112"/>
              </a:lnSpc>
              <a:spcBef>
                <a:spcPts val="0"/>
              </a:spcBef>
              <a:spcAft>
                <a:spcPts val="0"/>
              </a:spcAft>
            </a:pPr>
            <a:r>
              <a:rPr sz="2200" b="1" dirty="0">
                <a:solidFill>
                  <a:srgbClr val="000000"/>
                </a:solidFill>
                <a:latin typeface="CRUWVR+TimesNewRomanPS-BoldMT"/>
                <a:cs typeface="CRUWVR+TimesNewRomanPS-BoldMT"/>
              </a:rPr>
              <a:t>print(multiply.__doc__)</a:t>
            </a: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877850" y="1909894"/>
            <a:ext cx="5219065" cy="513080"/>
          </a:xfrm>
          <a:prstGeom prst="rect">
            <a:avLst/>
          </a:prstGeom>
        </p:spPr>
        <p:txBody>
          <a:bodyPr vert="horz" wrap="square" lIns="0" tIns="12700" rIns="0" bIns="0" rtlCol="0">
            <a:spAutoFit/>
          </a:bodyPr>
          <a:lstStyle/>
          <a:p>
            <a:pPr marL="12700">
              <a:lnSpc>
                <a:spcPct val="100000"/>
              </a:lnSpc>
              <a:spcBef>
                <a:spcPts val="100"/>
              </a:spcBef>
            </a:pPr>
            <a:r>
              <a:rPr sz="3200" spc="165" dirty="0">
                <a:latin typeface="Cambria"/>
                <a:cs typeface="Cambria"/>
              </a:rPr>
              <a:t>4.2</a:t>
            </a:r>
            <a:r>
              <a:rPr sz="3200" spc="110" dirty="0">
                <a:latin typeface="Cambria"/>
                <a:cs typeface="Cambria"/>
              </a:rPr>
              <a:t> </a:t>
            </a:r>
            <a:r>
              <a:rPr sz="3200" spc="550" dirty="0">
                <a:latin typeface="Cambria"/>
                <a:cs typeface="Cambria"/>
              </a:rPr>
              <a:t>ERROR</a:t>
            </a:r>
            <a:r>
              <a:rPr sz="3200" spc="-10" dirty="0">
                <a:latin typeface="Cambria"/>
                <a:cs typeface="Cambria"/>
              </a:rPr>
              <a:t> </a:t>
            </a:r>
            <a:r>
              <a:rPr sz="3200" spc="640" dirty="0">
                <a:latin typeface="Cambria"/>
                <a:cs typeface="Cambria"/>
              </a:rPr>
              <a:t>HANDLING</a:t>
            </a:r>
            <a:endParaRPr sz="3200">
              <a:latin typeface="Cambria"/>
              <a:cs typeface="Cambria"/>
            </a:endParaRP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98977" y="450511"/>
            <a:ext cx="3340100" cy="513080"/>
          </a:xfrm>
          <a:prstGeom prst="rect">
            <a:avLst/>
          </a:prstGeom>
        </p:spPr>
        <p:txBody>
          <a:bodyPr vert="horz" wrap="square" lIns="0" tIns="12700" rIns="0" bIns="0" rtlCol="0">
            <a:spAutoFit/>
          </a:bodyPr>
          <a:lstStyle/>
          <a:p>
            <a:pPr marL="12700">
              <a:lnSpc>
                <a:spcPct val="100000"/>
              </a:lnSpc>
              <a:spcBef>
                <a:spcPts val="100"/>
              </a:spcBef>
            </a:pPr>
            <a:r>
              <a:rPr sz="3200" spc="240" dirty="0">
                <a:latin typeface="Cambria"/>
                <a:cs typeface="Cambria"/>
              </a:rPr>
              <a:t>Error</a:t>
            </a:r>
            <a:r>
              <a:rPr sz="3200" spc="20" dirty="0">
                <a:latin typeface="Cambria"/>
                <a:cs typeface="Cambria"/>
              </a:rPr>
              <a:t> </a:t>
            </a:r>
            <a:r>
              <a:rPr sz="3200" spc="315" dirty="0">
                <a:latin typeface="Cambria"/>
                <a:cs typeface="Cambria"/>
              </a:rPr>
              <a:t>Handling</a:t>
            </a:r>
            <a:endParaRPr sz="3200">
              <a:latin typeface="Cambria"/>
              <a:cs typeface="Cambria"/>
            </a:endParaRPr>
          </a:p>
        </p:txBody>
      </p:sp>
      <p:sp>
        <p:nvSpPr>
          <p:cNvPr id="3" name="object 3"/>
          <p:cNvSpPr txBox="1"/>
          <p:nvPr/>
        </p:nvSpPr>
        <p:spPr>
          <a:xfrm>
            <a:off x="1185046" y="1085407"/>
            <a:ext cx="7325995" cy="3111500"/>
          </a:xfrm>
          <a:prstGeom prst="rect">
            <a:avLst/>
          </a:prstGeom>
        </p:spPr>
        <p:txBody>
          <a:bodyPr vert="horz" wrap="square" lIns="0" tIns="78740" rIns="0" bIns="0" rtlCol="0">
            <a:spAutoFit/>
          </a:bodyPr>
          <a:lstStyle/>
          <a:p>
            <a:pPr marL="213995" marR="5080" indent="-201930">
              <a:lnSpc>
                <a:spcPts val="2160"/>
              </a:lnSpc>
              <a:spcBef>
                <a:spcPts val="620"/>
              </a:spcBef>
              <a:buClr>
                <a:srgbClr val="595959"/>
              </a:buClr>
              <a:buSzPct val="62222"/>
              <a:buFont typeface="Arial MT"/>
              <a:buChar char="•"/>
              <a:tabLst>
                <a:tab pos="213995" algn="l"/>
                <a:tab pos="214629" algn="l"/>
              </a:tabLst>
            </a:pPr>
            <a:r>
              <a:rPr sz="2250" spc="-5" dirty="0">
                <a:latin typeface="Times New Roman"/>
                <a:cs typeface="Times New Roman"/>
              </a:rPr>
              <a:t>Python </a:t>
            </a:r>
            <a:r>
              <a:rPr sz="2250" dirty="0">
                <a:latin typeface="Times New Roman"/>
                <a:cs typeface="Times New Roman"/>
              </a:rPr>
              <a:t>has </a:t>
            </a:r>
            <a:r>
              <a:rPr sz="2250" spc="-5" dirty="0">
                <a:latin typeface="Times New Roman"/>
                <a:cs typeface="Times New Roman"/>
              </a:rPr>
              <a:t>many </a:t>
            </a:r>
            <a:r>
              <a:rPr sz="2250" dirty="0">
                <a:latin typeface="Times New Roman"/>
                <a:cs typeface="Times New Roman"/>
              </a:rPr>
              <a:t>built </a:t>
            </a:r>
            <a:r>
              <a:rPr sz="2250" spc="-5" dirty="0">
                <a:latin typeface="Times New Roman"/>
                <a:cs typeface="Times New Roman"/>
              </a:rPr>
              <a:t>in exceptions that are </a:t>
            </a:r>
            <a:r>
              <a:rPr sz="2250" dirty="0">
                <a:latin typeface="Times New Roman"/>
                <a:cs typeface="Times New Roman"/>
              </a:rPr>
              <a:t>raised </a:t>
            </a:r>
            <a:r>
              <a:rPr sz="2250" spc="-5" dirty="0">
                <a:latin typeface="Times New Roman"/>
                <a:cs typeface="Times New Roman"/>
              </a:rPr>
              <a:t>when </a:t>
            </a:r>
            <a:r>
              <a:rPr sz="2250" dirty="0">
                <a:latin typeface="Times New Roman"/>
                <a:cs typeface="Times New Roman"/>
              </a:rPr>
              <a:t>your </a:t>
            </a:r>
            <a:r>
              <a:rPr sz="2250" spc="-550" dirty="0">
                <a:latin typeface="Times New Roman"/>
                <a:cs typeface="Times New Roman"/>
              </a:rPr>
              <a:t> </a:t>
            </a:r>
            <a:r>
              <a:rPr sz="2250" dirty="0">
                <a:latin typeface="Times New Roman"/>
                <a:cs typeface="Times New Roman"/>
              </a:rPr>
              <a:t>program</a:t>
            </a:r>
            <a:r>
              <a:rPr sz="2250" spc="-5" dirty="0">
                <a:latin typeface="Times New Roman"/>
                <a:cs typeface="Times New Roman"/>
              </a:rPr>
              <a:t> encounters an </a:t>
            </a:r>
            <a:r>
              <a:rPr sz="2250" spc="-25" dirty="0">
                <a:latin typeface="Times New Roman"/>
                <a:cs typeface="Times New Roman"/>
              </a:rPr>
              <a:t>error.</a:t>
            </a:r>
            <a:endParaRPr sz="2250">
              <a:latin typeface="Times New Roman"/>
              <a:cs typeface="Times New Roman"/>
            </a:endParaRPr>
          </a:p>
          <a:p>
            <a:pPr marL="213995" marR="78740" indent="-201930">
              <a:lnSpc>
                <a:spcPct val="80000"/>
              </a:lnSpc>
              <a:spcBef>
                <a:spcPts val="20"/>
              </a:spcBef>
              <a:buClr>
                <a:srgbClr val="595959"/>
              </a:buClr>
              <a:buSzPct val="62222"/>
              <a:buFont typeface="Arial MT"/>
              <a:buChar char="•"/>
              <a:tabLst>
                <a:tab pos="213995" algn="l"/>
                <a:tab pos="214629" algn="l"/>
              </a:tabLst>
            </a:pPr>
            <a:r>
              <a:rPr sz="2250" spc="-5" dirty="0">
                <a:latin typeface="Times New Roman"/>
                <a:cs typeface="Times New Roman"/>
              </a:rPr>
              <a:t>When these exceptions </a:t>
            </a:r>
            <a:r>
              <a:rPr sz="2250" spc="-15" dirty="0">
                <a:latin typeface="Times New Roman"/>
                <a:cs typeface="Times New Roman"/>
              </a:rPr>
              <a:t>occur, </a:t>
            </a:r>
            <a:r>
              <a:rPr sz="2250" spc="-5" dirty="0">
                <a:latin typeface="Times New Roman"/>
                <a:cs typeface="Times New Roman"/>
              </a:rPr>
              <a:t>the Python interpreter stops the </a:t>
            </a:r>
            <a:r>
              <a:rPr sz="2250" spc="-550" dirty="0">
                <a:latin typeface="Times New Roman"/>
                <a:cs typeface="Times New Roman"/>
              </a:rPr>
              <a:t> </a:t>
            </a:r>
            <a:r>
              <a:rPr sz="2250" spc="-5" dirty="0">
                <a:latin typeface="Times New Roman"/>
                <a:cs typeface="Times New Roman"/>
              </a:rPr>
              <a:t>current </a:t>
            </a:r>
            <a:r>
              <a:rPr sz="2250" dirty="0">
                <a:latin typeface="Times New Roman"/>
                <a:cs typeface="Times New Roman"/>
              </a:rPr>
              <a:t>process </a:t>
            </a:r>
            <a:r>
              <a:rPr sz="2250" spc="-5" dirty="0">
                <a:latin typeface="Times New Roman"/>
                <a:cs typeface="Times New Roman"/>
              </a:rPr>
              <a:t>and </a:t>
            </a:r>
            <a:r>
              <a:rPr sz="2250" dirty="0">
                <a:latin typeface="Times New Roman"/>
                <a:cs typeface="Times New Roman"/>
              </a:rPr>
              <a:t>passes </a:t>
            </a:r>
            <a:r>
              <a:rPr sz="2250" spc="-5" dirty="0">
                <a:latin typeface="Times New Roman"/>
                <a:cs typeface="Times New Roman"/>
              </a:rPr>
              <a:t>it to the calling </a:t>
            </a:r>
            <a:r>
              <a:rPr sz="2250" dirty="0">
                <a:latin typeface="Times New Roman"/>
                <a:cs typeface="Times New Roman"/>
              </a:rPr>
              <a:t>process until </a:t>
            </a:r>
            <a:r>
              <a:rPr sz="2250" spc="-5" dirty="0">
                <a:latin typeface="Times New Roman"/>
                <a:cs typeface="Times New Roman"/>
              </a:rPr>
              <a:t>it is </a:t>
            </a:r>
            <a:r>
              <a:rPr sz="2250" dirty="0">
                <a:latin typeface="Times New Roman"/>
                <a:cs typeface="Times New Roman"/>
              </a:rPr>
              <a:t> handled.</a:t>
            </a:r>
            <a:r>
              <a:rPr sz="2250" spc="-5" dirty="0">
                <a:latin typeface="Times New Roman"/>
                <a:cs typeface="Times New Roman"/>
              </a:rPr>
              <a:t> </a:t>
            </a:r>
            <a:r>
              <a:rPr sz="2250" dirty="0">
                <a:latin typeface="Times New Roman"/>
                <a:cs typeface="Times New Roman"/>
              </a:rPr>
              <a:t>If</a:t>
            </a:r>
            <a:r>
              <a:rPr sz="2250" spc="-5" dirty="0">
                <a:latin typeface="Times New Roman"/>
                <a:cs typeface="Times New Roman"/>
              </a:rPr>
              <a:t> </a:t>
            </a:r>
            <a:r>
              <a:rPr sz="2250" dirty="0">
                <a:latin typeface="Times New Roman"/>
                <a:cs typeface="Times New Roman"/>
              </a:rPr>
              <a:t>not handled,</a:t>
            </a:r>
            <a:r>
              <a:rPr sz="2250" spc="-5" dirty="0">
                <a:latin typeface="Times New Roman"/>
                <a:cs typeface="Times New Roman"/>
              </a:rPr>
              <a:t> the</a:t>
            </a:r>
            <a:r>
              <a:rPr sz="2250" spc="-10" dirty="0">
                <a:latin typeface="Times New Roman"/>
                <a:cs typeface="Times New Roman"/>
              </a:rPr>
              <a:t> </a:t>
            </a:r>
            <a:r>
              <a:rPr sz="2250" dirty="0">
                <a:latin typeface="Times New Roman"/>
                <a:cs typeface="Times New Roman"/>
              </a:rPr>
              <a:t>program </a:t>
            </a:r>
            <a:r>
              <a:rPr sz="2250" spc="-5" dirty="0">
                <a:latin typeface="Times New Roman"/>
                <a:cs typeface="Times New Roman"/>
              </a:rPr>
              <a:t>will</a:t>
            </a:r>
            <a:r>
              <a:rPr sz="2250" spc="-10" dirty="0">
                <a:latin typeface="Times New Roman"/>
                <a:cs typeface="Times New Roman"/>
              </a:rPr>
              <a:t> </a:t>
            </a:r>
            <a:r>
              <a:rPr sz="2250" spc="-5" dirty="0">
                <a:latin typeface="Times New Roman"/>
                <a:cs typeface="Times New Roman"/>
              </a:rPr>
              <a:t>crash.</a:t>
            </a:r>
            <a:endParaRPr sz="2250">
              <a:latin typeface="Times New Roman"/>
              <a:cs typeface="Times New Roman"/>
            </a:endParaRPr>
          </a:p>
          <a:p>
            <a:pPr marL="213995" marR="861060" indent="-201930">
              <a:lnSpc>
                <a:spcPct val="80000"/>
              </a:lnSpc>
              <a:buClr>
                <a:srgbClr val="595959"/>
              </a:buClr>
              <a:buSzPct val="62222"/>
              <a:buFont typeface="Arial MT"/>
              <a:buChar char="•"/>
              <a:tabLst>
                <a:tab pos="213995" algn="l"/>
                <a:tab pos="214629" algn="l"/>
              </a:tabLst>
            </a:pPr>
            <a:r>
              <a:rPr sz="2250" spc="-5" dirty="0">
                <a:latin typeface="Times New Roman"/>
                <a:cs typeface="Times New Roman"/>
              </a:rPr>
              <a:t>For example, let </a:t>
            </a:r>
            <a:r>
              <a:rPr sz="2250" dirty="0">
                <a:latin typeface="Times New Roman"/>
                <a:cs typeface="Times New Roman"/>
              </a:rPr>
              <a:t>us </a:t>
            </a:r>
            <a:r>
              <a:rPr sz="2250" spc="-5" dirty="0">
                <a:latin typeface="Times New Roman"/>
                <a:cs typeface="Times New Roman"/>
              </a:rPr>
              <a:t>consider </a:t>
            </a:r>
            <a:r>
              <a:rPr sz="2250" dirty="0">
                <a:latin typeface="Times New Roman"/>
                <a:cs typeface="Times New Roman"/>
              </a:rPr>
              <a:t>a program </a:t>
            </a:r>
            <a:r>
              <a:rPr sz="2250" spc="-5" dirty="0">
                <a:latin typeface="Times New Roman"/>
                <a:cs typeface="Times New Roman"/>
              </a:rPr>
              <a:t>where we </a:t>
            </a:r>
            <a:r>
              <a:rPr sz="2250" dirty="0">
                <a:latin typeface="Times New Roman"/>
                <a:cs typeface="Times New Roman"/>
              </a:rPr>
              <a:t>have </a:t>
            </a:r>
            <a:r>
              <a:rPr sz="2250" spc="-555" dirty="0">
                <a:latin typeface="Times New Roman"/>
                <a:cs typeface="Times New Roman"/>
              </a:rPr>
              <a:t> </a:t>
            </a:r>
            <a:r>
              <a:rPr sz="2250" dirty="0">
                <a:latin typeface="Times New Roman"/>
                <a:cs typeface="Times New Roman"/>
              </a:rPr>
              <a:t>a</a:t>
            </a:r>
            <a:r>
              <a:rPr sz="2250" spc="-15" dirty="0">
                <a:latin typeface="Times New Roman"/>
                <a:cs typeface="Times New Roman"/>
              </a:rPr>
              <a:t> </a:t>
            </a:r>
            <a:r>
              <a:rPr sz="2250" dirty="0">
                <a:latin typeface="Times New Roman"/>
                <a:cs typeface="Times New Roman"/>
              </a:rPr>
              <a:t>function</a:t>
            </a:r>
            <a:r>
              <a:rPr sz="2250" spc="-125" dirty="0">
                <a:latin typeface="Times New Roman"/>
                <a:cs typeface="Times New Roman"/>
              </a:rPr>
              <a:t> </a:t>
            </a:r>
            <a:r>
              <a:rPr sz="2250" dirty="0">
                <a:latin typeface="Times New Roman"/>
                <a:cs typeface="Times New Roman"/>
              </a:rPr>
              <a:t>A</a:t>
            </a:r>
            <a:r>
              <a:rPr sz="2250" spc="-130" dirty="0">
                <a:latin typeface="Times New Roman"/>
                <a:cs typeface="Times New Roman"/>
              </a:rPr>
              <a:t> </a:t>
            </a:r>
            <a:r>
              <a:rPr sz="2250" spc="-5" dirty="0">
                <a:latin typeface="Times New Roman"/>
                <a:cs typeface="Times New Roman"/>
              </a:rPr>
              <a:t>that</a:t>
            </a:r>
            <a:r>
              <a:rPr sz="2250" spc="-10" dirty="0">
                <a:latin typeface="Times New Roman"/>
                <a:cs typeface="Times New Roman"/>
              </a:rPr>
              <a:t> </a:t>
            </a:r>
            <a:r>
              <a:rPr sz="2250" spc="-5" dirty="0">
                <a:latin typeface="Times New Roman"/>
                <a:cs typeface="Times New Roman"/>
              </a:rPr>
              <a:t>calls</a:t>
            </a:r>
            <a:r>
              <a:rPr sz="2250" spc="-15" dirty="0">
                <a:latin typeface="Times New Roman"/>
                <a:cs typeface="Times New Roman"/>
              </a:rPr>
              <a:t> </a:t>
            </a:r>
            <a:r>
              <a:rPr sz="2250" dirty="0">
                <a:latin typeface="Times New Roman"/>
                <a:cs typeface="Times New Roman"/>
              </a:rPr>
              <a:t>function</a:t>
            </a:r>
            <a:r>
              <a:rPr sz="2250" spc="-5" dirty="0">
                <a:latin typeface="Times New Roman"/>
                <a:cs typeface="Times New Roman"/>
              </a:rPr>
              <a:t> B,</a:t>
            </a:r>
            <a:r>
              <a:rPr sz="2250" spc="-10" dirty="0">
                <a:latin typeface="Times New Roman"/>
                <a:cs typeface="Times New Roman"/>
              </a:rPr>
              <a:t> </a:t>
            </a:r>
            <a:r>
              <a:rPr sz="2250" spc="-5" dirty="0">
                <a:latin typeface="Times New Roman"/>
                <a:cs typeface="Times New Roman"/>
              </a:rPr>
              <a:t>which</a:t>
            </a:r>
            <a:r>
              <a:rPr sz="2250" spc="-10" dirty="0">
                <a:latin typeface="Times New Roman"/>
                <a:cs typeface="Times New Roman"/>
              </a:rPr>
              <a:t> </a:t>
            </a:r>
            <a:r>
              <a:rPr sz="2250" spc="-5" dirty="0">
                <a:latin typeface="Times New Roman"/>
                <a:cs typeface="Times New Roman"/>
              </a:rPr>
              <a:t>in</a:t>
            </a:r>
            <a:r>
              <a:rPr sz="2250" spc="-10" dirty="0">
                <a:latin typeface="Times New Roman"/>
                <a:cs typeface="Times New Roman"/>
              </a:rPr>
              <a:t> </a:t>
            </a:r>
            <a:r>
              <a:rPr sz="2250" spc="-5" dirty="0">
                <a:latin typeface="Times New Roman"/>
                <a:cs typeface="Times New Roman"/>
              </a:rPr>
              <a:t>turn</a:t>
            </a:r>
            <a:r>
              <a:rPr sz="2250" spc="-10" dirty="0">
                <a:latin typeface="Times New Roman"/>
                <a:cs typeface="Times New Roman"/>
              </a:rPr>
              <a:t> </a:t>
            </a:r>
            <a:r>
              <a:rPr sz="2250" spc="-5" dirty="0">
                <a:latin typeface="Times New Roman"/>
                <a:cs typeface="Times New Roman"/>
              </a:rPr>
              <a:t>calls</a:t>
            </a:r>
            <a:endParaRPr sz="2250">
              <a:latin typeface="Times New Roman"/>
              <a:cs typeface="Times New Roman"/>
            </a:endParaRPr>
          </a:p>
          <a:p>
            <a:pPr marL="213995" marR="509270">
              <a:lnSpc>
                <a:spcPct val="80000"/>
              </a:lnSpc>
            </a:pPr>
            <a:r>
              <a:rPr sz="2250" dirty="0">
                <a:latin typeface="Times New Roman"/>
                <a:cs typeface="Times New Roman"/>
              </a:rPr>
              <a:t>function</a:t>
            </a:r>
            <a:r>
              <a:rPr sz="2250" spc="-10" dirty="0">
                <a:latin typeface="Times New Roman"/>
                <a:cs typeface="Times New Roman"/>
              </a:rPr>
              <a:t> </a:t>
            </a:r>
            <a:r>
              <a:rPr sz="2250" spc="-5" dirty="0">
                <a:latin typeface="Times New Roman"/>
                <a:cs typeface="Times New Roman"/>
              </a:rPr>
              <a:t>C.</a:t>
            </a:r>
            <a:r>
              <a:rPr sz="2250" spc="-10" dirty="0">
                <a:latin typeface="Times New Roman"/>
                <a:cs typeface="Times New Roman"/>
              </a:rPr>
              <a:t> </a:t>
            </a:r>
            <a:r>
              <a:rPr sz="2250" dirty="0">
                <a:latin typeface="Times New Roman"/>
                <a:cs typeface="Times New Roman"/>
              </a:rPr>
              <a:t>If</a:t>
            </a:r>
            <a:r>
              <a:rPr sz="2250" spc="-10" dirty="0">
                <a:latin typeface="Times New Roman"/>
                <a:cs typeface="Times New Roman"/>
              </a:rPr>
              <a:t> </a:t>
            </a:r>
            <a:r>
              <a:rPr sz="2250" spc="-5" dirty="0">
                <a:latin typeface="Times New Roman"/>
                <a:cs typeface="Times New Roman"/>
              </a:rPr>
              <a:t>an</a:t>
            </a:r>
            <a:r>
              <a:rPr sz="2250" spc="-10" dirty="0">
                <a:latin typeface="Times New Roman"/>
                <a:cs typeface="Times New Roman"/>
              </a:rPr>
              <a:t> </a:t>
            </a:r>
            <a:r>
              <a:rPr sz="2250" spc="-5" dirty="0">
                <a:latin typeface="Times New Roman"/>
                <a:cs typeface="Times New Roman"/>
              </a:rPr>
              <a:t>exception</a:t>
            </a:r>
            <a:r>
              <a:rPr sz="2250" spc="-10" dirty="0">
                <a:latin typeface="Times New Roman"/>
                <a:cs typeface="Times New Roman"/>
              </a:rPr>
              <a:t> </a:t>
            </a:r>
            <a:r>
              <a:rPr sz="2250" dirty="0">
                <a:latin typeface="Times New Roman"/>
                <a:cs typeface="Times New Roman"/>
              </a:rPr>
              <a:t>occurs</a:t>
            </a:r>
            <a:r>
              <a:rPr sz="2250" spc="-10" dirty="0">
                <a:latin typeface="Times New Roman"/>
                <a:cs typeface="Times New Roman"/>
              </a:rPr>
              <a:t> </a:t>
            </a:r>
            <a:r>
              <a:rPr sz="2250" spc="-5" dirty="0">
                <a:latin typeface="Times New Roman"/>
                <a:cs typeface="Times New Roman"/>
              </a:rPr>
              <a:t>in</a:t>
            </a:r>
            <a:r>
              <a:rPr sz="2250" spc="-10" dirty="0">
                <a:latin typeface="Times New Roman"/>
                <a:cs typeface="Times New Roman"/>
              </a:rPr>
              <a:t> </a:t>
            </a:r>
            <a:r>
              <a:rPr sz="2250" dirty="0">
                <a:latin typeface="Times New Roman"/>
                <a:cs typeface="Times New Roman"/>
              </a:rPr>
              <a:t>function</a:t>
            </a:r>
            <a:r>
              <a:rPr sz="2250" spc="-5" dirty="0">
                <a:latin typeface="Times New Roman"/>
                <a:cs typeface="Times New Roman"/>
              </a:rPr>
              <a:t> </a:t>
            </a:r>
            <a:r>
              <a:rPr sz="2250" dirty="0">
                <a:latin typeface="Times New Roman"/>
                <a:cs typeface="Times New Roman"/>
              </a:rPr>
              <a:t>C</a:t>
            </a:r>
            <a:r>
              <a:rPr sz="2250" spc="-15" dirty="0">
                <a:latin typeface="Times New Roman"/>
                <a:cs typeface="Times New Roman"/>
              </a:rPr>
              <a:t> </a:t>
            </a:r>
            <a:r>
              <a:rPr sz="2250" dirty="0">
                <a:latin typeface="Times New Roman"/>
                <a:cs typeface="Times New Roman"/>
              </a:rPr>
              <a:t>but</a:t>
            </a:r>
            <a:r>
              <a:rPr sz="2250" spc="-5" dirty="0">
                <a:latin typeface="Times New Roman"/>
                <a:cs typeface="Times New Roman"/>
              </a:rPr>
              <a:t> is</a:t>
            </a:r>
            <a:r>
              <a:rPr sz="2250" spc="-10" dirty="0">
                <a:latin typeface="Times New Roman"/>
                <a:cs typeface="Times New Roman"/>
              </a:rPr>
              <a:t> </a:t>
            </a:r>
            <a:r>
              <a:rPr sz="2250" dirty="0">
                <a:latin typeface="Times New Roman"/>
                <a:cs typeface="Times New Roman"/>
              </a:rPr>
              <a:t>not </a:t>
            </a:r>
            <a:r>
              <a:rPr sz="2250" spc="-550" dirty="0">
                <a:latin typeface="Times New Roman"/>
                <a:cs typeface="Times New Roman"/>
              </a:rPr>
              <a:t> </a:t>
            </a:r>
            <a:r>
              <a:rPr sz="2250" dirty="0">
                <a:latin typeface="Times New Roman"/>
                <a:cs typeface="Times New Roman"/>
              </a:rPr>
              <a:t>handled</a:t>
            </a:r>
            <a:r>
              <a:rPr sz="2250" spc="-5" dirty="0">
                <a:latin typeface="Times New Roman"/>
                <a:cs typeface="Times New Roman"/>
              </a:rPr>
              <a:t> in</a:t>
            </a:r>
            <a:r>
              <a:rPr sz="2250" spc="-10" dirty="0">
                <a:latin typeface="Times New Roman"/>
                <a:cs typeface="Times New Roman"/>
              </a:rPr>
              <a:t> </a:t>
            </a:r>
            <a:r>
              <a:rPr sz="2250" spc="-5" dirty="0">
                <a:latin typeface="Times New Roman"/>
                <a:cs typeface="Times New Roman"/>
              </a:rPr>
              <a:t>C,</a:t>
            </a:r>
            <a:r>
              <a:rPr sz="2250" spc="-10" dirty="0">
                <a:latin typeface="Times New Roman"/>
                <a:cs typeface="Times New Roman"/>
              </a:rPr>
              <a:t> </a:t>
            </a:r>
            <a:r>
              <a:rPr sz="2250" spc="-5" dirty="0">
                <a:latin typeface="Times New Roman"/>
                <a:cs typeface="Times New Roman"/>
              </a:rPr>
              <a:t>the exception</a:t>
            </a:r>
            <a:r>
              <a:rPr sz="2250" spc="-10" dirty="0">
                <a:latin typeface="Times New Roman"/>
                <a:cs typeface="Times New Roman"/>
              </a:rPr>
              <a:t> </a:t>
            </a:r>
            <a:r>
              <a:rPr sz="2250" dirty="0">
                <a:latin typeface="Times New Roman"/>
                <a:cs typeface="Times New Roman"/>
              </a:rPr>
              <a:t>passes</a:t>
            </a:r>
            <a:r>
              <a:rPr sz="2250" spc="-5" dirty="0">
                <a:latin typeface="Times New Roman"/>
                <a:cs typeface="Times New Roman"/>
              </a:rPr>
              <a:t> to </a:t>
            </a:r>
            <a:r>
              <a:rPr sz="2250" dirty="0">
                <a:latin typeface="Times New Roman"/>
                <a:cs typeface="Times New Roman"/>
              </a:rPr>
              <a:t>B</a:t>
            </a:r>
            <a:r>
              <a:rPr sz="2250" spc="-10" dirty="0">
                <a:latin typeface="Times New Roman"/>
                <a:cs typeface="Times New Roman"/>
              </a:rPr>
              <a:t> </a:t>
            </a:r>
            <a:r>
              <a:rPr sz="2250" spc="-5" dirty="0">
                <a:latin typeface="Times New Roman"/>
                <a:cs typeface="Times New Roman"/>
              </a:rPr>
              <a:t>and</a:t>
            </a:r>
            <a:r>
              <a:rPr sz="2250" spc="-10" dirty="0">
                <a:latin typeface="Times New Roman"/>
                <a:cs typeface="Times New Roman"/>
              </a:rPr>
              <a:t> </a:t>
            </a:r>
            <a:r>
              <a:rPr sz="2250" spc="-5" dirty="0">
                <a:latin typeface="Times New Roman"/>
                <a:cs typeface="Times New Roman"/>
              </a:rPr>
              <a:t>then</a:t>
            </a:r>
            <a:r>
              <a:rPr sz="2250" spc="-10" dirty="0">
                <a:latin typeface="Times New Roman"/>
                <a:cs typeface="Times New Roman"/>
              </a:rPr>
              <a:t> </a:t>
            </a:r>
            <a:r>
              <a:rPr sz="2250" spc="-5" dirty="0">
                <a:latin typeface="Times New Roman"/>
                <a:cs typeface="Times New Roman"/>
              </a:rPr>
              <a:t>to</a:t>
            </a:r>
            <a:r>
              <a:rPr sz="2250" spc="-130" dirty="0">
                <a:latin typeface="Times New Roman"/>
                <a:cs typeface="Times New Roman"/>
              </a:rPr>
              <a:t> </a:t>
            </a:r>
            <a:r>
              <a:rPr sz="2250" spc="-5" dirty="0">
                <a:latin typeface="Times New Roman"/>
                <a:cs typeface="Times New Roman"/>
              </a:rPr>
              <a:t>A.</a:t>
            </a:r>
            <a:endParaRPr sz="2250">
              <a:latin typeface="Times New Roman"/>
              <a:cs typeface="Times New Roman"/>
            </a:endParaRPr>
          </a:p>
          <a:p>
            <a:pPr marL="213995" marR="796290" indent="-201930">
              <a:lnSpc>
                <a:spcPct val="80000"/>
              </a:lnSpc>
              <a:buClr>
                <a:srgbClr val="595959"/>
              </a:buClr>
              <a:buSzPct val="62222"/>
              <a:buFont typeface="Arial MT"/>
              <a:buChar char="•"/>
              <a:tabLst>
                <a:tab pos="213995" algn="l"/>
                <a:tab pos="214629" algn="l"/>
              </a:tabLst>
            </a:pPr>
            <a:r>
              <a:rPr sz="2250" dirty="0">
                <a:latin typeface="Times New Roman"/>
                <a:cs typeface="Times New Roman"/>
              </a:rPr>
              <a:t>If</a:t>
            </a:r>
            <a:r>
              <a:rPr sz="2250" spc="-10" dirty="0">
                <a:latin typeface="Times New Roman"/>
                <a:cs typeface="Times New Roman"/>
              </a:rPr>
              <a:t> </a:t>
            </a:r>
            <a:r>
              <a:rPr sz="2250" dirty="0">
                <a:latin typeface="Times New Roman"/>
                <a:cs typeface="Times New Roman"/>
              </a:rPr>
              <a:t>never</a:t>
            </a:r>
            <a:r>
              <a:rPr sz="2250" spc="-10" dirty="0">
                <a:latin typeface="Times New Roman"/>
                <a:cs typeface="Times New Roman"/>
              </a:rPr>
              <a:t> </a:t>
            </a:r>
            <a:r>
              <a:rPr sz="2250" dirty="0">
                <a:latin typeface="Times New Roman"/>
                <a:cs typeface="Times New Roman"/>
              </a:rPr>
              <a:t>handled,</a:t>
            </a:r>
            <a:r>
              <a:rPr sz="2250" spc="-5" dirty="0">
                <a:latin typeface="Times New Roman"/>
                <a:cs typeface="Times New Roman"/>
              </a:rPr>
              <a:t> an</a:t>
            </a:r>
            <a:r>
              <a:rPr sz="2250" spc="-15" dirty="0">
                <a:latin typeface="Times New Roman"/>
                <a:cs typeface="Times New Roman"/>
              </a:rPr>
              <a:t> </a:t>
            </a:r>
            <a:r>
              <a:rPr sz="2250" spc="-5" dirty="0">
                <a:latin typeface="Times New Roman"/>
                <a:cs typeface="Times New Roman"/>
              </a:rPr>
              <a:t>error</a:t>
            </a:r>
            <a:r>
              <a:rPr sz="2250" spc="-15" dirty="0">
                <a:latin typeface="Times New Roman"/>
                <a:cs typeface="Times New Roman"/>
              </a:rPr>
              <a:t> </a:t>
            </a:r>
            <a:r>
              <a:rPr sz="2250" spc="-5" dirty="0">
                <a:latin typeface="Times New Roman"/>
                <a:cs typeface="Times New Roman"/>
              </a:rPr>
              <a:t>message</a:t>
            </a:r>
            <a:r>
              <a:rPr sz="2250" spc="-10" dirty="0">
                <a:latin typeface="Times New Roman"/>
                <a:cs typeface="Times New Roman"/>
              </a:rPr>
              <a:t> </a:t>
            </a:r>
            <a:r>
              <a:rPr sz="2250" spc="-5" dirty="0">
                <a:latin typeface="Times New Roman"/>
                <a:cs typeface="Times New Roman"/>
              </a:rPr>
              <a:t>is</a:t>
            </a:r>
            <a:r>
              <a:rPr sz="2250" spc="-15" dirty="0">
                <a:latin typeface="Times New Roman"/>
                <a:cs typeface="Times New Roman"/>
              </a:rPr>
              <a:t> </a:t>
            </a:r>
            <a:r>
              <a:rPr sz="2250" dirty="0">
                <a:latin typeface="Times New Roman"/>
                <a:cs typeface="Times New Roman"/>
              </a:rPr>
              <a:t>displayed</a:t>
            </a:r>
            <a:r>
              <a:rPr sz="2250" spc="-10" dirty="0">
                <a:latin typeface="Times New Roman"/>
                <a:cs typeface="Times New Roman"/>
              </a:rPr>
              <a:t> </a:t>
            </a:r>
            <a:r>
              <a:rPr sz="2250" spc="-5" dirty="0">
                <a:latin typeface="Times New Roman"/>
                <a:cs typeface="Times New Roman"/>
              </a:rPr>
              <a:t>and</a:t>
            </a:r>
            <a:r>
              <a:rPr sz="2250" spc="-10" dirty="0">
                <a:latin typeface="Times New Roman"/>
                <a:cs typeface="Times New Roman"/>
              </a:rPr>
              <a:t> </a:t>
            </a:r>
            <a:r>
              <a:rPr sz="2250" dirty="0">
                <a:latin typeface="Times New Roman"/>
                <a:cs typeface="Times New Roman"/>
              </a:rPr>
              <a:t>our </a:t>
            </a:r>
            <a:r>
              <a:rPr sz="2250" spc="-550" dirty="0">
                <a:latin typeface="Times New Roman"/>
                <a:cs typeface="Times New Roman"/>
              </a:rPr>
              <a:t> </a:t>
            </a:r>
            <a:r>
              <a:rPr sz="2250" dirty="0">
                <a:latin typeface="Times New Roman"/>
                <a:cs typeface="Times New Roman"/>
              </a:rPr>
              <a:t>program</a:t>
            </a:r>
            <a:r>
              <a:rPr sz="2250" spc="-5" dirty="0">
                <a:latin typeface="Times New Roman"/>
                <a:cs typeface="Times New Roman"/>
              </a:rPr>
              <a:t> comes</a:t>
            </a:r>
            <a:r>
              <a:rPr sz="2250" spc="-10" dirty="0">
                <a:latin typeface="Times New Roman"/>
                <a:cs typeface="Times New Roman"/>
              </a:rPr>
              <a:t> </a:t>
            </a:r>
            <a:r>
              <a:rPr sz="2250" spc="-5" dirty="0">
                <a:latin typeface="Times New Roman"/>
                <a:cs typeface="Times New Roman"/>
              </a:rPr>
              <a:t>to</a:t>
            </a:r>
            <a:r>
              <a:rPr sz="2250" spc="-10" dirty="0">
                <a:latin typeface="Times New Roman"/>
                <a:cs typeface="Times New Roman"/>
              </a:rPr>
              <a:t> </a:t>
            </a:r>
            <a:r>
              <a:rPr sz="2250" dirty="0">
                <a:latin typeface="Times New Roman"/>
                <a:cs typeface="Times New Roman"/>
              </a:rPr>
              <a:t>a</a:t>
            </a:r>
            <a:r>
              <a:rPr sz="2250" spc="-5" dirty="0">
                <a:latin typeface="Times New Roman"/>
                <a:cs typeface="Times New Roman"/>
              </a:rPr>
              <a:t> sudden</a:t>
            </a:r>
            <a:r>
              <a:rPr sz="2250" spc="-10" dirty="0">
                <a:latin typeface="Times New Roman"/>
                <a:cs typeface="Times New Roman"/>
              </a:rPr>
              <a:t> </a:t>
            </a:r>
            <a:r>
              <a:rPr sz="2250" dirty="0">
                <a:latin typeface="Times New Roman"/>
                <a:cs typeface="Times New Roman"/>
              </a:rPr>
              <a:t>unexpected</a:t>
            </a:r>
            <a:r>
              <a:rPr sz="2250" spc="-5" dirty="0">
                <a:latin typeface="Times New Roman"/>
                <a:cs typeface="Times New Roman"/>
              </a:rPr>
              <a:t> </a:t>
            </a:r>
            <a:r>
              <a:rPr sz="2250" dirty="0">
                <a:latin typeface="Times New Roman"/>
                <a:cs typeface="Times New Roman"/>
              </a:rPr>
              <a:t>halt.</a:t>
            </a:r>
            <a:endParaRPr sz="2250">
              <a:latin typeface="Times New Roman"/>
              <a:cs typeface="Times New Roman"/>
            </a:endParaRP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81853" y="10030"/>
            <a:ext cx="8228330" cy="497840"/>
          </a:xfrm>
          <a:prstGeom prst="rect">
            <a:avLst/>
          </a:prstGeom>
        </p:spPr>
        <p:txBody>
          <a:bodyPr vert="horz" wrap="square" lIns="0" tIns="12700" rIns="0" bIns="0" rtlCol="0">
            <a:spAutoFit/>
          </a:bodyPr>
          <a:lstStyle/>
          <a:p>
            <a:pPr marL="12700">
              <a:lnSpc>
                <a:spcPct val="100000"/>
              </a:lnSpc>
              <a:spcBef>
                <a:spcPts val="100"/>
              </a:spcBef>
            </a:pPr>
            <a:r>
              <a:rPr sz="3100" spc="-15" dirty="0"/>
              <a:t>Difference</a:t>
            </a:r>
            <a:r>
              <a:rPr sz="3100" spc="-20" dirty="0"/>
              <a:t> </a:t>
            </a:r>
            <a:r>
              <a:rPr sz="3100" spc="-5" dirty="0"/>
              <a:t>between</a:t>
            </a:r>
            <a:r>
              <a:rPr sz="3100" spc="-15" dirty="0"/>
              <a:t> </a:t>
            </a:r>
            <a:r>
              <a:rPr sz="3100" spc="-5" dirty="0"/>
              <a:t>Syntax</a:t>
            </a:r>
            <a:r>
              <a:rPr sz="3100" spc="-15" dirty="0"/>
              <a:t> Error</a:t>
            </a:r>
            <a:r>
              <a:rPr sz="3100" spc="-70" dirty="0"/>
              <a:t> </a:t>
            </a:r>
            <a:r>
              <a:rPr sz="3100" dirty="0"/>
              <a:t>and</a:t>
            </a:r>
            <a:r>
              <a:rPr sz="3100" spc="-10" dirty="0"/>
              <a:t> </a:t>
            </a:r>
            <a:r>
              <a:rPr sz="3100" spc="-5" dirty="0"/>
              <a:t>Exceptions</a:t>
            </a:r>
            <a:endParaRPr sz="3100"/>
          </a:p>
        </p:txBody>
      </p:sp>
      <p:sp>
        <p:nvSpPr>
          <p:cNvPr id="3" name="object 3"/>
          <p:cNvSpPr txBox="1"/>
          <p:nvPr/>
        </p:nvSpPr>
        <p:spPr>
          <a:xfrm>
            <a:off x="673100" y="603758"/>
            <a:ext cx="7736205" cy="3683000"/>
          </a:xfrm>
          <a:prstGeom prst="rect">
            <a:avLst/>
          </a:prstGeom>
        </p:spPr>
        <p:txBody>
          <a:bodyPr vert="horz" wrap="square" lIns="0" tIns="12700" rIns="0" bIns="0" rtlCol="0">
            <a:spAutoFit/>
          </a:bodyPr>
          <a:lstStyle/>
          <a:p>
            <a:pPr marL="241300" marR="5080" indent="-228600">
              <a:lnSpc>
                <a:spcPct val="100000"/>
              </a:lnSpc>
              <a:spcBef>
                <a:spcPts val="100"/>
              </a:spcBef>
            </a:pPr>
            <a:r>
              <a:rPr sz="2400" b="1" spc="-5" dirty="0">
                <a:latin typeface="Times New Roman"/>
                <a:cs typeface="Times New Roman"/>
              </a:rPr>
              <a:t>Syntax</a:t>
            </a:r>
            <a:r>
              <a:rPr sz="2400" b="1" spc="-15" dirty="0">
                <a:latin typeface="Times New Roman"/>
                <a:cs typeface="Times New Roman"/>
              </a:rPr>
              <a:t> </a:t>
            </a:r>
            <a:r>
              <a:rPr sz="2400" b="1" spc="-10" dirty="0">
                <a:latin typeface="Times New Roman"/>
                <a:cs typeface="Times New Roman"/>
              </a:rPr>
              <a:t>Error:</a:t>
            </a:r>
            <a:r>
              <a:rPr sz="2400" b="1" spc="-125" dirty="0">
                <a:latin typeface="Times New Roman"/>
                <a:cs typeface="Times New Roman"/>
              </a:rPr>
              <a:t> </a:t>
            </a:r>
            <a:r>
              <a:rPr sz="2400" spc="-5" dirty="0">
                <a:latin typeface="Times New Roman"/>
                <a:cs typeface="Times New Roman"/>
              </a:rPr>
              <a:t>As</a:t>
            </a:r>
            <a:r>
              <a:rPr sz="2400" spc="-15" dirty="0">
                <a:latin typeface="Times New Roman"/>
                <a:cs typeface="Times New Roman"/>
              </a:rPr>
              <a:t> </a:t>
            </a:r>
            <a:r>
              <a:rPr sz="2400" spc="-5" dirty="0">
                <a:latin typeface="Times New Roman"/>
                <a:cs typeface="Times New Roman"/>
              </a:rPr>
              <a:t>the</a:t>
            </a:r>
            <a:r>
              <a:rPr sz="2400" spc="-10" dirty="0">
                <a:latin typeface="Times New Roman"/>
                <a:cs typeface="Times New Roman"/>
              </a:rPr>
              <a:t> </a:t>
            </a:r>
            <a:r>
              <a:rPr sz="2400" dirty="0">
                <a:latin typeface="Times New Roman"/>
                <a:cs typeface="Times New Roman"/>
              </a:rPr>
              <a:t>name</a:t>
            </a:r>
            <a:r>
              <a:rPr sz="2400" spc="-5" dirty="0">
                <a:latin typeface="Times New Roman"/>
                <a:cs typeface="Times New Roman"/>
              </a:rPr>
              <a:t> suggests</a:t>
            </a:r>
            <a:r>
              <a:rPr sz="2400" spc="-10" dirty="0">
                <a:latin typeface="Times New Roman"/>
                <a:cs typeface="Times New Roman"/>
              </a:rPr>
              <a:t> </a:t>
            </a:r>
            <a:r>
              <a:rPr sz="2400" spc="-5" dirty="0">
                <a:latin typeface="Times New Roman"/>
                <a:cs typeface="Times New Roman"/>
              </a:rPr>
              <a:t>this</a:t>
            </a:r>
            <a:r>
              <a:rPr sz="2400" spc="-10" dirty="0">
                <a:latin typeface="Times New Roman"/>
                <a:cs typeface="Times New Roman"/>
              </a:rPr>
              <a:t> </a:t>
            </a:r>
            <a:r>
              <a:rPr sz="2400" spc="-5" dirty="0">
                <a:latin typeface="Times New Roman"/>
                <a:cs typeface="Times New Roman"/>
              </a:rPr>
              <a:t>error</a:t>
            </a:r>
            <a:r>
              <a:rPr sz="2400" spc="-10" dirty="0">
                <a:latin typeface="Times New Roman"/>
                <a:cs typeface="Times New Roman"/>
              </a:rPr>
              <a:t> </a:t>
            </a:r>
            <a:r>
              <a:rPr sz="2400" spc="-5" dirty="0">
                <a:latin typeface="Times New Roman"/>
                <a:cs typeface="Times New Roman"/>
              </a:rPr>
              <a:t>is</a:t>
            </a:r>
            <a:r>
              <a:rPr sz="2400" spc="-10" dirty="0">
                <a:latin typeface="Times New Roman"/>
                <a:cs typeface="Times New Roman"/>
              </a:rPr>
              <a:t> </a:t>
            </a:r>
            <a:r>
              <a:rPr sz="2400" spc="-5" dirty="0">
                <a:latin typeface="Times New Roman"/>
                <a:cs typeface="Times New Roman"/>
              </a:rPr>
              <a:t>caused</a:t>
            </a:r>
            <a:r>
              <a:rPr sz="2400" spc="-10" dirty="0">
                <a:latin typeface="Times New Roman"/>
                <a:cs typeface="Times New Roman"/>
              </a:rPr>
              <a:t> </a:t>
            </a:r>
            <a:r>
              <a:rPr sz="2400" dirty="0">
                <a:latin typeface="Times New Roman"/>
                <a:cs typeface="Times New Roman"/>
              </a:rPr>
              <a:t>by</a:t>
            </a:r>
            <a:r>
              <a:rPr sz="2400" spc="-5" dirty="0">
                <a:latin typeface="Times New Roman"/>
                <a:cs typeface="Times New Roman"/>
              </a:rPr>
              <a:t> the </a:t>
            </a:r>
            <a:r>
              <a:rPr sz="2400" spc="-585" dirty="0">
                <a:latin typeface="Times New Roman"/>
                <a:cs typeface="Times New Roman"/>
              </a:rPr>
              <a:t> </a:t>
            </a:r>
            <a:r>
              <a:rPr sz="2400" spc="-5" dirty="0">
                <a:latin typeface="Times New Roman"/>
                <a:cs typeface="Times New Roman"/>
              </a:rPr>
              <a:t>wrong syntax in the code. </a:t>
            </a:r>
            <a:r>
              <a:rPr sz="2400" dirty="0">
                <a:latin typeface="Times New Roman"/>
                <a:cs typeface="Times New Roman"/>
              </a:rPr>
              <a:t>It </a:t>
            </a:r>
            <a:r>
              <a:rPr sz="2400" spc="-5" dirty="0">
                <a:latin typeface="Times New Roman"/>
                <a:cs typeface="Times New Roman"/>
              </a:rPr>
              <a:t>leads to the termination </a:t>
            </a:r>
            <a:r>
              <a:rPr sz="2400" dirty="0">
                <a:latin typeface="Times New Roman"/>
                <a:cs typeface="Times New Roman"/>
              </a:rPr>
              <a:t>of </a:t>
            </a:r>
            <a:r>
              <a:rPr sz="2400" spc="-5" dirty="0">
                <a:latin typeface="Times New Roman"/>
                <a:cs typeface="Times New Roman"/>
              </a:rPr>
              <a:t>the </a:t>
            </a:r>
            <a:r>
              <a:rPr sz="2400" dirty="0">
                <a:latin typeface="Times New Roman"/>
                <a:cs typeface="Times New Roman"/>
              </a:rPr>
              <a:t> program.</a:t>
            </a:r>
            <a:endParaRPr sz="2400">
              <a:latin typeface="Times New Roman"/>
              <a:cs typeface="Times New Roman"/>
            </a:endParaRPr>
          </a:p>
          <a:p>
            <a:pPr marL="12700">
              <a:lnSpc>
                <a:spcPct val="100000"/>
              </a:lnSpc>
            </a:pPr>
            <a:r>
              <a:rPr sz="2400" b="1" spc="-5" dirty="0">
                <a:latin typeface="Arial"/>
                <a:cs typeface="Arial"/>
              </a:rPr>
              <a:t>Example:</a:t>
            </a:r>
            <a:endParaRPr sz="2400">
              <a:latin typeface="Arial"/>
              <a:cs typeface="Arial"/>
            </a:endParaRPr>
          </a:p>
          <a:p>
            <a:pPr marL="12700" marR="3619500">
              <a:lnSpc>
                <a:spcPct val="100000"/>
              </a:lnSpc>
            </a:pPr>
            <a:r>
              <a:rPr sz="2400" dirty="0">
                <a:latin typeface="Arial MT"/>
                <a:cs typeface="Arial MT"/>
              </a:rPr>
              <a:t>#</a:t>
            </a:r>
            <a:r>
              <a:rPr sz="2400" spc="-30" dirty="0">
                <a:latin typeface="Arial MT"/>
                <a:cs typeface="Arial MT"/>
              </a:rPr>
              <a:t> </a:t>
            </a:r>
            <a:r>
              <a:rPr sz="2400" spc="-5" dirty="0">
                <a:latin typeface="Arial MT"/>
                <a:cs typeface="Arial MT"/>
              </a:rPr>
              <a:t>initialize</a:t>
            </a:r>
            <a:r>
              <a:rPr sz="2400" spc="-25" dirty="0">
                <a:latin typeface="Arial MT"/>
                <a:cs typeface="Arial MT"/>
              </a:rPr>
              <a:t> </a:t>
            </a:r>
            <a:r>
              <a:rPr sz="2400" spc="-5" dirty="0">
                <a:latin typeface="Arial MT"/>
                <a:cs typeface="Arial MT"/>
              </a:rPr>
              <a:t>the</a:t>
            </a:r>
            <a:r>
              <a:rPr sz="2400" spc="-30" dirty="0">
                <a:latin typeface="Arial MT"/>
                <a:cs typeface="Arial MT"/>
              </a:rPr>
              <a:t> </a:t>
            </a:r>
            <a:r>
              <a:rPr sz="2400" spc="-5" dirty="0">
                <a:latin typeface="Arial MT"/>
                <a:cs typeface="Arial MT"/>
              </a:rPr>
              <a:t>amount</a:t>
            </a:r>
            <a:r>
              <a:rPr sz="2400" spc="-25" dirty="0">
                <a:latin typeface="Arial MT"/>
                <a:cs typeface="Arial MT"/>
              </a:rPr>
              <a:t> </a:t>
            </a:r>
            <a:r>
              <a:rPr sz="2400" dirty="0">
                <a:latin typeface="Arial MT"/>
                <a:cs typeface="Arial MT"/>
              </a:rPr>
              <a:t>variable </a:t>
            </a:r>
            <a:r>
              <a:rPr sz="2400" spc="-650" dirty="0">
                <a:latin typeface="Arial MT"/>
                <a:cs typeface="Arial MT"/>
              </a:rPr>
              <a:t> </a:t>
            </a:r>
            <a:r>
              <a:rPr sz="2400" spc="-5" dirty="0">
                <a:latin typeface="Arial MT"/>
                <a:cs typeface="Arial MT"/>
              </a:rPr>
              <a:t>amount</a:t>
            </a:r>
            <a:r>
              <a:rPr sz="2400" spc="-10" dirty="0">
                <a:latin typeface="Arial MT"/>
                <a:cs typeface="Arial MT"/>
              </a:rPr>
              <a:t> </a:t>
            </a:r>
            <a:r>
              <a:rPr sz="2400" dirty="0">
                <a:latin typeface="Arial MT"/>
                <a:cs typeface="Arial MT"/>
              </a:rPr>
              <a:t>=</a:t>
            </a:r>
            <a:r>
              <a:rPr sz="2400" spc="-15" dirty="0">
                <a:latin typeface="Arial MT"/>
                <a:cs typeface="Arial MT"/>
              </a:rPr>
              <a:t> </a:t>
            </a:r>
            <a:r>
              <a:rPr sz="2400" spc="-5" dirty="0">
                <a:latin typeface="Arial MT"/>
                <a:cs typeface="Arial MT"/>
              </a:rPr>
              <a:t>10000</a:t>
            </a:r>
            <a:endParaRPr sz="2400">
              <a:latin typeface="Arial MT"/>
              <a:cs typeface="Arial MT"/>
            </a:endParaRPr>
          </a:p>
          <a:p>
            <a:pPr marL="12700">
              <a:lnSpc>
                <a:spcPct val="100000"/>
              </a:lnSpc>
            </a:pPr>
            <a:r>
              <a:rPr sz="2400" dirty="0">
                <a:latin typeface="Arial MT"/>
                <a:cs typeface="Arial MT"/>
              </a:rPr>
              <a:t>#</a:t>
            </a:r>
            <a:r>
              <a:rPr sz="2400" spc="-20" dirty="0">
                <a:latin typeface="Arial MT"/>
                <a:cs typeface="Arial MT"/>
              </a:rPr>
              <a:t> </a:t>
            </a:r>
            <a:r>
              <a:rPr sz="2400" dirty="0">
                <a:latin typeface="Arial MT"/>
                <a:cs typeface="Arial MT"/>
              </a:rPr>
              <a:t>check</a:t>
            </a:r>
            <a:r>
              <a:rPr sz="2400" spc="-15" dirty="0">
                <a:latin typeface="Arial MT"/>
                <a:cs typeface="Arial MT"/>
              </a:rPr>
              <a:t> </a:t>
            </a:r>
            <a:r>
              <a:rPr sz="2400" spc="-5" dirty="0">
                <a:latin typeface="Arial MT"/>
                <a:cs typeface="Arial MT"/>
              </a:rPr>
              <a:t>that</a:t>
            </a:r>
            <a:r>
              <a:rPr sz="2400" spc="-60" dirty="0">
                <a:latin typeface="Arial MT"/>
                <a:cs typeface="Arial MT"/>
              </a:rPr>
              <a:t> </a:t>
            </a:r>
            <a:r>
              <a:rPr sz="2400" spc="-80" dirty="0">
                <a:latin typeface="Arial MT"/>
                <a:cs typeface="Arial MT"/>
              </a:rPr>
              <a:t>You</a:t>
            </a:r>
            <a:r>
              <a:rPr sz="2400" spc="-15" dirty="0">
                <a:latin typeface="Arial MT"/>
                <a:cs typeface="Arial MT"/>
              </a:rPr>
              <a:t> </a:t>
            </a:r>
            <a:r>
              <a:rPr sz="2400" spc="-5" dirty="0">
                <a:latin typeface="Arial MT"/>
                <a:cs typeface="Arial MT"/>
              </a:rPr>
              <a:t>are</a:t>
            </a:r>
            <a:r>
              <a:rPr sz="2400" spc="-15" dirty="0">
                <a:latin typeface="Arial MT"/>
                <a:cs typeface="Arial MT"/>
              </a:rPr>
              <a:t> </a:t>
            </a:r>
            <a:r>
              <a:rPr sz="2400" spc="-5" dirty="0">
                <a:latin typeface="Arial MT"/>
                <a:cs typeface="Arial MT"/>
              </a:rPr>
              <a:t>eligible</a:t>
            </a:r>
            <a:r>
              <a:rPr sz="2400" spc="-15" dirty="0">
                <a:latin typeface="Arial MT"/>
                <a:cs typeface="Arial MT"/>
              </a:rPr>
              <a:t> </a:t>
            </a:r>
            <a:r>
              <a:rPr sz="2400" spc="-5" dirty="0">
                <a:latin typeface="Arial MT"/>
                <a:cs typeface="Arial MT"/>
              </a:rPr>
              <a:t>to</a:t>
            </a:r>
            <a:endParaRPr sz="2400">
              <a:latin typeface="Arial MT"/>
              <a:cs typeface="Arial MT"/>
            </a:endParaRPr>
          </a:p>
          <a:p>
            <a:pPr marL="12700" marR="3081655">
              <a:lnSpc>
                <a:spcPct val="100000"/>
              </a:lnSpc>
              <a:tabLst>
                <a:tab pos="350520" algn="l"/>
              </a:tabLst>
            </a:pPr>
            <a:r>
              <a:rPr sz="2400" dirty="0">
                <a:latin typeface="Arial MT"/>
                <a:cs typeface="Arial MT"/>
              </a:rPr>
              <a:t>#	</a:t>
            </a:r>
            <a:r>
              <a:rPr sz="2400" spc="-5" dirty="0">
                <a:latin typeface="Arial MT"/>
                <a:cs typeface="Arial MT"/>
              </a:rPr>
              <a:t>purchase</a:t>
            </a:r>
            <a:r>
              <a:rPr sz="2400" spc="-20" dirty="0">
                <a:latin typeface="Arial MT"/>
                <a:cs typeface="Arial MT"/>
              </a:rPr>
              <a:t> </a:t>
            </a:r>
            <a:r>
              <a:rPr sz="2400" spc="-5" dirty="0">
                <a:latin typeface="Arial MT"/>
                <a:cs typeface="Arial MT"/>
              </a:rPr>
              <a:t>Dsa</a:t>
            </a:r>
            <a:r>
              <a:rPr sz="2400" spc="-20" dirty="0">
                <a:latin typeface="Arial MT"/>
                <a:cs typeface="Arial MT"/>
              </a:rPr>
              <a:t> </a:t>
            </a:r>
            <a:r>
              <a:rPr sz="2400" spc="-5" dirty="0">
                <a:latin typeface="Arial MT"/>
                <a:cs typeface="Arial MT"/>
              </a:rPr>
              <a:t>Self</a:t>
            </a:r>
            <a:r>
              <a:rPr sz="2400" spc="-25" dirty="0">
                <a:latin typeface="Arial MT"/>
                <a:cs typeface="Arial MT"/>
              </a:rPr>
              <a:t> </a:t>
            </a:r>
            <a:r>
              <a:rPr sz="2400" spc="-5" dirty="0">
                <a:latin typeface="Arial MT"/>
                <a:cs typeface="Arial MT"/>
              </a:rPr>
              <a:t>Paced</a:t>
            </a:r>
            <a:r>
              <a:rPr sz="2400" spc="-25" dirty="0">
                <a:latin typeface="Arial MT"/>
                <a:cs typeface="Arial MT"/>
              </a:rPr>
              <a:t> </a:t>
            </a:r>
            <a:r>
              <a:rPr sz="2400" spc="-5" dirty="0">
                <a:latin typeface="Arial MT"/>
                <a:cs typeface="Arial MT"/>
              </a:rPr>
              <a:t>or</a:t>
            </a:r>
            <a:r>
              <a:rPr sz="2400" spc="-20" dirty="0">
                <a:latin typeface="Arial MT"/>
                <a:cs typeface="Arial MT"/>
              </a:rPr>
              <a:t> </a:t>
            </a:r>
            <a:r>
              <a:rPr sz="2400" spc="-5" dirty="0">
                <a:latin typeface="Arial MT"/>
                <a:cs typeface="Arial MT"/>
              </a:rPr>
              <a:t>not </a:t>
            </a:r>
            <a:r>
              <a:rPr sz="2400" spc="-650" dirty="0">
                <a:latin typeface="Arial MT"/>
                <a:cs typeface="Arial MT"/>
              </a:rPr>
              <a:t> </a:t>
            </a:r>
            <a:r>
              <a:rPr sz="2400" spc="-5" dirty="0">
                <a:latin typeface="Arial MT"/>
                <a:cs typeface="Arial MT"/>
              </a:rPr>
              <a:t>if(amount</a:t>
            </a:r>
            <a:r>
              <a:rPr sz="2400" spc="-10" dirty="0">
                <a:latin typeface="Arial MT"/>
                <a:cs typeface="Arial MT"/>
              </a:rPr>
              <a:t> </a:t>
            </a:r>
            <a:r>
              <a:rPr sz="2400" dirty="0">
                <a:latin typeface="Arial MT"/>
                <a:cs typeface="Arial MT"/>
              </a:rPr>
              <a:t>&gt;</a:t>
            </a:r>
            <a:r>
              <a:rPr sz="2400" spc="-15" dirty="0">
                <a:latin typeface="Arial MT"/>
                <a:cs typeface="Arial MT"/>
              </a:rPr>
              <a:t> </a:t>
            </a:r>
            <a:r>
              <a:rPr sz="2400" spc="-5" dirty="0">
                <a:latin typeface="Arial MT"/>
                <a:cs typeface="Arial MT"/>
              </a:rPr>
              <a:t>2999)</a:t>
            </a:r>
            <a:endParaRPr sz="2400">
              <a:latin typeface="Arial MT"/>
              <a:cs typeface="Arial MT"/>
            </a:endParaRPr>
          </a:p>
          <a:p>
            <a:pPr marL="12700">
              <a:lnSpc>
                <a:spcPct val="100000"/>
              </a:lnSpc>
            </a:pPr>
            <a:r>
              <a:rPr sz="2400" spc="-30" dirty="0">
                <a:latin typeface="Arial MT"/>
                <a:cs typeface="Arial MT"/>
              </a:rPr>
              <a:t>print("You</a:t>
            </a:r>
            <a:r>
              <a:rPr sz="2400" spc="-10" dirty="0">
                <a:latin typeface="Arial MT"/>
                <a:cs typeface="Arial MT"/>
              </a:rPr>
              <a:t> </a:t>
            </a:r>
            <a:r>
              <a:rPr sz="2400" spc="-5" dirty="0">
                <a:latin typeface="Arial MT"/>
                <a:cs typeface="Arial MT"/>
              </a:rPr>
              <a:t>are</a:t>
            </a:r>
            <a:r>
              <a:rPr sz="2400" spc="-10" dirty="0">
                <a:latin typeface="Arial MT"/>
                <a:cs typeface="Arial MT"/>
              </a:rPr>
              <a:t> </a:t>
            </a:r>
            <a:r>
              <a:rPr sz="2400" spc="-5" dirty="0">
                <a:latin typeface="Arial MT"/>
                <a:cs typeface="Arial MT"/>
              </a:rPr>
              <a:t>eligible</a:t>
            </a:r>
            <a:r>
              <a:rPr sz="2400" spc="-10" dirty="0">
                <a:latin typeface="Arial MT"/>
                <a:cs typeface="Arial MT"/>
              </a:rPr>
              <a:t> </a:t>
            </a:r>
            <a:r>
              <a:rPr sz="2400" spc="-5" dirty="0">
                <a:latin typeface="Arial MT"/>
                <a:cs typeface="Arial MT"/>
              </a:rPr>
              <a:t>to</a:t>
            </a:r>
            <a:r>
              <a:rPr sz="2400" spc="-10" dirty="0">
                <a:latin typeface="Arial MT"/>
                <a:cs typeface="Arial MT"/>
              </a:rPr>
              <a:t> </a:t>
            </a:r>
            <a:r>
              <a:rPr sz="2400" spc="-5" dirty="0">
                <a:latin typeface="Arial MT"/>
                <a:cs typeface="Arial MT"/>
              </a:rPr>
              <a:t>purchase</a:t>
            </a:r>
            <a:r>
              <a:rPr sz="2400" spc="-10" dirty="0">
                <a:latin typeface="Arial MT"/>
                <a:cs typeface="Arial MT"/>
              </a:rPr>
              <a:t> </a:t>
            </a:r>
            <a:r>
              <a:rPr sz="2400" spc="-5" dirty="0">
                <a:latin typeface="Arial MT"/>
                <a:cs typeface="Arial MT"/>
              </a:rPr>
              <a:t>Dsa</a:t>
            </a:r>
            <a:r>
              <a:rPr sz="2400" spc="-10" dirty="0">
                <a:latin typeface="Arial MT"/>
                <a:cs typeface="Arial MT"/>
              </a:rPr>
              <a:t> </a:t>
            </a:r>
            <a:r>
              <a:rPr sz="2400" spc="-5" dirty="0">
                <a:latin typeface="Arial MT"/>
                <a:cs typeface="Arial MT"/>
              </a:rPr>
              <a:t>Self</a:t>
            </a:r>
            <a:r>
              <a:rPr sz="2400" spc="-15" dirty="0">
                <a:latin typeface="Arial MT"/>
                <a:cs typeface="Arial MT"/>
              </a:rPr>
              <a:t> </a:t>
            </a:r>
            <a:r>
              <a:rPr sz="2400" spc="-5" dirty="0">
                <a:latin typeface="Arial MT"/>
                <a:cs typeface="Arial MT"/>
              </a:rPr>
              <a:t>Paced")</a:t>
            </a:r>
            <a:endParaRPr sz="2400">
              <a:latin typeface="Arial MT"/>
              <a:cs typeface="Arial MT"/>
            </a:endParaRP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63436" y="11555"/>
            <a:ext cx="5689600" cy="878840"/>
          </a:xfrm>
          <a:prstGeom prst="rect">
            <a:avLst/>
          </a:prstGeom>
        </p:spPr>
        <p:txBody>
          <a:bodyPr vert="horz" wrap="square" lIns="0" tIns="12700" rIns="0" bIns="0" rtlCol="0">
            <a:spAutoFit/>
          </a:bodyPr>
          <a:lstStyle/>
          <a:p>
            <a:pPr marL="12700" marR="5080">
              <a:lnSpc>
                <a:spcPct val="100000"/>
              </a:lnSpc>
              <a:spcBef>
                <a:spcPts val="100"/>
              </a:spcBef>
            </a:pPr>
            <a:r>
              <a:rPr sz="2800" spc="-10" dirty="0"/>
              <a:t>Difference</a:t>
            </a:r>
            <a:r>
              <a:rPr sz="2800" spc="-25" dirty="0"/>
              <a:t> </a:t>
            </a:r>
            <a:r>
              <a:rPr sz="2800" spc="-5" dirty="0"/>
              <a:t>between</a:t>
            </a:r>
            <a:r>
              <a:rPr sz="2800" spc="-25" dirty="0"/>
              <a:t> </a:t>
            </a:r>
            <a:r>
              <a:rPr sz="2800" spc="-5" dirty="0"/>
              <a:t>Syntax</a:t>
            </a:r>
            <a:r>
              <a:rPr sz="2800" spc="-25" dirty="0"/>
              <a:t> </a:t>
            </a:r>
            <a:r>
              <a:rPr sz="2800" spc="-15" dirty="0"/>
              <a:t>Error</a:t>
            </a:r>
            <a:r>
              <a:rPr sz="2800" spc="-70" dirty="0"/>
              <a:t> </a:t>
            </a:r>
            <a:r>
              <a:rPr sz="2800" dirty="0"/>
              <a:t>and </a:t>
            </a:r>
            <a:r>
              <a:rPr sz="2800" spc="-685" dirty="0"/>
              <a:t> </a:t>
            </a:r>
            <a:r>
              <a:rPr sz="2800" spc="-5" dirty="0"/>
              <a:t>Exceptions(Contd..)</a:t>
            </a:r>
            <a:endParaRPr sz="2800"/>
          </a:p>
        </p:txBody>
      </p:sp>
      <p:sp>
        <p:nvSpPr>
          <p:cNvPr id="3" name="object 3"/>
          <p:cNvSpPr txBox="1">
            <a:spLocks noGrp="1"/>
          </p:cNvSpPr>
          <p:nvPr>
            <p:ph type="body" idx="1"/>
          </p:nvPr>
        </p:nvSpPr>
        <p:spPr>
          <a:prstGeom prst="rect">
            <a:avLst/>
          </a:prstGeom>
        </p:spPr>
        <p:txBody>
          <a:bodyPr vert="horz" wrap="square" lIns="0" tIns="12700" rIns="0" bIns="0" rtlCol="0">
            <a:spAutoFit/>
          </a:bodyPr>
          <a:lstStyle/>
          <a:p>
            <a:pPr marL="797560" marR="12065" indent="-228600">
              <a:lnSpc>
                <a:spcPct val="100000"/>
              </a:lnSpc>
              <a:spcBef>
                <a:spcPts val="100"/>
              </a:spcBef>
            </a:pPr>
            <a:r>
              <a:rPr b="1" spc="-5" dirty="0">
                <a:latin typeface="Times New Roman"/>
                <a:cs typeface="Times New Roman"/>
              </a:rPr>
              <a:t>Exceptions: </a:t>
            </a:r>
            <a:r>
              <a:rPr spc="-5" dirty="0"/>
              <a:t>Exceptions are </a:t>
            </a:r>
            <a:r>
              <a:rPr dirty="0"/>
              <a:t>raised </a:t>
            </a:r>
            <a:r>
              <a:rPr spc="-5" dirty="0"/>
              <a:t>when the </a:t>
            </a:r>
            <a:r>
              <a:rPr dirty="0"/>
              <a:t>program </a:t>
            </a:r>
            <a:r>
              <a:rPr spc="-5" dirty="0"/>
              <a:t>is syntactically correct, </a:t>
            </a:r>
            <a:r>
              <a:rPr dirty="0"/>
              <a:t>but </a:t>
            </a:r>
            <a:r>
              <a:rPr spc="-5" dirty="0"/>
              <a:t>the code </a:t>
            </a:r>
            <a:r>
              <a:rPr spc="-434" dirty="0"/>
              <a:t> </a:t>
            </a:r>
            <a:r>
              <a:rPr dirty="0"/>
              <a:t>resulted </a:t>
            </a:r>
            <a:r>
              <a:rPr spc="-5" dirty="0"/>
              <a:t>in an </a:t>
            </a:r>
            <a:r>
              <a:rPr spc="-25" dirty="0"/>
              <a:t>error. </a:t>
            </a:r>
            <a:r>
              <a:rPr spc="-5" dirty="0"/>
              <a:t>This error </a:t>
            </a:r>
            <a:r>
              <a:rPr dirty="0"/>
              <a:t>does not </a:t>
            </a:r>
            <a:r>
              <a:rPr spc="-5" dirty="0"/>
              <a:t>stop the execution </a:t>
            </a:r>
            <a:r>
              <a:rPr dirty="0"/>
              <a:t>of </a:t>
            </a:r>
            <a:r>
              <a:rPr spc="-5" dirty="0"/>
              <a:t>the </a:t>
            </a:r>
            <a:r>
              <a:rPr dirty="0"/>
              <a:t>program, </a:t>
            </a:r>
            <a:r>
              <a:rPr spc="-10" dirty="0"/>
              <a:t>however, </a:t>
            </a:r>
            <a:r>
              <a:rPr spc="-5" dirty="0"/>
              <a:t>it </a:t>
            </a:r>
            <a:r>
              <a:rPr dirty="0"/>
              <a:t> </a:t>
            </a:r>
            <a:r>
              <a:rPr spc="-5" dirty="0"/>
              <a:t>changes</a:t>
            </a:r>
            <a:r>
              <a:rPr spc="-10" dirty="0"/>
              <a:t> </a:t>
            </a:r>
            <a:r>
              <a:rPr spc="-5" dirty="0"/>
              <a:t>the </a:t>
            </a:r>
            <a:r>
              <a:rPr dirty="0"/>
              <a:t>normal flow of</a:t>
            </a:r>
            <a:r>
              <a:rPr spc="-5" dirty="0"/>
              <a:t> the </a:t>
            </a:r>
            <a:r>
              <a:rPr dirty="0"/>
              <a:t>program.</a:t>
            </a:r>
          </a:p>
          <a:p>
            <a:pPr marL="568960">
              <a:lnSpc>
                <a:spcPct val="100000"/>
              </a:lnSpc>
            </a:pPr>
            <a:r>
              <a:rPr b="1" spc="-5" dirty="0">
                <a:latin typeface="Times New Roman"/>
                <a:cs typeface="Times New Roman"/>
              </a:rPr>
              <a:t>Example:</a:t>
            </a:r>
          </a:p>
          <a:p>
            <a:pPr marL="568960" marR="5382260">
              <a:lnSpc>
                <a:spcPct val="100000"/>
              </a:lnSpc>
            </a:pPr>
            <a:r>
              <a:rPr dirty="0"/>
              <a:t>#</a:t>
            </a:r>
            <a:r>
              <a:rPr spc="-25" dirty="0"/>
              <a:t> </a:t>
            </a:r>
            <a:r>
              <a:rPr spc="-5" dirty="0"/>
              <a:t>initialize</a:t>
            </a:r>
            <a:r>
              <a:rPr spc="-25" dirty="0"/>
              <a:t> </a:t>
            </a:r>
            <a:r>
              <a:rPr spc="-5" dirty="0"/>
              <a:t>the</a:t>
            </a:r>
            <a:r>
              <a:rPr spc="-25" dirty="0"/>
              <a:t> </a:t>
            </a:r>
            <a:r>
              <a:rPr spc="-5" dirty="0"/>
              <a:t>amount</a:t>
            </a:r>
            <a:r>
              <a:rPr spc="-25" dirty="0"/>
              <a:t> </a:t>
            </a:r>
            <a:r>
              <a:rPr dirty="0"/>
              <a:t>variable </a:t>
            </a:r>
            <a:r>
              <a:rPr spc="-434" dirty="0"/>
              <a:t> </a:t>
            </a:r>
            <a:r>
              <a:rPr spc="-5" dirty="0"/>
              <a:t>marks</a:t>
            </a:r>
            <a:r>
              <a:rPr spc="-10" dirty="0"/>
              <a:t> </a:t>
            </a:r>
            <a:r>
              <a:rPr dirty="0"/>
              <a:t>=</a:t>
            </a:r>
            <a:r>
              <a:rPr spc="-10" dirty="0"/>
              <a:t> </a:t>
            </a:r>
            <a:r>
              <a:rPr dirty="0"/>
              <a:t>10000</a:t>
            </a:r>
          </a:p>
          <a:p>
            <a:pPr marL="568960" marR="5882640">
              <a:lnSpc>
                <a:spcPct val="100000"/>
              </a:lnSpc>
            </a:pPr>
            <a:r>
              <a:rPr dirty="0"/>
              <a:t>#</a:t>
            </a:r>
            <a:r>
              <a:rPr spc="-25" dirty="0"/>
              <a:t> </a:t>
            </a:r>
            <a:r>
              <a:rPr dirty="0"/>
              <a:t>perform</a:t>
            </a:r>
            <a:r>
              <a:rPr spc="-25" dirty="0"/>
              <a:t> </a:t>
            </a:r>
            <a:r>
              <a:rPr dirty="0"/>
              <a:t>division</a:t>
            </a:r>
            <a:r>
              <a:rPr spc="-25" dirty="0"/>
              <a:t> </a:t>
            </a:r>
            <a:r>
              <a:rPr spc="-5" dirty="0"/>
              <a:t>with</a:t>
            </a:r>
            <a:r>
              <a:rPr spc="-25" dirty="0"/>
              <a:t> </a:t>
            </a:r>
            <a:r>
              <a:rPr dirty="0"/>
              <a:t>0 </a:t>
            </a:r>
            <a:r>
              <a:rPr spc="-434" dirty="0"/>
              <a:t> </a:t>
            </a:r>
            <a:r>
              <a:rPr dirty="0"/>
              <a:t>a</a:t>
            </a:r>
            <a:r>
              <a:rPr spc="-10" dirty="0"/>
              <a:t> </a:t>
            </a:r>
            <a:r>
              <a:rPr dirty="0"/>
              <a:t>=</a:t>
            </a:r>
            <a:r>
              <a:rPr spc="-10" dirty="0"/>
              <a:t> </a:t>
            </a:r>
            <a:r>
              <a:rPr spc="-5" dirty="0"/>
              <a:t>marks</a:t>
            </a:r>
            <a:r>
              <a:rPr spc="-10" dirty="0"/>
              <a:t> </a:t>
            </a:r>
            <a:r>
              <a:rPr dirty="0"/>
              <a:t>/</a:t>
            </a:r>
            <a:r>
              <a:rPr spc="-10" dirty="0"/>
              <a:t> </a:t>
            </a:r>
            <a:r>
              <a:rPr dirty="0"/>
              <a:t>0</a:t>
            </a:r>
          </a:p>
          <a:p>
            <a:pPr marL="568960">
              <a:lnSpc>
                <a:spcPct val="100000"/>
              </a:lnSpc>
            </a:pPr>
            <a:r>
              <a:rPr dirty="0"/>
              <a:t>print(a)</a:t>
            </a:r>
          </a:p>
          <a:p>
            <a:pPr marL="797560" marR="5080" indent="-228600">
              <a:lnSpc>
                <a:spcPct val="100000"/>
              </a:lnSpc>
            </a:pPr>
            <a:r>
              <a:rPr dirty="0"/>
              <a:t>In </a:t>
            </a:r>
            <a:r>
              <a:rPr spc="-5" dirty="0"/>
              <a:t>the above example </a:t>
            </a:r>
            <a:r>
              <a:rPr dirty="0"/>
              <a:t>raised </a:t>
            </a:r>
            <a:r>
              <a:rPr spc="-5" dirty="0"/>
              <a:t>the ZeroDivisionError as we are trying to </a:t>
            </a:r>
            <a:r>
              <a:rPr dirty="0"/>
              <a:t>divide a number by </a:t>
            </a:r>
            <a:r>
              <a:rPr spc="-434" dirty="0"/>
              <a:t> </a:t>
            </a:r>
            <a:r>
              <a:rPr dirty="0"/>
              <a:t>0.</a:t>
            </a: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20542" y="126052"/>
            <a:ext cx="4616450" cy="519430"/>
          </a:xfrm>
          <a:prstGeom prst="rect">
            <a:avLst/>
          </a:prstGeom>
        </p:spPr>
        <p:txBody>
          <a:bodyPr vert="horz" wrap="square" lIns="0" tIns="17780" rIns="0" bIns="0" rtlCol="0">
            <a:spAutoFit/>
          </a:bodyPr>
          <a:lstStyle/>
          <a:p>
            <a:pPr marL="12700">
              <a:lnSpc>
                <a:spcPct val="100000"/>
              </a:lnSpc>
              <a:spcBef>
                <a:spcPts val="140"/>
              </a:spcBef>
            </a:pPr>
            <a:r>
              <a:rPr sz="3200" spc="-65" dirty="0"/>
              <a:t>Try</a:t>
            </a:r>
            <a:r>
              <a:rPr sz="3200" spc="-15" dirty="0"/>
              <a:t> </a:t>
            </a:r>
            <a:r>
              <a:rPr sz="3200" spc="20" dirty="0"/>
              <a:t>and</a:t>
            </a:r>
            <a:r>
              <a:rPr sz="3200" spc="-5" dirty="0"/>
              <a:t> </a:t>
            </a:r>
            <a:r>
              <a:rPr sz="3200" spc="10" dirty="0"/>
              <a:t>Except</a:t>
            </a:r>
            <a:r>
              <a:rPr sz="3200" spc="-15" dirty="0"/>
              <a:t> </a:t>
            </a:r>
            <a:r>
              <a:rPr sz="3200" spc="10" dirty="0"/>
              <a:t>Statement</a:t>
            </a:r>
            <a:endParaRPr sz="3200"/>
          </a:p>
        </p:txBody>
      </p:sp>
      <p:sp>
        <p:nvSpPr>
          <p:cNvPr id="3" name="object 3"/>
          <p:cNvSpPr txBox="1"/>
          <p:nvPr/>
        </p:nvSpPr>
        <p:spPr>
          <a:xfrm>
            <a:off x="673100" y="686055"/>
            <a:ext cx="7958455" cy="3561715"/>
          </a:xfrm>
          <a:prstGeom prst="rect">
            <a:avLst/>
          </a:prstGeom>
        </p:spPr>
        <p:txBody>
          <a:bodyPr vert="horz" wrap="square" lIns="0" tIns="56515" rIns="0" bIns="0" rtlCol="0">
            <a:spAutoFit/>
          </a:bodyPr>
          <a:lstStyle/>
          <a:p>
            <a:pPr marL="241300" marR="5080" indent="-201930">
              <a:lnSpc>
                <a:spcPts val="1440"/>
              </a:lnSpc>
              <a:spcBef>
                <a:spcPts val="445"/>
              </a:spcBef>
              <a:buClr>
                <a:srgbClr val="595959"/>
              </a:buClr>
              <a:buSzPct val="93333"/>
              <a:buFont typeface="Arial MT"/>
              <a:buChar char="•"/>
              <a:tabLst>
                <a:tab pos="240665" algn="l"/>
                <a:tab pos="241300" algn="l"/>
              </a:tabLst>
            </a:pPr>
            <a:r>
              <a:rPr sz="1500" spc="-20" dirty="0">
                <a:latin typeface="Times New Roman"/>
                <a:cs typeface="Times New Roman"/>
              </a:rPr>
              <a:t>Try </a:t>
            </a:r>
            <a:r>
              <a:rPr sz="1500" spc="-5" dirty="0">
                <a:latin typeface="Times New Roman"/>
                <a:cs typeface="Times New Roman"/>
              </a:rPr>
              <a:t>and except statements are </a:t>
            </a:r>
            <a:r>
              <a:rPr sz="1500" dirty="0">
                <a:latin typeface="Times New Roman"/>
                <a:cs typeface="Times New Roman"/>
              </a:rPr>
              <a:t>used </a:t>
            </a:r>
            <a:r>
              <a:rPr sz="1500" spc="-5" dirty="0">
                <a:latin typeface="Times New Roman"/>
                <a:cs typeface="Times New Roman"/>
              </a:rPr>
              <a:t>to catch and </a:t>
            </a:r>
            <a:r>
              <a:rPr sz="1500" dirty="0">
                <a:latin typeface="Times New Roman"/>
                <a:cs typeface="Times New Roman"/>
              </a:rPr>
              <a:t>handle </a:t>
            </a:r>
            <a:r>
              <a:rPr sz="1500" spc="-5" dirty="0">
                <a:latin typeface="Times New Roman"/>
                <a:cs typeface="Times New Roman"/>
              </a:rPr>
              <a:t>exceptions in Python. Statements that can </a:t>
            </a:r>
            <a:r>
              <a:rPr sz="1500" dirty="0">
                <a:latin typeface="Times New Roman"/>
                <a:cs typeface="Times New Roman"/>
              </a:rPr>
              <a:t> raise </a:t>
            </a:r>
            <a:r>
              <a:rPr sz="1500" spc="-5" dirty="0">
                <a:latin typeface="Times New Roman"/>
                <a:cs typeface="Times New Roman"/>
              </a:rPr>
              <a:t>exceptions are </a:t>
            </a:r>
            <a:r>
              <a:rPr sz="1500" dirty="0">
                <a:latin typeface="Times New Roman"/>
                <a:cs typeface="Times New Roman"/>
              </a:rPr>
              <a:t>kept </a:t>
            </a:r>
            <a:r>
              <a:rPr sz="1500" spc="-5" dirty="0">
                <a:latin typeface="Times New Roman"/>
                <a:cs typeface="Times New Roman"/>
              </a:rPr>
              <a:t>inside the try clause and the statements that </a:t>
            </a:r>
            <a:r>
              <a:rPr sz="1500" dirty="0">
                <a:latin typeface="Times New Roman"/>
                <a:cs typeface="Times New Roman"/>
              </a:rPr>
              <a:t>handle </a:t>
            </a:r>
            <a:r>
              <a:rPr sz="1500" spc="-5" dirty="0">
                <a:latin typeface="Times New Roman"/>
                <a:cs typeface="Times New Roman"/>
              </a:rPr>
              <a:t>the exception are written </a:t>
            </a:r>
            <a:r>
              <a:rPr sz="1500" spc="-360" dirty="0">
                <a:latin typeface="Times New Roman"/>
                <a:cs typeface="Times New Roman"/>
              </a:rPr>
              <a:t> </a:t>
            </a:r>
            <a:r>
              <a:rPr sz="1500" spc="-5" dirty="0">
                <a:latin typeface="Times New Roman"/>
                <a:cs typeface="Times New Roman"/>
              </a:rPr>
              <a:t>inside</a:t>
            </a:r>
            <a:r>
              <a:rPr sz="1500" spc="-10" dirty="0">
                <a:latin typeface="Times New Roman"/>
                <a:cs typeface="Times New Roman"/>
              </a:rPr>
              <a:t> </a:t>
            </a:r>
            <a:r>
              <a:rPr sz="1500" spc="-5" dirty="0">
                <a:latin typeface="Times New Roman"/>
                <a:cs typeface="Times New Roman"/>
              </a:rPr>
              <a:t>except clause.</a:t>
            </a:r>
            <a:endParaRPr sz="1500">
              <a:latin typeface="Times New Roman"/>
              <a:cs typeface="Times New Roman"/>
            </a:endParaRPr>
          </a:p>
          <a:p>
            <a:pPr marL="241300" marR="930910" indent="-228600">
              <a:lnSpc>
                <a:spcPct val="80000"/>
              </a:lnSpc>
              <a:spcBef>
                <a:spcPts val="15"/>
              </a:spcBef>
            </a:pPr>
            <a:r>
              <a:rPr sz="1500" b="1" spc="-5" dirty="0">
                <a:latin typeface="Times New Roman"/>
                <a:cs typeface="Times New Roman"/>
              </a:rPr>
              <a:t>Example: </a:t>
            </a:r>
            <a:r>
              <a:rPr sz="1500" spc="-5" dirty="0">
                <a:latin typeface="Times New Roman"/>
                <a:cs typeface="Times New Roman"/>
              </a:rPr>
              <a:t>Let </a:t>
            </a:r>
            <a:r>
              <a:rPr sz="1500" dirty="0">
                <a:latin typeface="Times New Roman"/>
                <a:cs typeface="Times New Roman"/>
              </a:rPr>
              <a:t>us </a:t>
            </a:r>
            <a:r>
              <a:rPr sz="1500" spc="-5" dirty="0">
                <a:latin typeface="Times New Roman"/>
                <a:cs typeface="Times New Roman"/>
              </a:rPr>
              <a:t>try to access the array element whose index is </a:t>
            </a:r>
            <a:r>
              <a:rPr sz="1500" dirty="0">
                <a:latin typeface="Times New Roman"/>
                <a:cs typeface="Times New Roman"/>
              </a:rPr>
              <a:t>out of bound </a:t>
            </a:r>
            <a:r>
              <a:rPr sz="1500" spc="-5" dirty="0">
                <a:latin typeface="Times New Roman"/>
                <a:cs typeface="Times New Roman"/>
              </a:rPr>
              <a:t>and </a:t>
            </a:r>
            <a:r>
              <a:rPr sz="1500" dirty="0">
                <a:latin typeface="Times New Roman"/>
                <a:cs typeface="Times New Roman"/>
              </a:rPr>
              <a:t>handle </a:t>
            </a:r>
            <a:r>
              <a:rPr sz="1500" spc="-5" dirty="0">
                <a:latin typeface="Times New Roman"/>
                <a:cs typeface="Times New Roman"/>
              </a:rPr>
              <a:t>the </a:t>
            </a:r>
            <a:r>
              <a:rPr sz="1500" spc="-360" dirty="0">
                <a:latin typeface="Times New Roman"/>
                <a:cs typeface="Times New Roman"/>
              </a:rPr>
              <a:t> </a:t>
            </a:r>
            <a:r>
              <a:rPr sz="1500" spc="-5" dirty="0">
                <a:latin typeface="Times New Roman"/>
                <a:cs typeface="Times New Roman"/>
              </a:rPr>
              <a:t>corresponding</a:t>
            </a:r>
            <a:r>
              <a:rPr sz="1500" spc="-10" dirty="0">
                <a:latin typeface="Times New Roman"/>
                <a:cs typeface="Times New Roman"/>
              </a:rPr>
              <a:t> </a:t>
            </a:r>
            <a:r>
              <a:rPr sz="1500" spc="-5" dirty="0">
                <a:latin typeface="Times New Roman"/>
                <a:cs typeface="Times New Roman"/>
              </a:rPr>
              <a:t>exception.</a:t>
            </a:r>
            <a:endParaRPr sz="1500">
              <a:latin typeface="Times New Roman"/>
              <a:cs typeface="Times New Roman"/>
            </a:endParaRPr>
          </a:p>
          <a:p>
            <a:pPr marL="12700">
              <a:lnSpc>
                <a:spcPts val="1375"/>
              </a:lnSpc>
            </a:pPr>
            <a:r>
              <a:rPr sz="1600" spc="10" dirty="0">
                <a:latin typeface="Times New Roman"/>
                <a:cs typeface="Times New Roman"/>
              </a:rPr>
              <a:t>#</a:t>
            </a:r>
            <a:r>
              <a:rPr sz="1600" dirty="0">
                <a:latin typeface="Times New Roman"/>
                <a:cs typeface="Times New Roman"/>
              </a:rPr>
              <a:t> </a:t>
            </a:r>
            <a:r>
              <a:rPr sz="1600" spc="5" dirty="0">
                <a:latin typeface="Times New Roman"/>
                <a:cs typeface="Times New Roman"/>
              </a:rPr>
              <a:t>Python </a:t>
            </a:r>
            <a:r>
              <a:rPr sz="1600" spc="10" dirty="0">
                <a:latin typeface="Times New Roman"/>
                <a:cs typeface="Times New Roman"/>
              </a:rPr>
              <a:t>program</a:t>
            </a:r>
            <a:r>
              <a:rPr sz="1600" spc="5" dirty="0">
                <a:latin typeface="Times New Roman"/>
                <a:cs typeface="Times New Roman"/>
              </a:rPr>
              <a:t> to</a:t>
            </a:r>
            <a:r>
              <a:rPr sz="1600" spc="-5" dirty="0">
                <a:latin typeface="Times New Roman"/>
                <a:cs typeface="Times New Roman"/>
              </a:rPr>
              <a:t> </a:t>
            </a:r>
            <a:r>
              <a:rPr sz="1600" spc="10" dirty="0">
                <a:latin typeface="Times New Roman"/>
                <a:cs typeface="Times New Roman"/>
              </a:rPr>
              <a:t>handle</a:t>
            </a:r>
            <a:r>
              <a:rPr sz="1600" spc="5" dirty="0">
                <a:latin typeface="Times New Roman"/>
                <a:cs typeface="Times New Roman"/>
              </a:rPr>
              <a:t> simple </a:t>
            </a:r>
            <a:r>
              <a:rPr sz="1600" spc="10" dirty="0">
                <a:latin typeface="Times New Roman"/>
                <a:cs typeface="Times New Roman"/>
              </a:rPr>
              <a:t>runtime</a:t>
            </a:r>
            <a:r>
              <a:rPr sz="1600" dirty="0">
                <a:latin typeface="Times New Roman"/>
                <a:cs typeface="Times New Roman"/>
              </a:rPr>
              <a:t> error</a:t>
            </a:r>
            <a:endParaRPr sz="1600">
              <a:latin typeface="Times New Roman"/>
              <a:cs typeface="Times New Roman"/>
            </a:endParaRPr>
          </a:p>
          <a:p>
            <a:pPr marL="12700">
              <a:lnSpc>
                <a:spcPts val="1560"/>
              </a:lnSpc>
            </a:pPr>
            <a:r>
              <a:rPr sz="1600" spc="10" dirty="0">
                <a:latin typeface="Times New Roman"/>
                <a:cs typeface="Times New Roman"/>
              </a:rPr>
              <a:t>#Python</a:t>
            </a:r>
            <a:r>
              <a:rPr sz="1600" spc="-35" dirty="0">
                <a:latin typeface="Times New Roman"/>
                <a:cs typeface="Times New Roman"/>
              </a:rPr>
              <a:t> </a:t>
            </a:r>
            <a:r>
              <a:rPr sz="1600" spc="10" dirty="0">
                <a:latin typeface="Times New Roman"/>
                <a:cs typeface="Times New Roman"/>
              </a:rPr>
              <a:t>3</a:t>
            </a:r>
            <a:endParaRPr sz="1600">
              <a:latin typeface="Times New Roman"/>
              <a:cs typeface="Times New Roman"/>
            </a:endParaRPr>
          </a:p>
          <a:p>
            <a:pPr marL="12700">
              <a:lnSpc>
                <a:spcPts val="1560"/>
              </a:lnSpc>
            </a:pPr>
            <a:r>
              <a:rPr sz="1600" spc="10" dirty="0">
                <a:latin typeface="Times New Roman"/>
                <a:cs typeface="Times New Roman"/>
              </a:rPr>
              <a:t>a</a:t>
            </a:r>
            <a:r>
              <a:rPr sz="1600" spc="-15" dirty="0">
                <a:latin typeface="Times New Roman"/>
                <a:cs typeface="Times New Roman"/>
              </a:rPr>
              <a:t> </a:t>
            </a:r>
            <a:r>
              <a:rPr sz="1600" spc="10" dirty="0">
                <a:latin typeface="Times New Roman"/>
                <a:cs typeface="Times New Roman"/>
              </a:rPr>
              <a:t>=</a:t>
            </a:r>
            <a:r>
              <a:rPr sz="1600" spc="-15" dirty="0">
                <a:latin typeface="Times New Roman"/>
                <a:cs typeface="Times New Roman"/>
              </a:rPr>
              <a:t> </a:t>
            </a:r>
            <a:r>
              <a:rPr sz="1600" spc="5" dirty="0">
                <a:latin typeface="Times New Roman"/>
                <a:cs typeface="Times New Roman"/>
              </a:rPr>
              <a:t>[1,</a:t>
            </a:r>
            <a:r>
              <a:rPr sz="1600" spc="-10" dirty="0">
                <a:latin typeface="Times New Roman"/>
                <a:cs typeface="Times New Roman"/>
              </a:rPr>
              <a:t> </a:t>
            </a:r>
            <a:r>
              <a:rPr sz="1600" spc="5" dirty="0">
                <a:latin typeface="Times New Roman"/>
                <a:cs typeface="Times New Roman"/>
              </a:rPr>
              <a:t>2,</a:t>
            </a:r>
            <a:r>
              <a:rPr sz="1600" spc="-5" dirty="0">
                <a:latin typeface="Times New Roman"/>
                <a:cs typeface="Times New Roman"/>
              </a:rPr>
              <a:t> </a:t>
            </a:r>
            <a:r>
              <a:rPr sz="1600" spc="10" dirty="0">
                <a:latin typeface="Times New Roman"/>
                <a:cs typeface="Times New Roman"/>
              </a:rPr>
              <a:t>3]</a:t>
            </a:r>
            <a:endParaRPr sz="1600">
              <a:latin typeface="Times New Roman"/>
              <a:cs typeface="Times New Roman"/>
            </a:endParaRPr>
          </a:p>
          <a:p>
            <a:pPr marL="12700">
              <a:lnSpc>
                <a:spcPts val="1560"/>
              </a:lnSpc>
            </a:pPr>
            <a:r>
              <a:rPr sz="1600" dirty="0">
                <a:latin typeface="Times New Roman"/>
                <a:cs typeface="Times New Roman"/>
              </a:rPr>
              <a:t>try:</a:t>
            </a:r>
            <a:endParaRPr sz="1600">
              <a:latin typeface="Times New Roman"/>
              <a:cs typeface="Times New Roman"/>
            </a:endParaRPr>
          </a:p>
          <a:p>
            <a:pPr marL="12700">
              <a:lnSpc>
                <a:spcPts val="1560"/>
              </a:lnSpc>
            </a:pPr>
            <a:r>
              <a:rPr sz="1600" spc="5" dirty="0">
                <a:latin typeface="Times New Roman"/>
                <a:cs typeface="Times New Roman"/>
              </a:rPr>
              <a:t>print</a:t>
            </a:r>
            <a:r>
              <a:rPr sz="1600" dirty="0">
                <a:latin typeface="Times New Roman"/>
                <a:cs typeface="Times New Roman"/>
              </a:rPr>
              <a:t> </a:t>
            </a:r>
            <a:r>
              <a:rPr sz="1600" spc="10" dirty="0">
                <a:latin typeface="Times New Roman"/>
                <a:cs typeface="Times New Roman"/>
              </a:rPr>
              <a:t>("Second</a:t>
            </a:r>
            <a:r>
              <a:rPr sz="1600" dirty="0">
                <a:latin typeface="Times New Roman"/>
                <a:cs typeface="Times New Roman"/>
              </a:rPr>
              <a:t> </a:t>
            </a:r>
            <a:r>
              <a:rPr sz="1600" spc="5" dirty="0">
                <a:latin typeface="Times New Roman"/>
                <a:cs typeface="Times New Roman"/>
              </a:rPr>
              <a:t>element</a:t>
            </a:r>
            <a:r>
              <a:rPr sz="1600" spc="-5" dirty="0">
                <a:latin typeface="Times New Roman"/>
                <a:cs typeface="Times New Roman"/>
              </a:rPr>
              <a:t> </a:t>
            </a:r>
            <a:r>
              <a:rPr sz="1600" spc="10" dirty="0">
                <a:latin typeface="Times New Roman"/>
                <a:cs typeface="Times New Roman"/>
              </a:rPr>
              <a:t>=</a:t>
            </a:r>
            <a:r>
              <a:rPr sz="1600" spc="-5" dirty="0">
                <a:latin typeface="Times New Roman"/>
                <a:cs typeface="Times New Roman"/>
              </a:rPr>
              <a:t> </a:t>
            </a:r>
            <a:r>
              <a:rPr sz="1600" spc="10" dirty="0">
                <a:latin typeface="Times New Roman"/>
                <a:cs typeface="Times New Roman"/>
              </a:rPr>
              <a:t>%d"</a:t>
            </a:r>
            <a:r>
              <a:rPr sz="1600" dirty="0">
                <a:latin typeface="Times New Roman"/>
                <a:cs typeface="Times New Roman"/>
              </a:rPr>
              <a:t> </a:t>
            </a:r>
            <a:r>
              <a:rPr sz="1600" spc="10" dirty="0">
                <a:latin typeface="Times New Roman"/>
                <a:cs typeface="Times New Roman"/>
              </a:rPr>
              <a:t>%(a[1]))</a:t>
            </a:r>
            <a:endParaRPr sz="1600">
              <a:latin typeface="Times New Roman"/>
              <a:cs typeface="Times New Roman"/>
            </a:endParaRPr>
          </a:p>
          <a:p>
            <a:pPr marL="12700" marR="3425190">
              <a:lnSpc>
                <a:spcPts val="1560"/>
              </a:lnSpc>
              <a:spcBef>
                <a:spcPts val="170"/>
              </a:spcBef>
            </a:pPr>
            <a:r>
              <a:rPr sz="1600" spc="10" dirty="0">
                <a:latin typeface="Times New Roman"/>
                <a:cs typeface="Times New Roman"/>
              </a:rPr>
              <a:t># </a:t>
            </a:r>
            <a:r>
              <a:rPr sz="1600" spc="5" dirty="0">
                <a:latin typeface="Times New Roman"/>
                <a:cs typeface="Times New Roman"/>
              </a:rPr>
              <a:t>Throws error since there are </a:t>
            </a:r>
            <a:r>
              <a:rPr sz="1600" spc="10" dirty="0">
                <a:latin typeface="Times New Roman"/>
                <a:cs typeface="Times New Roman"/>
              </a:rPr>
              <a:t>only 3 </a:t>
            </a:r>
            <a:r>
              <a:rPr sz="1600" spc="5" dirty="0">
                <a:latin typeface="Times New Roman"/>
                <a:cs typeface="Times New Roman"/>
              </a:rPr>
              <a:t>elements in array </a:t>
            </a:r>
            <a:r>
              <a:rPr sz="1600" spc="-385" dirty="0">
                <a:latin typeface="Times New Roman"/>
                <a:cs typeface="Times New Roman"/>
              </a:rPr>
              <a:t> </a:t>
            </a:r>
            <a:r>
              <a:rPr sz="1600" spc="5" dirty="0">
                <a:latin typeface="Times New Roman"/>
                <a:cs typeface="Times New Roman"/>
              </a:rPr>
              <a:t>print</a:t>
            </a:r>
            <a:r>
              <a:rPr sz="1600" dirty="0">
                <a:latin typeface="Times New Roman"/>
                <a:cs typeface="Times New Roman"/>
              </a:rPr>
              <a:t> </a:t>
            </a:r>
            <a:r>
              <a:rPr sz="1600" spc="10" dirty="0">
                <a:latin typeface="Times New Roman"/>
                <a:cs typeface="Times New Roman"/>
              </a:rPr>
              <a:t>("Fourth</a:t>
            </a:r>
            <a:r>
              <a:rPr sz="1600" spc="5" dirty="0">
                <a:latin typeface="Times New Roman"/>
                <a:cs typeface="Times New Roman"/>
              </a:rPr>
              <a:t> element</a:t>
            </a:r>
            <a:r>
              <a:rPr sz="1600" dirty="0">
                <a:latin typeface="Times New Roman"/>
                <a:cs typeface="Times New Roman"/>
              </a:rPr>
              <a:t> </a:t>
            </a:r>
            <a:r>
              <a:rPr sz="1600" spc="10" dirty="0">
                <a:latin typeface="Times New Roman"/>
                <a:cs typeface="Times New Roman"/>
              </a:rPr>
              <a:t>=</a:t>
            </a:r>
            <a:r>
              <a:rPr sz="1600" dirty="0">
                <a:latin typeface="Times New Roman"/>
                <a:cs typeface="Times New Roman"/>
              </a:rPr>
              <a:t> </a:t>
            </a:r>
            <a:r>
              <a:rPr sz="1600" spc="10" dirty="0">
                <a:latin typeface="Times New Roman"/>
                <a:cs typeface="Times New Roman"/>
              </a:rPr>
              <a:t>%d"</a:t>
            </a:r>
            <a:r>
              <a:rPr sz="1600" dirty="0">
                <a:latin typeface="Times New Roman"/>
                <a:cs typeface="Times New Roman"/>
              </a:rPr>
              <a:t> </a:t>
            </a:r>
            <a:r>
              <a:rPr sz="1600" spc="10" dirty="0">
                <a:latin typeface="Times New Roman"/>
                <a:cs typeface="Times New Roman"/>
              </a:rPr>
              <a:t>%(a[3]))</a:t>
            </a:r>
            <a:endParaRPr sz="1600">
              <a:latin typeface="Times New Roman"/>
              <a:cs typeface="Times New Roman"/>
            </a:endParaRPr>
          </a:p>
          <a:p>
            <a:pPr marL="12700">
              <a:lnSpc>
                <a:spcPts val="1390"/>
              </a:lnSpc>
            </a:pPr>
            <a:r>
              <a:rPr sz="1600" spc="5" dirty="0">
                <a:latin typeface="Times New Roman"/>
                <a:cs typeface="Times New Roman"/>
              </a:rPr>
              <a:t>except:</a:t>
            </a:r>
            <a:endParaRPr sz="1600">
              <a:latin typeface="Times New Roman"/>
              <a:cs typeface="Times New Roman"/>
            </a:endParaRPr>
          </a:p>
          <a:p>
            <a:pPr marL="64135">
              <a:lnSpc>
                <a:spcPts val="1560"/>
              </a:lnSpc>
            </a:pPr>
            <a:r>
              <a:rPr sz="1600" spc="5" dirty="0">
                <a:latin typeface="Times New Roman"/>
                <a:cs typeface="Times New Roman"/>
              </a:rPr>
              <a:t>print</a:t>
            </a:r>
            <a:r>
              <a:rPr sz="1600" spc="-10" dirty="0">
                <a:latin typeface="Times New Roman"/>
                <a:cs typeface="Times New Roman"/>
              </a:rPr>
              <a:t> </a:t>
            </a:r>
            <a:r>
              <a:rPr sz="1600" spc="10" dirty="0">
                <a:latin typeface="Times New Roman"/>
                <a:cs typeface="Times New Roman"/>
              </a:rPr>
              <a:t>("An</a:t>
            </a:r>
            <a:r>
              <a:rPr sz="1600" spc="-10" dirty="0">
                <a:latin typeface="Times New Roman"/>
                <a:cs typeface="Times New Roman"/>
              </a:rPr>
              <a:t> </a:t>
            </a:r>
            <a:r>
              <a:rPr sz="1600" spc="5" dirty="0">
                <a:latin typeface="Times New Roman"/>
                <a:cs typeface="Times New Roman"/>
              </a:rPr>
              <a:t>error</a:t>
            </a:r>
            <a:r>
              <a:rPr sz="1600" spc="-15" dirty="0">
                <a:latin typeface="Times New Roman"/>
                <a:cs typeface="Times New Roman"/>
              </a:rPr>
              <a:t> </a:t>
            </a:r>
            <a:r>
              <a:rPr sz="1600" spc="10" dirty="0">
                <a:latin typeface="Times New Roman"/>
                <a:cs typeface="Times New Roman"/>
              </a:rPr>
              <a:t>occurred")</a:t>
            </a:r>
            <a:endParaRPr sz="1600">
              <a:latin typeface="Times New Roman"/>
              <a:cs typeface="Times New Roman"/>
            </a:endParaRPr>
          </a:p>
          <a:p>
            <a:pPr marL="241300" marR="78105" indent="-228600">
              <a:lnSpc>
                <a:spcPts val="1560"/>
              </a:lnSpc>
              <a:spcBef>
                <a:spcPts val="175"/>
              </a:spcBef>
            </a:pPr>
            <a:r>
              <a:rPr sz="1600" spc="10" dirty="0">
                <a:latin typeface="Times New Roman"/>
                <a:cs typeface="Times New Roman"/>
              </a:rPr>
              <a:t>In </a:t>
            </a:r>
            <a:r>
              <a:rPr sz="1600" spc="5" dirty="0">
                <a:latin typeface="Times New Roman"/>
                <a:cs typeface="Times New Roman"/>
              </a:rPr>
              <a:t>the above example, the statements that can cause the error are </a:t>
            </a:r>
            <a:r>
              <a:rPr sz="1600" spc="10" dirty="0">
                <a:latin typeface="Times New Roman"/>
                <a:cs typeface="Times New Roman"/>
              </a:rPr>
              <a:t>placed </a:t>
            </a:r>
            <a:r>
              <a:rPr sz="1600" spc="5" dirty="0">
                <a:latin typeface="Times New Roman"/>
                <a:cs typeface="Times New Roman"/>
              </a:rPr>
              <a:t>inside the try statement </a:t>
            </a:r>
            <a:r>
              <a:rPr sz="1600" spc="-385" dirty="0">
                <a:latin typeface="Times New Roman"/>
                <a:cs typeface="Times New Roman"/>
              </a:rPr>
              <a:t> </a:t>
            </a:r>
            <a:r>
              <a:rPr sz="1600" spc="10" dirty="0">
                <a:latin typeface="Times New Roman"/>
                <a:cs typeface="Times New Roman"/>
              </a:rPr>
              <a:t>(second </a:t>
            </a:r>
            <a:r>
              <a:rPr sz="1600" spc="5" dirty="0">
                <a:latin typeface="Times New Roman"/>
                <a:cs typeface="Times New Roman"/>
              </a:rPr>
              <a:t>print statement in </a:t>
            </a:r>
            <a:r>
              <a:rPr sz="1600" spc="10" dirty="0">
                <a:latin typeface="Times New Roman"/>
                <a:cs typeface="Times New Roman"/>
              </a:rPr>
              <a:t>our </a:t>
            </a:r>
            <a:r>
              <a:rPr sz="1600" spc="5" dirty="0">
                <a:latin typeface="Times New Roman"/>
                <a:cs typeface="Times New Roman"/>
              </a:rPr>
              <a:t>case). The second print statement </a:t>
            </a:r>
            <a:r>
              <a:rPr sz="1600" dirty="0">
                <a:latin typeface="Times New Roman"/>
                <a:cs typeface="Times New Roman"/>
              </a:rPr>
              <a:t>tries </a:t>
            </a:r>
            <a:r>
              <a:rPr sz="1600" spc="5" dirty="0">
                <a:latin typeface="Times New Roman"/>
                <a:cs typeface="Times New Roman"/>
              </a:rPr>
              <a:t>to access the </a:t>
            </a:r>
            <a:r>
              <a:rPr sz="1600" spc="10" dirty="0">
                <a:latin typeface="Times New Roman"/>
                <a:cs typeface="Times New Roman"/>
              </a:rPr>
              <a:t>fourth </a:t>
            </a:r>
            <a:r>
              <a:rPr sz="1600" spc="15" dirty="0">
                <a:latin typeface="Times New Roman"/>
                <a:cs typeface="Times New Roman"/>
              </a:rPr>
              <a:t> </a:t>
            </a:r>
            <a:r>
              <a:rPr sz="1600" spc="5" dirty="0">
                <a:latin typeface="Times New Roman"/>
                <a:cs typeface="Times New Roman"/>
              </a:rPr>
              <a:t>element </a:t>
            </a:r>
            <a:r>
              <a:rPr sz="1600" spc="10" dirty="0">
                <a:latin typeface="Times New Roman"/>
                <a:cs typeface="Times New Roman"/>
              </a:rPr>
              <a:t>of </a:t>
            </a:r>
            <a:r>
              <a:rPr sz="1600" spc="5" dirty="0">
                <a:latin typeface="Times New Roman"/>
                <a:cs typeface="Times New Roman"/>
              </a:rPr>
              <a:t>the </a:t>
            </a:r>
            <a:r>
              <a:rPr sz="1600" dirty="0">
                <a:latin typeface="Times New Roman"/>
                <a:cs typeface="Times New Roman"/>
              </a:rPr>
              <a:t>list </a:t>
            </a:r>
            <a:r>
              <a:rPr sz="1600" spc="5" dirty="0">
                <a:latin typeface="Times New Roman"/>
                <a:cs typeface="Times New Roman"/>
              </a:rPr>
              <a:t>which is </a:t>
            </a:r>
            <a:r>
              <a:rPr sz="1600" spc="10" dirty="0">
                <a:latin typeface="Times New Roman"/>
                <a:cs typeface="Times New Roman"/>
              </a:rPr>
              <a:t>not </a:t>
            </a:r>
            <a:r>
              <a:rPr sz="1600" spc="5" dirty="0">
                <a:latin typeface="Times New Roman"/>
                <a:cs typeface="Times New Roman"/>
              </a:rPr>
              <a:t>there and this throws an exception. This exception is then </a:t>
            </a:r>
            <a:r>
              <a:rPr sz="1600" spc="10" dirty="0">
                <a:latin typeface="Times New Roman"/>
                <a:cs typeface="Times New Roman"/>
              </a:rPr>
              <a:t> </a:t>
            </a:r>
            <a:r>
              <a:rPr sz="1600" spc="5" dirty="0">
                <a:latin typeface="Times New Roman"/>
                <a:cs typeface="Times New Roman"/>
              </a:rPr>
              <a:t>caught</a:t>
            </a:r>
            <a:r>
              <a:rPr sz="1600" spc="-5" dirty="0">
                <a:latin typeface="Times New Roman"/>
                <a:cs typeface="Times New Roman"/>
              </a:rPr>
              <a:t> </a:t>
            </a:r>
            <a:r>
              <a:rPr sz="1600" spc="10" dirty="0">
                <a:latin typeface="Times New Roman"/>
                <a:cs typeface="Times New Roman"/>
              </a:rPr>
              <a:t>by</a:t>
            </a:r>
            <a:r>
              <a:rPr sz="1600" spc="5" dirty="0">
                <a:latin typeface="Times New Roman"/>
                <a:cs typeface="Times New Roman"/>
              </a:rPr>
              <a:t> the</a:t>
            </a:r>
            <a:r>
              <a:rPr sz="1600" dirty="0">
                <a:latin typeface="Times New Roman"/>
                <a:cs typeface="Times New Roman"/>
              </a:rPr>
              <a:t> </a:t>
            </a:r>
            <a:r>
              <a:rPr sz="1600" spc="5" dirty="0">
                <a:latin typeface="Times New Roman"/>
                <a:cs typeface="Times New Roman"/>
              </a:rPr>
              <a:t>except</a:t>
            </a:r>
            <a:r>
              <a:rPr sz="1600" dirty="0">
                <a:latin typeface="Times New Roman"/>
                <a:cs typeface="Times New Roman"/>
              </a:rPr>
              <a:t> </a:t>
            </a:r>
            <a:r>
              <a:rPr sz="1600" spc="5" dirty="0">
                <a:latin typeface="Times New Roman"/>
                <a:cs typeface="Times New Roman"/>
              </a:rPr>
              <a:t>statement.</a:t>
            </a:r>
            <a:endParaRPr sz="1600">
              <a:latin typeface="Times New Roman"/>
              <a:cs typeface="Times New Roman"/>
            </a:endParaRP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80167" y="9319"/>
            <a:ext cx="4957445" cy="519430"/>
          </a:xfrm>
          <a:prstGeom prst="rect">
            <a:avLst/>
          </a:prstGeom>
        </p:spPr>
        <p:txBody>
          <a:bodyPr vert="horz" wrap="square" lIns="0" tIns="17780" rIns="0" bIns="0" rtlCol="0">
            <a:spAutoFit/>
          </a:bodyPr>
          <a:lstStyle/>
          <a:p>
            <a:pPr marL="12700">
              <a:lnSpc>
                <a:spcPct val="100000"/>
              </a:lnSpc>
              <a:spcBef>
                <a:spcPts val="140"/>
              </a:spcBef>
            </a:pPr>
            <a:r>
              <a:rPr sz="3200" spc="15" dirty="0"/>
              <a:t>Catching</a:t>
            </a:r>
            <a:r>
              <a:rPr sz="3200" spc="-20" dirty="0"/>
              <a:t> </a:t>
            </a:r>
            <a:r>
              <a:rPr sz="3200" spc="10" dirty="0"/>
              <a:t>Specific</a:t>
            </a:r>
            <a:r>
              <a:rPr sz="3200" spc="-15" dirty="0"/>
              <a:t> </a:t>
            </a:r>
            <a:r>
              <a:rPr sz="3200" spc="10" dirty="0"/>
              <a:t>Exception</a:t>
            </a:r>
            <a:endParaRPr sz="3200"/>
          </a:p>
        </p:txBody>
      </p:sp>
      <p:sp>
        <p:nvSpPr>
          <p:cNvPr id="3" name="object 3"/>
          <p:cNvSpPr txBox="1"/>
          <p:nvPr/>
        </p:nvSpPr>
        <p:spPr>
          <a:xfrm>
            <a:off x="673100" y="603758"/>
            <a:ext cx="7733665" cy="4048760"/>
          </a:xfrm>
          <a:prstGeom prst="rect">
            <a:avLst/>
          </a:prstGeom>
        </p:spPr>
        <p:txBody>
          <a:bodyPr vert="horz" wrap="square" lIns="0" tIns="12700" rIns="0" bIns="0" rtlCol="0">
            <a:spAutoFit/>
          </a:bodyPr>
          <a:lstStyle/>
          <a:p>
            <a:pPr marL="241300" marR="5080" indent="-201930" algn="just">
              <a:lnSpc>
                <a:spcPct val="100000"/>
              </a:lnSpc>
              <a:spcBef>
                <a:spcPts val="100"/>
              </a:spcBef>
              <a:buClr>
                <a:srgbClr val="595959"/>
              </a:buClr>
              <a:buSzPct val="58333"/>
              <a:buChar char="•"/>
              <a:tabLst>
                <a:tab pos="241300" algn="l"/>
              </a:tabLst>
            </a:pPr>
            <a:r>
              <a:rPr sz="2400" dirty="0">
                <a:latin typeface="Arial MT"/>
                <a:cs typeface="Arial MT"/>
              </a:rPr>
              <a:t>A </a:t>
            </a:r>
            <a:r>
              <a:rPr sz="2400" spc="-5" dirty="0">
                <a:latin typeface="Arial MT"/>
                <a:cs typeface="Arial MT"/>
              </a:rPr>
              <a:t>try </a:t>
            </a:r>
            <a:r>
              <a:rPr sz="2400" dirty="0">
                <a:latin typeface="Arial MT"/>
                <a:cs typeface="Arial MT"/>
              </a:rPr>
              <a:t>statement can </a:t>
            </a:r>
            <a:r>
              <a:rPr sz="2400" spc="-5" dirty="0">
                <a:latin typeface="Arial MT"/>
                <a:cs typeface="Arial MT"/>
              </a:rPr>
              <a:t>have </a:t>
            </a:r>
            <a:r>
              <a:rPr sz="2400" dirty="0">
                <a:latin typeface="Arial MT"/>
                <a:cs typeface="Arial MT"/>
              </a:rPr>
              <a:t>more </a:t>
            </a:r>
            <a:r>
              <a:rPr sz="2400" spc="-5" dirty="0">
                <a:latin typeface="Arial MT"/>
                <a:cs typeface="Arial MT"/>
              </a:rPr>
              <a:t>than one except </a:t>
            </a:r>
            <a:r>
              <a:rPr sz="2400" dirty="0">
                <a:latin typeface="Arial MT"/>
                <a:cs typeface="Arial MT"/>
              </a:rPr>
              <a:t>clause, </a:t>
            </a:r>
            <a:r>
              <a:rPr sz="2400" spc="-655" dirty="0">
                <a:latin typeface="Arial MT"/>
                <a:cs typeface="Arial MT"/>
              </a:rPr>
              <a:t> </a:t>
            </a:r>
            <a:r>
              <a:rPr sz="2400" spc="-5" dirty="0">
                <a:latin typeface="Arial MT"/>
                <a:cs typeface="Arial MT"/>
              </a:rPr>
              <a:t>to </a:t>
            </a:r>
            <a:r>
              <a:rPr sz="2400" dirty="0">
                <a:latin typeface="Arial MT"/>
                <a:cs typeface="Arial MT"/>
              </a:rPr>
              <a:t>specify </a:t>
            </a:r>
            <a:r>
              <a:rPr sz="2400" spc="-5" dirty="0">
                <a:latin typeface="Arial MT"/>
                <a:cs typeface="Arial MT"/>
              </a:rPr>
              <a:t>handlers for </a:t>
            </a:r>
            <a:r>
              <a:rPr sz="2400" spc="-10" dirty="0">
                <a:latin typeface="Arial MT"/>
                <a:cs typeface="Arial MT"/>
              </a:rPr>
              <a:t>different </a:t>
            </a:r>
            <a:r>
              <a:rPr sz="2400" spc="-5" dirty="0">
                <a:latin typeface="Arial MT"/>
                <a:cs typeface="Arial MT"/>
              </a:rPr>
              <a:t>exceptions. Please note </a:t>
            </a:r>
            <a:r>
              <a:rPr sz="2400" spc="-655" dirty="0">
                <a:latin typeface="Arial MT"/>
                <a:cs typeface="Arial MT"/>
              </a:rPr>
              <a:t> </a:t>
            </a:r>
            <a:r>
              <a:rPr sz="2400" spc="-5" dirty="0">
                <a:latin typeface="Arial MT"/>
                <a:cs typeface="Arial MT"/>
              </a:rPr>
              <a:t>that at </a:t>
            </a:r>
            <a:r>
              <a:rPr sz="2400" dirty="0">
                <a:latin typeface="Arial MT"/>
                <a:cs typeface="Arial MT"/>
              </a:rPr>
              <a:t>most </a:t>
            </a:r>
            <a:r>
              <a:rPr sz="2400" spc="-5" dirty="0">
                <a:latin typeface="Arial MT"/>
                <a:cs typeface="Arial MT"/>
              </a:rPr>
              <a:t>one handler will be executed. For example, </a:t>
            </a:r>
            <a:r>
              <a:rPr sz="2400" spc="-655" dirty="0">
                <a:latin typeface="Arial MT"/>
                <a:cs typeface="Arial MT"/>
              </a:rPr>
              <a:t> </a:t>
            </a:r>
            <a:r>
              <a:rPr sz="2400" spc="-5" dirty="0">
                <a:latin typeface="Arial MT"/>
                <a:cs typeface="Arial MT"/>
              </a:rPr>
              <a:t>we</a:t>
            </a:r>
            <a:r>
              <a:rPr sz="2400" spc="-10" dirty="0">
                <a:latin typeface="Arial MT"/>
                <a:cs typeface="Arial MT"/>
              </a:rPr>
              <a:t> </a:t>
            </a:r>
            <a:r>
              <a:rPr sz="2400" dirty="0">
                <a:latin typeface="Arial MT"/>
                <a:cs typeface="Arial MT"/>
              </a:rPr>
              <a:t>can</a:t>
            </a:r>
            <a:r>
              <a:rPr sz="2400" spc="-5" dirty="0">
                <a:latin typeface="Arial MT"/>
                <a:cs typeface="Arial MT"/>
              </a:rPr>
              <a:t> add</a:t>
            </a:r>
            <a:r>
              <a:rPr sz="2400" spc="-10" dirty="0">
                <a:latin typeface="Arial MT"/>
                <a:cs typeface="Arial MT"/>
              </a:rPr>
              <a:t> </a:t>
            </a:r>
            <a:r>
              <a:rPr sz="2400" spc="-5" dirty="0">
                <a:latin typeface="Arial MT"/>
                <a:cs typeface="Arial MT"/>
              </a:rPr>
              <a:t>IndexError</a:t>
            </a:r>
            <a:r>
              <a:rPr sz="2400" spc="-10" dirty="0">
                <a:latin typeface="Arial MT"/>
                <a:cs typeface="Arial MT"/>
              </a:rPr>
              <a:t> </a:t>
            </a:r>
            <a:r>
              <a:rPr sz="2400" spc="-5" dirty="0">
                <a:latin typeface="Arial MT"/>
                <a:cs typeface="Arial MT"/>
              </a:rPr>
              <a:t>in</a:t>
            </a:r>
            <a:r>
              <a:rPr sz="2400" spc="-10" dirty="0">
                <a:latin typeface="Arial MT"/>
                <a:cs typeface="Arial MT"/>
              </a:rPr>
              <a:t> </a:t>
            </a:r>
            <a:r>
              <a:rPr sz="2400" spc="-5" dirty="0">
                <a:latin typeface="Arial MT"/>
                <a:cs typeface="Arial MT"/>
              </a:rPr>
              <a:t>the</a:t>
            </a:r>
            <a:r>
              <a:rPr sz="2400" spc="-10" dirty="0">
                <a:latin typeface="Arial MT"/>
                <a:cs typeface="Arial MT"/>
              </a:rPr>
              <a:t> </a:t>
            </a:r>
            <a:r>
              <a:rPr sz="2400" spc="-5" dirty="0">
                <a:latin typeface="Arial MT"/>
                <a:cs typeface="Arial MT"/>
              </a:rPr>
              <a:t>above</a:t>
            </a:r>
            <a:r>
              <a:rPr sz="2400" spc="-10" dirty="0">
                <a:latin typeface="Arial MT"/>
                <a:cs typeface="Arial MT"/>
              </a:rPr>
              <a:t> </a:t>
            </a:r>
            <a:r>
              <a:rPr sz="2400" dirty="0">
                <a:latin typeface="Arial MT"/>
                <a:cs typeface="Arial MT"/>
              </a:rPr>
              <a:t>code.</a:t>
            </a:r>
            <a:endParaRPr sz="2400">
              <a:latin typeface="Arial MT"/>
              <a:cs typeface="Arial MT"/>
            </a:endParaRPr>
          </a:p>
          <a:p>
            <a:pPr marL="12700" marR="265430">
              <a:lnSpc>
                <a:spcPct val="100000"/>
              </a:lnSpc>
            </a:pPr>
            <a:r>
              <a:rPr sz="2400" spc="-5" dirty="0">
                <a:latin typeface="Arial MT"/>
                <a:cs typeface="Arial MT"/>
              </a:rPr>
              <a:t>The general </a:t>
            </a:r>
            <a:r>
              <a:rPr sz="2400" dirty="0">
                <a:latin typeface="Arial MT"/>
                <a:cs typeface="Arial MT"/>
              </a:rPr>
              <a:t>syntax </a:t>
            </a:r>
            <a:r>
              <a:rPr sz="2400" spc="-5" dirty="0">
                <a:latin typeface="Arial MT"/>
                <a:cs typeface="Arial MT"/>
              </a:rPr>
              <a:t>for adding </a:t>
            </a:r>
            <a:r>
              <a:rPr sz="2400" dirty="0">
                <a:latin typeface="Arial MT"/>
                <a:cs typeface="Arial MT"/>
              </a:rPr>
              <a:t>specific </a:t>
            </a:r>
            <a:r>
              <a:rPr sz="2400" spc="-5" dirty="0">
                <a:latin typeface="Arial MT"/>
                <a:cs typeface="Arial MT"/>
              </a:rPr>
              <a:t>exceptions are </a:t>
            </a:r>
            <a:r>
              <a:rPr sz="2400" dirty="0">
                <a:latin typeface="Arial MT"/>
                <a:cs typeface="Arial MT"/>
              </a:rPr>
              <a:t>– </a:t>
            </a:r>
            <a:r>
              <a:rPr sz="2400" spc="-655" dirty="0">
                <a:latin typeface="Arial MT"/>
                <a:cs typeface="Arial MT"/>
              </a:rPr>
              <a:t> </a:t>
            </a:r>
            <a:r>
              <a:rPr sz="2400" spc="-5" dirty="0">
                <a:latin typeface="Arial MT"/>
                <a:cs typeface="Arial MT"/>
              </a:rPr>
              <a:t>try:</a:t>
            </a:r>
            <a:endParaRPr sz="2400">
              <a:latin typeface="Arial MT"/>
              <a:cs typeface="Arial MT"/>
            </a:endParaRPr>
          </a:p>
          <a:p>
            <a:pPr marL="12700" marR="5213350">
              <a:lnSpc>
                <a:spcPct val="100000"/>
              </a:lnSpc>
            </a:pPr>
            <a:r>
              <a:rPr sz="2400" dirty="0">
                <a:latin typeface="Arial MT"/>
                <a:cs typeface="Arial MT"/>
              </a:rPr>
              <a:t># statement(s) </a:t>
            </a:r>
            <a:r>
              <a:rPr sz="2400" spc="5" dirty="0">
                <a:latin typeface="Arial MT"/>
                <a:cs typeface="Arial MT"/>
              </a:rPr>
              <a:t> </a:t>
            </a:r>
            <a:r>
              <a:rPr sz="2400" spc="-5" dirty="0">
                <a:latin typeface="Arial MT"/>
                <a:cs typeface="Arial MT"/>
              </a:rPr>
              <a:t>except IndexError: </a:t>
            </a:r>
            <a:r>
              <a:rPr sz="2400" spc="-655" dirty="0">
                <a:latin typeface="Arial MT"/>
                <a:cs typeface="Arial MT"/>
              </a:rPr>
              <a:t> </a:t>
            </a:r>
            <a:r>
              <a:rPr sz="2400" dirty="0">
                <a:latin typeface="Arial MT"/>
                <a:cs typeface="Arial MT"/>
              </a:rPr>
              <a:t># statement(s) </a:t>
            </a:r>
            <a:r>
              <a:rPr sz="2400" spc="5" dirty="0">
                <a:latin typeface="Arial MT"/>
                <a:cs typeface="Arial MT"/>
              </a:rPr>
              <a:t> </a:t>
            </a:r>
            <a:r>
              <a:rPr sz="2400" spc="-5" dirty="0">
                <a:latin typeface="Arial MT"/>
                <a:cs typeface="Arial MT"/>
              </a:rPr>
              <a:t>except </a:t>
            </a:r>
            <a:r>
              <a:rPr sz="2400" spc="-25" dirty="0">
                <a:latin typeface="Arial MT"/>
                <a:cs typeface="Arial MT"/>
              </a:rPr>
              <a:t>ValueError: </a:t>
            </a:r>
            <a:r>
              <a:rPr sz="2400" spc="-655" dirty="0">
                <a:latin typeface="Arial MT"/>
                <a:cs typeface="Arial MT"/>
              </a:rPr>
              <a:t> </a:t>
            </a:r>
            <a:r>
              <a:rPr sz="2400" dirty="0">
                <a:latin typeface="Arial MT"/>
                <a:cs typeface="Arial MT"/>
              </a:rPr>
              <a:t>#</a:t>
            </a:r>
            <a:r>
              <a:rPr sz="2400" spc="-20" dirty="0">
                <a:latin typeface="Arial MT"/>
                <a:cs typeface="Arial MT"/>
              </a:rPr>
              <a:t> </a:t>
            </a:r>
            <a:r>
              <a:rPr sz="2400" dirty="0">
                <a:latin typeface="Arial MT"/>
                <a:cs typeface="Arial MT"/>
              </a:rPr>
              <a:t>statement(s)</a:t>
            </a:r>
            <a:endParaRPr sz="2400">
              <a:latin typeface="Arial MT"/>
              <a:cs typeface="Arial MT"/>
            </a:endParaRP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59451" y="191106"/>
            <a:ext cx="3949065" cy="513080"/>
          </a:xfrm>
          <a:prstGeom prst="rect">
            <a:avLst/>
          </a:prstGeom>
        </p:spPr>
        <p:txBody>
          <a:bodyPr vert="horz" wrap="square" lIns="0" tIns="12700" rIns="0" bIns="0" rtlCol="0">
            <a:spAutoFit/>
          </a:bodyPr>
          <a:lstStyle/>
          <a:p>
            <a:pPr marL="12700">
              <a:lnSpc>
                <a:spcPct val="100000"/>
              </a:lnSpc>
              <a:spcBef>
                <a:spcPts val="100"/>
              </a:spcBef>
            </a:pPr>
            <a:r>
              <a:rPr sz="3200" spc="345" dirty="0">
                <a:latin typeface="Cambria"/>
                <a:cs typeface="Cambria"/>
              </a:rPr>
              <a:t>Example</a:t>
            </a:r>
            <a:r>
              <a:rPr sz="3200" spc="100" dirty="0">
                <a:latin typeface="Cambria"/>
                <a:cs typeface="Cambria"/>
              </a:rPr>
              <a:t> </a:t>
            </a:r>
            <a:r>
              <a:rPr sz="3200" spc="275" dirty="0">
                <a:latin typeface="Cambria"/>
                <a:cs typeface="Cambria"/>
              </a:rPr>
              <a:t>Program</a:t>
            </a:r>
            <a:endParaRPr sz="3200">
              <a:latin typeface="Cambria"/>
              <a:cs typeface="Cambria"/>
            </a:endParaRPr>
          </a:p>
        </p:txBody>
      </p:sp>
      <p:sp>
        <p:nvSpPr>
          <p:cNvPr id="3" name="object 3"/>
          <p:cNvSpPr txBox="1"/>
          <p:nvPr/>
        </p:nvSpPr>
        <p:spPr>
          <a:xfrm>
            <a:off x="730343" y="629224"/>
            <a:ext cx="4602480" cy="4366895"/>
          </a:xfrm>
          <a:prstGeom prst="rect">
            <a:avLst/>
          </a:prstGeom>
        </p:spPr>
        <p:txBody>
          <a:bodyPr vert="horz" wrap="square" lIns="0" tIns="48260" rIns="0" bIns="0" rtlCol="0">
            <a:spAutoFit/>
          </a:bodyPr>
          <a:lstStyle/>
          <a:p>
            <a:pPr marL="12700" marR="1524635">
              <a:lnSpc>
                <a:spcPts val="1180"/>
              </a:lnSpc>
              <a:spcBef>
                <a:spcPts val="380"/>
              </a:spcBef>
            </a:pPr>
            <a:r>
              <a:rPr sz="1200" spc="10" dirty="0">
                <a:latin typeface="Arial MT"/>
                <a:cs typeface="Arial MT"/>
              </a:rPr>
              <a:t># </a:t>
            </a:r>
            <a:r>
              <a:rPr sz="1200" spc="5" dirty="0">
                <a:latin typeface="Arial MT"/>
                <a:cs typeface="Arial MT"/>
              </a:rPr>
              <a:t>Program to handle </a:t>
            </a:r>
            <a:r>
              <a:rPr sz="1200" spc="10" dirty="0">
                <a:latin typeface="Arial MT"/>
                <a:cs typeface="Arial MT"/>
              </a:rPr>
              <a:t>multiple </a:t>
            </a:r>
            <a:r>
              <a:rPr sz="1200" spc="5" dirty="0">
                <a:latin typeface="Arial MT"/>
                <a:cs typeface="Arial MT"/>
              </a:rPr>
              <a:t>errors with one </a:t>
            </a:r>
            <a:r>
              <a:rPr sz="1200" spc="-320" dirty="0">
                <a:latin typeface="Arial MT"/>
                <a:cs typeface="Arial MT"/>
              </a:rPr>
              <a:t> </a:t>
            </a:r>
            <a:r>
              <a:rPr sz="1200" spc="10" dirty="0">
                <a:latin typeface="Arial MT"/>
                <a:cs typeface="Arial MT"/>
              </a:rPr>
              <a:t>#</a:t>
            </a:r>
            <a:r>
              <a:rPr sz="1200" dirty="0">
                <a:latin typeface="Arial MT"/>
                <a:cs typeface="Arial MT"/>
              </a:rPr>
              <a:t> </a:t>
            </a:r>
            <a:r>
              <a:rPr sz="1200" spc="5" dirty="0">
                <a:latin typeface="Arial MT"/>
                <a:cs typeface="Arial MT"/>
              </a:rPr>
              <a:t>except </a:t>
            </a:r>
            <a:r>
              <a:rPr sz="1200" spc="10" dirty="0">
                <a:latin typeface="Arial MT"/>
                <a:cs typeface="Arial MT"/>
              </a:rPr>
              <a:t>statement</a:t>
            </a:r>
            <a:endParaRPr sz="1200">
              <a:latin typeface="Arial MT"/>
              <a:cs typeface="Arial MT"/>
            </a:endParaRPr>
          </a:p>
          <a:p>
            <a:pPr marL="12700">
              <a:lnSpc>
                <a:spcPts val="1175"/>
              </a:lnSpc>
            </a:pPr>
            <a:r>
              <a:rPr sz="1200" spc="10" dirty="0">
                <a:latin typeface="Arial MT"/>
                <a:cs typeface="Arial MT"/>
              </a:rPr>
              <a:t>#</a:t>
            </a:r>
            <a:r>
              <a:rPr sz="1200" spc="-20" dirty="0">
                <a:latin typeface="Arial MT"/>
                <a:cs typeface="Arial MT"/>
              </a:rPr>
              <a:t> </a:t>
            </a:r>
            <a:r>
              <a:rPr sz="1200" spc="5" dirty="0">
                <a:latin typeface="Arial MT"/>
                <a:cs typeface="Arial MT"/>
              </a:rPr>
              <a:t>Python</a:t>
            </a:r>
            <a:r>
              <a:rPr sz="1200" spc="-20" dirty="0">
                <a:latin typeface="Arial MT"/>
                <a:cs typeface="Arial MT"/>
              </a:rPr>
              <a:t> </a:t>
            </a:r>
            <a:r>
              <a:rPr sz="1200" spc="10" dirty="0">
                <a:latin typeface="Arial MT"/>
                <a:cs typeface="Arial MT"/>
              </a:rPr>
              <a:t>3</a:t>
            </a:r>
            <a:endParaRPr sz="1200">
              <a:latin typeface="Arial MT"/>
              <a:cs typeface="Arial MT"/>
            </a:endParaRPr>
          </a:p>
          <a:p>
            <a:pPr marL="237490" marR="3657600" indent="-225425">
              <a:lnSpc>
                <a:spcPts val="1540"/>
              </a:lnSpc>
              <a:spcBef>
                <a:spcPts val="1165"/>
              </a:spcBef>
            </a:pPr>
            <a:r>
              <a:rPr sz="1600" spc="-5" dirty="0">
                <a:latin typeface="Arial MT"/>
                <a:cs typeface="Arial MT"/>
              </a:rPr>
              <a:t>def</a:t>
            </a:r>
            <a:r>
              <a:rPr sz="1600" spc="-90" dirty="0">
                <a:latin typeface="Arial MT"/>
                <a:cs typeface="Arial MT"/>
              </a:rPr>
              <a:t> </a:t>
            </a:r>
            <a:r>
              <a:rPr sz="1600" spc="-5" dirty="0">
                <a:latin typeface="Arial MT"/>
                <a:cs typeface="Arial MT"/>
              </a:rPr>
              <a:t>fun(a): </a:t>
            </a:r>
            <a:r>
              <a:rPr sz="1600" spc="-430" dirty="0">
                <a:latin typeface="Arial MT"/>
                <a:cs typeface="Arial MT"/>
              </a:rPr>
              <a:t> </a:t>
            </a:r>
            <a:r>
              <a:rPr sz="1600" spc="-5" dirty="0">
                <a:latin typeface="Arial MT"/>
                <a:cs typeface="Arial MT"/>
              </a:rPr>
              <a:t>if</a:t>
            </a:r>
            <a:r>
              <a:rPr sz="1600" spc="-35" dirty="0">
                <a:latin typeface="Arial MT"/>
                <a:cs typeface="Arial MT"/>
              </a:rPr>
              <a:t> </a:t>
            </a:r>
            <a:r>
              <a:rPr sz="1600" dirty="0">
                <a:latin typeface="Arial MT"/>
                <a:cs typeface="Arial MT"/>
              </a:rPr>
              <a:t>a</a:t>
            </a:r>
            <a:r>
              <a:rPr sz="1600" spc="-30" dirty="0">
                <a:latin typeface="Arial MT"/>
                <a:cs typeface="Arial MT"/>
              </a:rPr>
              <a:t> </a:t>
            </a:r>
            <a:r>
              <a:rPr sz="1600" dirty="0">
                <a:latin typeface="Arial MT"/>
                <a:cs typeface="Arial MT"/>
              </a:rPr>
              <a:t>&lt;</a:t>
            </a:r>
            <a:r>
              <a:rPr sz="1600" spc="-30" dirty="0">
                <a:latin typeface="Arial MT"/>
                <a:cs typeface="Arial MT"/>
              </a:rPr>
              <a:t> </a:t>
            </a:r>
            <a:r>
              <a:rPr sz="1600" spc="-5" dirty="0">
                <a:latin typeface="Arial MT"/>
                <a:cs typeface="Arial MT"/>
              </a:rPr>
              <a:t>4:</a:t>
            </a:r>
            <a:endParaRPr sz="1600">
              <a:latin typeface="Arial MT"/>
              <a:cs typeface="Arial MT"/>
            </a:endParaRPr>
          </a:p>
          <a:p>
            <a:pPr marL="462915" marR="928369">
              <a:lnSpc>
                <a:spcPts val="1540"/>
              </a:lnSpc>
              <a:spcBef>
                <a:spcPts val="1530"/>
              </a:spcBef>
            </a:pPr>
            <a:r>
              <a:rPr sz="1600" dirty="0">
                <a:latin typeface="Arial MT"/>
                <a:cs typeface="Arial MT"/>
              </a:rPr>
              <a:t>#</a:t>
            </a:r>
            <a:r>
              <a:rPr sz="1600" spc="-20" dirty="0">
                <a:latin typeface="Arial MT"/>
                <a:cs typeface="Arial MT"/>
              </a:rPr>
              <a:t> </a:t>
            </a:r>
            <a:r>
              <a:rPr sz="1600" spc="-5" dirty="0">
                <a:latin typeface="Arial MT"/>
                <a:cs typeface="Arial MT"/>
              </a:rPr>
              <a:t>throws</a:t>
            </a:r>
            <a:r>
              <a:rPr sz="1600" spc="-20" dirty="0">
                <a:latin typeface="Arial MT"/>
                <a:cs typeface="Arial MT"/>
              </a:rPr>
              <a:t> </a:t>
            </a:r>
            <a:r>
              <a:rPr sz="1600" spc="-5" dirty="0">
                <a:latin typeface="Arial MT"/>
                <a:cs typeface="Arial MT"/>
              </a:rPr>
              <a:t>ZeroDivisionError</a:t>
            </a:r>
            <a:r>
              <a:rPr sz="1600" spc="-20" dirty="0">
                <a:latin typeface="Arial MT"/>
                <a:cs typeface="Arial MT"/>
              </a:rPr>
              <a:t> </a:t>
            </a:r>
            <a:r>
              <a:rPr sz="1600" spc="-5" dirty="0">
                <a:latin typeface="Arial MT"/>
                <a:cs typeface="Arial MT"/>
              </a:rPr>
              <a:t>for</a:t>
            </a:r>
            <a:r>
              <a:rPr sz="1600" spc="-15" dirty="0">
                <a:latin typeface="Arial MT"/>
                <a:cs typeface="Arial MT"/>
              </a:rPr>
              <a:t> </a:t>
            </a:r>
            <a:r>
              <a:rPr sz="1600" dirty="0">
                <a:latin typeface="Arial MT"/>
                <a:cs typeface="Arial MT"/>
              </a:rPr>
              <a:t>a</a:t>
            </a:r>
            <a:r>
              <a:rPr sz="1600" spc="-20" dirty="0">
                <a:latin typeface="Arial MT"/>
                <a:cs typeface="Arial MT"/>
              </a:rPr>
              <a:t> </a:t>
            </a:r>
            <a:r>
              <a:rPr sz="1600" dirty="0">
                <a:latin typeface="Arial MT"/>
                <a:cs typeface="Arial MT"/>
              </a:rPr>
              <a:t>=</a:t>
            </a:r>
            <a:r>
              <a:rPr sz="1600" spc="-20" dirty="0">
                <a:latin typeface="Arial MT"/>
                <a:cs typeface="Arial MT"/>
              </a:rPr>
              <a:t> </a:t>
            </a:r>
            <a:r>
              <a:rPr sz="1600" dirty="0">
                <a:latin typeface="Arial MT"/>
                <a:cs typeface="Arial MT"/>
              </a:rPr>
              <a:t>3 </a:t>
            </a:r>
            <a:r>
              <a:rPr sz="1600" spc="-430" dirty="0">
                <a:latin typeface="Arial MT"/>
                <a:cs typeface="Arial MT"/>
              </a:rPr>
              <a:t> </a:t>
            </a:r>
            <a:r>
              <a:rPr sz="1600" dirty="0">
                <a:latin typeface="Arial MT"/>
                <a:cs typeface="Arial MT"/>
              </a:rPr>
              <a:t>b</a:t>
            </a:r>
            <a:r>
              <a:rPr sz="1600" spc="-10" dirty="0">
                <a:latin typeface="Arial MT"/>
                <a:cs typeface="Arial MT"/>
              </a:rPr>
              <a:t> </a:t>
            </a:r>
            <a:r>
              <a:rPr sz="1600" dirty="0">
                <a:latin typeface="Arial MT"/>
                <a:cs typeface="Arial MT"/>
              </a:rPr>
              <a:t>=</a:t>
            </a:r>
            <a:r>
              <a:rPr sz="1600" spc="-5" dirty="0">
                <a:latin typeface="Arial MT"/>
                <a:cs typeface="Arial MT"/>
              </a:rPr>
              <a:t> a/(a-3)</a:t>
            </a:r>
            <a:endParaRPr sz="1600">
              <a:latin typeface="Arial MT"/>
              <a:cs typeface="Arial MT"/>
            </a:endParaRPr>
          </a:p>
          <a:p>
            <a:pPr marL="237490" marR="1751964">
              <a:lnSpc>
                <a:spcPts val="1540"/>
              </a:lnSpc>
              <a:spcBef>
                <a:spcPts val="1530"/>
              </a:spcBef>
            </a:pPr>
            <a:r>
              <a:rPr sz="1600" dirty="0">
                <a:latin typeface="Arial MT"/>
                <a:cs typeface="Arial MT"/>
              </a:rPr>
              <a:t>#</a:t>
            </a:r>
            <a:r>
              <a:rPr sz="1600" spc="-20" dirty="0">
                <a:latin typeface="Arial MT"/>
                <a:cs typeface="Arial MT"/>
              </a:rPr>
              <a:t> </a:t>
            </a:r>
            <a:r>
              <a:rPr sz="1600" spc="-5" dirty="0">
                <a:latin typeface="Arial MT"/>
                <a:cs typeface="Arial MT"/>
              </a:rPr>
              <a:t>throws</a:t>
            </a:r>
            <a:r>
              <a:rPr sz="1600" spc="-20" dirty="0">
                <a:latin typeface="Arial MT"/>
                <a:cs typeface="Arial MT"/>
              </a:rPr>
              <a:t> </a:t>
            </a:r>
            <a:r>
              <a:rPr sz="1600" spc="-5" dirty="0">
                <a:latin typeface="Arial MT"/>
                <a:cs typeface="Arial MT"/>
              </a:rPr>
              <a:t>NameError</a:t>
            </a:r>
            <a:r>
              <a:rPr sz="1600" spc="-15" dirty="0">
                <a:latin typeface="Arial MT"/>
                <a:cs typeface="Arial MT"/>
              </a:rPr>
              <a:t> </a:t>
            </a:r>
            <a:r>
              <a:rPr sz="1600" spc="-5" dirty="0">
                <a:latin typeface="Arial MT"/>
                <a:cs typeface="Arial MT"/>
              </a:rPr>
              <a:t>if</a:t>
            </a:r>
            <a:r>
              <a:rPr sz="1600" spc="-20" dirty="0">
                <a:latin typeface="Arial MT"/>
                <a:cs typeface="Arial MT"/>
              </a:rPr>
              <a:t> </a:t>
            </a:r>
            <a:r>
              <a:rPr sz="1600" dirty="0">
                <a:latin typeface="Arial MT"/>
                <a:cs typeface="Arial MT"/>
              </a:rPr>
              <a:t>a</a:t>
            </a:r>
            <a:r>
              <a:rPr sz="1600" spc="-15" dirty="0">
                <a:latin typeface="Arial MT"/>
                <a:cs typeface="Arial MT"/>
              </a:rPr>
              <a:t> </a:t>
            </a:r>
            <a:r>
              <a:rPr sz="1600" spc="-5" dirty="0">
                <a:latin typeface="Arial MT"/>
                <a:cs typeface="Arial MT"/>
              </a:rPr>
              <a:t>&gt;=</a:t>
            </a:r>
            <a:r>
              <a:rPr sz="1600" spc="-20" dirty="0">
                <a:latin typeface="Arial MT"/>
                <a:cs typeface="Arial MT"/>
              </a:rPr>
              <a:t> </a:t>
            </a:r>
            <a:r>
              <a:rPr sz="1600" dirty="0">
                <a:latin typeface="Arial MT"/>
                <a:cs typeface="Arial MT"/>
              </a:rPr>
              <a:t>4 </a:t>
            </a:r>
            <a:r>
              <a:rPr sz="1600" spc="-430" dirty="0">
                <a:latin typeface="Arial MT"/>
                <a:cs typeface="Arial MT"/>
              </a:rPr>
              <a:t> </a:t>
            </a:r>
            <a:r>
              <a:rPr sz="1600" spc="-15" dirty="0">
                <a:latin typeface="Arial MT"/>
                <a:cs typeface="Arial MT"/>
              </a:rPr>
              <a:t>print("Value </a:t>
            </a:r>
            <a:r>
              <a:rPr sz="1600" spc="-5" dirty="0">
                <a:latin typeface="Arial MT"/>
                <a:cs typeface="Arial MT"/>
              </a:rPr>
              <a:t>of</a:t>
            </a:r>
            <a:r>
              <a:rPr sz="1600" spc="-10" dirty="0">
                <a:latin typeface="Arial MT"/>
                <a:cs typeface="Arial MT"/>
              </a:rPr>
              <a:t> </a:t>
            </a:r>
            <a:r>
              <a:rPr sz="1600" dirty="0">
                <a:latin typeface="Arial MT"/>
                <a:cs typeface="Arial MT"/>
              </a:rPr>
              <a:t>b</a:t>
            </a:r>
            <a:r>
              <a:rPr sz="1600" spc="-10" dirty="0">
                <a:latin typeface="Arial MT"/>
                <a:cs typeface="Arial MT"/>
              </a:rPr>
              <a:t> </a:t>
            </a:r>
            <a:r>
              <a:rPr sz="1600" dirty="0">
                <a:latin typeface="Arial MT"/>
                <a:cs typeface="Arial MT"/>
              </a:rPr>
              <a:t>=</a:t>
            </a:r>
            <a:r>
              <a:rPr sz="1600" spc="-10" dirty="0">
                <a:latin typeface="Arial MT"/>
                <a:cs typeface="Arial MT"/>
              </a:rPr>
              <a:t> </a:t>
            </a:r>
            <a:r>
              <a:rPr sz="1600" spc="-5" dirty="0">
                <a:latin typeface="Arial MT"/>
                <a:cs typeface="Arial MT"/>
              </a:rPr>
              <a:t>",</a:t>
            </a:r>
            <a:r>
              <a:rPr sz="1600" spc="-10" dirty="0">
                <a:latin typeface="Arial MT"/>
                <a:cs typeface="Arial MT"/>
              </a:rPr>
              <a:t> </a:t>
            </a:r>
            <a:r>
              <a:rPr sz="1600" spc="-5" dirty="0">
                <a:latin typeface="Arial MT"/>
                <a:cs typeface="Arial MT"/>
              </a:rPr>
              <a:t>b)</a:t>
            </a:r>
            <a:endParaRPr sz="1600">
              <a:latin typeface="Arial MT"/>
              <a:cs typeface="Arial MT"/>
            </a:endParaRPr>
          </a:p>
          <a:p>
            <a:pPr marL="12700">
              <a:lnSpc>
                <a:spcPts val="1730"/>
              </a:lnSpc>
              <a:spcBef>
                <a:spcPts val="1160"/>
              </a:spcBef>
            </a:pPr>
            <a:r>
              <a:rPr sz="1600" spc="-5" dirty="0">
                <a:latin typeface="Arial MT"/>
                <a:cs typeface="Arial MT"/>
              </a:rPr>
              <a:t>try:</a:t>
            </a:r>
            <a:endParaRPr sz="1600">
              <a:latin typeface="Arial MT"/>
              <a:cs typeface="Arial MT"/>
            </a:endParaRPr>
          </a:p>
          <a:p>
            <a:pPr marL="237490">
              <a:lnSpc>
                <a:spcPts val="1535"/>
              </a:lnSpc>
            </a:pPr>
            <a:r>
              <a:rPr sz="1600" spc="-5" dirty="0">
                <a:latin typeface="Arial MT"/>
                <a:cs typeface="Arial MT"/>
              </a:rPr>
              <a:t>fun(3)</a:t>
            </a:r>
            <a:endParaRPr sz="1600">
              <a:latin typeface="Arial MT"/>
              <a:cs typeface="Arial MT"/>
            </a:endParaRPr>
          </a:p>
          <a:p>
            <a:pPr marL="237490">
              <a:lnSpc>
                <a:spcPts val="1730"/>
              </a:lnSpc>
            </a:pPr>
            <a:r>
              <a:rPr sz="1600" spc="-5" dirty="0">
                <a:latin typeface="Arial MT"/>
                <a:cs typeface="Arial MT"/>
              </a:rPr>
              <a:t>fun(5)</a:t>
            </a:r>
            <a:endParaRPr sz="1600">
              <a:latin typeface="Arial MT"/>
              <a:cs typeface="Arial MT"/>
            </a:endParaRPr>
          </a:p>
          <a:p>
            <a:pPr marL="12700" marR="678815">
              <a:lnSpc>
                <a:spcPts val="1540"/>
              </a:lnSpc>
              <a:spcBef>
                <a:spcPts val="1520"/>
              </a:spcBef>
            </a:pPr>
            <a:r>
              <a:rPr sz="1600" dirty="0">
                <a:latin typeface="Arial MT"/>
                <a:cs typeface="Arial MT"/>
              </a:rPr>
              <a:t># </a:t>
            </a:r>
            <a:r>
              <a:rPr sz="1600" spc="-5" dirty="0">
                <a:latin typeface="Arial MT"/>
                <a:cs typeface="Arial MT"/>
              </a:rPr>
              <a:t>note that braces </a:t>
            </a:r>
            <a:r>
              <a:rPr sz="1600" dirty="0">
                <a:latin typeface="Arial MT"/>
                <a:cs typeface="Arial MT"/>
              </a:rPr>
              <a:t>() </a:t>
            </a:r>
            <a:r>
              <a:rPr sz="1600" spc="-5" dirty="0">
                <a:latin typeface="Arial MT"/>
                <a:cs typeface="Arial MT"/>
              </a:rPr>
              <a:t>are necessary here for </a:t>
            </a:r>
            <a:r>
              <a:rPr sz="1600" spc="-430" dirty="0">
                <a:latin typeface="Arial MT"/>
                <a:cs typeface="Arial MT"/>
              </a:rPr>
              <a:t> </a:t>
            </a:r>
            <a:r>
              <a:rPr sz="1600" dirty="0">
                <a:latin typeface="Arial MT"/>
                <a:cs typeface="Arial MT"/>
              </a:rPr>
              <a:t>#</a:t>
            </a:r>
            <a:r>
              <a:rPr sz="1600" spc="-10" dirty="0">
                <a:latin typeface="Arial MT"/>
                <a:cs typeface="Arial MT"/>
              </a:rPr>
              <a:t> </a:t>
            </a:r>
            <a:r>
              <a:rPr sz="1600" dirty="0">
                <a:latin typeface="Arial MT"/>
                <a:cs typeface="Arial MT"/>
              </a:rPr>
              <a:t>multiple</a:t>
            </a:r>
            <a:r>
              <a:rPr sz="1600" spc="-10" dirty="0">
                <a:latin typeface="Arial MT"/>
                <a:cs typeface="Arial MT"/>
              </a:rPr>
              <a:t> </a:t>
            </a:r>
            <a:r>
              <a:rPr sz="1600" spc="-5" dirty="0">
                <a:latin typeface="Arial MT"/>
                <a:cs typeface="Arial MT"/>
              </a:rPr>
              <a:t>exceptions</a:t>
            </a:r>
            <a:endParaRPr sz="1600">
              <a:latin typeface="Arial MT"/>
              <a:cs typeface="Arial MT"/>
            </a:endParaRPr>
          </a:p>
          <a:p>
            <a:pPr marL="12700">
              <a:lnSpc>
                <a:spcPts val="1350"/>
              </a:lnSpc>
            </a:pPr>
            <a:r>
              <a:rPr sz="1600" spc="-5" dirty="0">
                <a:latin typeface="Arial MT"/>
                <a:cs typeface="Arial MT"/>
              </a:rPr>
              <a:t>except</a:t>
            </a:r>
            <a:r>
              <a:rPr sz="1600" spc="-50" dirty="0">
                <a:latin typeface="Arial MT"/>
                <a:cs typeface="Arial MT"/>
              </a:rPr>
              <a:t> </a:t>
            </a:r>
            <a:r>
              <a:rPr sz="1600" spc="-5" dirty="0">
                <a:latin typeface="Arial MT"/>
                <a:cs typeface="Arial MT"/>
              </a:rPr>
              <a:t>ZeroDivisionError:</a:t>
            </a:r>
            <a:endParaRPr sz="1600">
              <a:latin typeface="Arial MT"/>
              <a:cs typeface="Arial MT"/>
            </a:endParaRPr>
          </a:p>
          <a:p>
            <a:pPr marL="12700" marR="5080" indent="224790">
              <a:lnSpc>
                <a:spcPts val="1540"/>
              </a:lnSpc>
              <a:spcBef>
                <a:spcPts val="175"/>
              </a:spcBef>
            </a:pPr>
            <a:r>
              <a:rPr sz="1600" spc="-5" dirty="0">
                <a:latin typeface="Arial MT"/>
                <a:cs typeface="Arial MT"/>
              </a:rPr>
              <a:t>print("ZeroDivisionError Occurred and Handled") </a:t>
            </a:r>
            <a:r>
              <a:rPr sz="1600" spc="-430" dirty="0">
                <a:latin typeface="Arial MT"/>
                <a:cs typeface="Arial MT"/>
              </a:rPr>
              <a:t> </a:t>
            </a:r>
            <a:r>
              <a:rPr sz="1600" spc="-5" dirty="0">
                <a:latin typeface="Arial MT"/>
                <a:cs typeface="Arial MT"/>
              </a:rPr>
              <a:t>except</a:t>
            </a:r>
            <a:r>
              <a:rPr sz="1600" spc="-10" dirty="0">
                <a:latin typeface="Arial MT"/>
                <a:cs typeface="Arial MT"/>
              </a:rPr>
              <a:t> </a:t>
            </a:r>
            <a:r>
              <a:rPr sz="1600" spc="-5" dirty="0">
                <a:latin typeface="Arial MT"/>
                <a:cs typeface="Arial MT"/>
              </a:rPr>
              <a:t>NameError:</a:t>
            </a:r>
            <a:endParaRPr sz="1600">
              <a:latin typeface="Arial MT"/>
              <a:cs typeface="Arial MT"/>
            </a:endParaRPr>
          </a:p>
          <a:p>
            <a:pPr marL="237490">
              <a:lnSpc>
                <a:spcPts val="1545"/>
              </a:lnSpc>
            </a:pPr>
            <a:r>
              <a:rPr sz="1600" spc="-5" dirty="0">
                <a:latin typeface="Arial MT"/>
                <a:cs typeface="Arial MT"/>
              </a:rPr>
              <a:t>print("NameError</a:t>
            </a:r>
            <a:r>
              <a:rPr sz="1600" spc="-30" dirty="0">
                <a:latin typeface="Arial MT"/>
                <a:cs typeface="Arial MT"/>
              </a:rPr>
              <a:t> </a:t>
            </a:r>
            <a:r>
              <a:rPr sz="1600" spc="-5" dirty="0">
                <a:latin typeface="Arial MT"/>
                <a:cs typeface="Arial MT"/>
              </a:rPr>
              <a:t>Occurred</a:t>
            </a:r>
            <a:r>
              <a:rPr sz="1600" spc="-25" dirty="0">
                <a:latin typeface="Arial MT"/>
                <a:cs typeface="Arial MT"/>
              </a:rPr>
              <a:t> </a:t>
            </a:r>
            <a:r>
              <a:rPr sz="1600" spc="-5" dirty="0">
                <a:latin typeface="Arial MT"/>
                <a:cs typeface="Arial MT"/>
              </a:rPr>
              <a:t>and</a:t>
            </a:r>
            <a:r>
              <a:rPr sz="1600" spc="-25" dirty="0">
                <a:latin typeface="Arial MT"/>
                <a:cs typeface="Arial MT"/>
              </a:rPr>
              <a:t> </a:t>
            </a:r>
            <a:r>
              <a:rPr sz="1600" spc="-5" dirty="0">
                <a:latin typeface="Arial MT"/>
                <a:cs typeface="Arial MT"/>
              </a:rPr>
              <a:t>Handled")</a:t>
            </a:r>
            <a:endParaRPr sz="1600">
              <a:latin typeface="Arial MT"/>
              <a:cs typeface="Arial MT"/>
            </a:endParaRP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7780" rIns="0" bIns="0" rtlCol="0">
            <a:spAutoFit/>
          </a:bodyPr>
          <a:lstStyle/>
          <a:p>
            <a:pPr marL="12700">
              <a:lnSpc>
                <a:spcPct val="100000"/>
              </a:lnSpc>
              <a:spcBef>
                <a:spcPts val="140"/>
              </a:spcBef>
            </a:pPr>
            <a:r>
              <a:rPr spc="-55" dirty="0"/>
              <a:t>Try</a:t>
            </a:r>
            <a:r>
              <a:rPr spc="-15" dirty="0"/>
              <a:t> </a:t>
            </a:r>
            <a:r>
              <a:rPr spc="15" dirty="0"/>
              <a:t>with</a:t>
            </a:r>
            <a:r>
              <a:rPr spc="-15" dirty="0"/>
              <a:t> </a:t>
            </a:r>
            <a:r>
              <a:rPr spc="10" dirty="0"/>
              <a:t>Else</a:t>
            </a:r>
            <a:r>
              <a:rPr spc="-15" dirty="0"/>
              <a:t> </a:t>
            </a:r>
            <a:r>
              <a:rPr spc="10" dirty="0"/>
              <a:t>Clause</a:t>
            </a:r>
          </a:p>
        </p:txBody>
      </p:sp>
      <p:sp>
        <p:nvSpPr>
          <p:cNvPr id="3" name="object 3"/>
          <p:cNvSpPr txBox="1"/>
          <p:nvPr/>
        </p:nvSpPr>
        <p:spPr>
          <a:xfrm>
            <a:off x="673098" y="514603"/>
            <a:ext cx="8265795" cy="4377055"/>
          </a:xfrm>
          <a:prstGeom prst="rect">
            <a:avLst/>
          </a:prstGeom>
        </p:spPr>
        <p:txBody>
          <a:bodyPr vert="horz" wrap="square" lIns="0" tIns="56515" rIns="0" bIns="0" rtlCol="0">
            <a:spAutoFit/>
          </a:bodyPr>
          <a:lstStyle/>
          <a:p>
            <a:pPr marL="241300" marR="5080" indent="-228600">
              <a:lnSpc>
                <a:spcPts val="1440"/>
              </a:lnSpc>
              <a:spcBef>
                <a:spcPts val="445"/>
              </a:spcBef>
            </a:pPr>
            <a:r>
              <a:rPr sz="1500" dirty="0">
                <a:latin typeface="Times New Roman"/>
                <a:cs typeface="Times New Roman"/>
              </a:rPr>
              <a:t>In python, you </a:t>
            </a:r>
            <a:r>
              <a:rPr sz="1500" spc="-5" dirty="0">
                <a:latin typeface="Times New Roman"/>
                <a:cs typeface="Times New Roman"/>
              </a:rPr>
              <a:t>can also </a:t>
            </a:r>
            <a:r>
              <a:rPr sz="1500" dirty="0">
                <a:latin typeface="Times New Roman"/>
                <a:cs typeface="Times New Roman"/>
              </a:rPr>
              <a:t>use </a:t>
            </a:r>
            <a:r>
              <a:rPr sz="1500" spc="-5" dirty="0">
                <a:latin typeface="Times New Roman"/>
                <a:cs typeface="Times New Roman"/>
              </a:rPr>
              <a:t>the else clause </a:t>
            </a:r>
            <a:r>
              <a:rPr sz="1500" dirty="0">
                <a:latin typeface="Times New Roman"/>
                <a:cs typeface="Times New Roman"/>
              </a:rPr>
              <a:t>on </a:t>
            </a:r>
            <a:r>
              <a:rPr sz="1500" spc="-5" dirty="0">
                <a:latin typeface="Times New Roman"/>
                <a:cs typeface="Times New Roman"/>
              </a:rPr>
              <a:t>the try-except </a:t>
            </a:r>
            <a:r>
              <a:rPr sz="1500" dirty="0">
                <a:latin typeface="Times New Roman"/>
                <a:cs typeface="Times New Roman"/>
              </a:rPr>
              <a:t>block </a:t>
            </a:r>
            <a:r>
              <a:rPr sz="1500" spc="-5" dirty="0">
                <a:latin typeface="Times New Roman"/>
                <a:cs typeface="Times New Roman"/>
              </a:rPr>
              <a:t>which must </a:t>
            </a:r>
            <a:r>
              <a:rPr sz="1500" dirty="0">
                <a:latin typeface="Times New Roman"/>
                <a:cs typeface="Times New Roman"/>
              </a:rPr>
              <a:t>be present </a:t>
            </a:r>
            <a:r>
              <a:rPr sz="1500" spc="-5" dirty="0">
                <a:latin typeface="Times New Roman"/>
                <a:cs typeface="Times New Roman"/>
              </a:rPr>
              <a:t>after all the except </a:t>
            </a:r>
            <a:r>
              <a:rPr sz="1500" spc="-360" dirty="0">
                <a:latin typeface="Times New Roman"/>
                <a:cs typeface="Times New Roman"/>
              </a:rPr>
              <a:t> </a:t>
            </a:r>
            <a:r>
              <a:rPr sz="1500" spc="-5" dirty="0">
                <a:latin typeface="Times New Roman"/>
                <a:cs typeface="Times New Roman"/>
              </a:rPr>
              <a:t>clauses.</a:t>
            </a:r>
            <a:r>
              <a:rPr sz="1500" spc="-35" dirty="0">
                <a:latin typeface="Times New Roman"/>
                <a:cs typeface="Times New Roman"/>
              </a:rPr>
              <a:t> </a:t>
            </a:r>
            <a:r>
              <a:rPr sz="1500" spc="-5" dirty="0">
                <a:latin typeface="Times New Roman"/>
                <a:cs typeface="Times New Roman"/>
              </a:rPr>
              <a:t>The code enters the else</a:t>
            </a:r>
            <a:r>
              <a:rPr sz="1500" spc="-10" dirty="0">
                <a:latin typeface="Times New Roman"/>
                <a:cs typeface="Times New Roman"/>
              </a:rPr>
              <a:t> </a:t>
            </a:r>
            <a:r>
              <a:rPr sz="1500" dirty="0">
                <a:latin typeface="Times New Roman"/>
                <a:cs typeface="Times New Roman"/>
              </a:rPr>
              <a:t>block only </a:t>
            </a:r>
            <a:r>
              <a:rPr sz="1500" spc="-5" dirty="0">
                <a:latin typeface="Times New Roman"/>
                <a:cs typeface="Times New Roman"/>
              </a:rPr>
              <a:t>if the</a:t>
            </a:r>
            <a:r>
              <a:rPr sz="1500" spc="-10" dirty="0">
                <a:latin typeface="Times New Roman"/>
                <a:cs typeface="Times New Roman"/>
              </a:rPr>
              <a:t> </a:t>
            </a:r>
            <a:r>
              <a:rPr sz="1500" spc="-5" dirty="0">
                <a:latin typeface="Times New Roman"/>
                <a:cs typeface="Times New Roman"/>
              </a:rPr>
              <a:t>try clause </a:t>
            </a:r>
            <a:r>
              <a:rPr sz="1500" dirty="0">
                <a:latin typeface="Times New Roman"/>
                <a:cs typeface="Times New Roman"/>
              </a:rPr>
              <a:t>does not raise</a:t>
            </a:r>
            <a:r>
              <a:rPr sz="1500" spc="-5" dirty="0">
                <a:latin typeface="Times New Roman"/>
                <a:cs typeface="Times New Roman"/>
              </a:rPr>
              <a:t> an exception.</a:t>
            </a:r>
            <a:endParaRPr sz="1500">
              <a:latin typeface="Times New Roman"/>
              <a:cs typeface="Times New Roman"/>
            </a:endParaRPr>
          </a:p>
          <a:p>
            <a:pPr marL="12700">
              <a:lnSpc>
                <a:spcPts val="1240"/>
              </a:lnSpc>
            </a:pPr>
            <a:r>
              <a:rPr sz="1500" spc="-5" dirty="0">
                <a:latin typeface="Times New Roman"/>
                <a:cs typeface="Times New Roman"/>
              </a:rPr>
              <a:t>Example:</a:t>
            </a:r>
            <a:endParaRPr sz="1500">
              <a:latin typeface="Times New Roman"/>
              <a:cs typeface="Times New Roman"/>
            </a:endParaRPr>
          </a:p>
          <a:p>
            <a:pPr marL="12700" marR="3481070">
              <a:lnSpc>
                <a:spcPts val="1739"/>
              </a:lnSpc>
              <a:spcBef>
                <a:spcPts val="200"/>
              </a:spcBef>
            </a:pPr>
            <a:r>
              <a:rPr sz="1800" spc="5" dirty="0">
                <a:latin typeface="Arial MT"/>
                <a:cs typeface="Arial MT"/>
              </a:rPr>
              <a:t># </a:t>
            </a:r>
            <a:r>
              <a:rPr sz="1800" dirty="0">
                <a:latin typeface="Arial MT"/>
                <a:cs typeface="Arial MT"/>
              </a:rPr>
              <a:t>Program to depict else </a:t>
            </a:r>
            <a:r>
              <a:rPr sz="1800" spc="5" dirty="0">
                <a:latin typeface="Arial MT"/>
                <a:cs typeface="Arial MT"/>
              </a:rPr>
              <a:t>clause </a:t>
            </a:r>
            <a:r>
              <a:rPr sz="1800" dirty="0">
                <a:latin typeface="Arial MT"/>
                <a:cs typeface="Arial MT"/>
              </a:rPr>
              <a:t>with try-except </a:t>
            </a:r>
            <a:r>
              <a:rPr sz="1800" spc="-490" dirty="0">
                <a:latin typeface="Arial MT"/>
                <a:cs typeface="Arial MT"/>
              </a:rPr>
              <a:t> </a:t>
            </a:r>
            <a:r>
              <a:rPr sz="1800" spc="5" dirty="0">
                <a:latin typeface="Arial MT"/>
                <a:cs typeface="Arial MT"/>
              </a:rPr>
              <a:t>#</a:t>
            </a:r>
            <a:r>
              <a:rPr sz="1800" spc="-5" dirty="0">
                <a:latin typeface="Arial MT"/>
                <a:cs typeface="Arial MT"/>
              </a:rPr>
              <a:t> </a:t>
            </a:r>
            <a:r>
              <a:rPr sz="1800" dirty="0">
                <a:latin typeface="Arial MT"/>
                <a:cs typeface="Arial MT"/>
              </a:rPr>
              <a:t>Python</a:t>
            </a:r>
            <a:r>
              <a:rPr sz="1800" spc="-5" dirty="0">
                <a:latin typeface="Arial MT"/>
                <a:cs typeface="Arial MT"/>
              </a:rPr>
              <a:t> </a:t>
            </a:r>
            <a:r>
              <a:rPr sz="1800" spc="5" dirty="0">
                <a:latin typeface="Arial MT"/>
                <a:cs typeface="Arial MT"/>
              </a:rPr>
              <a:t>3</a:t>
            </a:r>
            <a:endParaRPr sz="1800">
              <a:latin typeface="Arial MT"/>
              <a:cs typeface="Arial MT"/>
            </a:endParaRPr>
          </a:p>
          <a:p>
            <a:pPr marL="12700" marR="5357495">
              <a:lnSpc>
                <a:spcPts val="1739"/>
              </a:lnSpc>
            </a:pPr>
            <a:r>
              <a:rPr sz="1800" spc="5" dirty="0">
                <a:latin typeface="Arial MT"/>
                <a:cs typeface="Arial MT"/>
              </a:rPr>
              <a:t>#</a:t>
            </a:r>
            <a:r>
              <a:rPr sz="1800" spc="-20" dirty="0">
                <a:latin typeface="Arial MT"/>
                <a:cs typeface="Arial MT"/>
              </a:rPr>
              <a:t> </a:t>
            </a:r>
            <a:r>
              <a:rPr sz="1800" dirty="0">
                <a:latin typeface="Arial MT"/>
                <a:cs typeface="Arial MT"/>
              </a:rPr>
              <a:t>Function</a:t>
            </a:r>
            <a:r>
              <a:rPr sz="1800" spc="-20" dirty="0">
                <a:latin typeface="Arial MT"/>
                <a:cs typeface="Arial MT"/>
              </a:rPr>
              <a:t> </a:t>
            </a:r>
            <a:r>
              <a:rPr sz="1800" dirty="0">
                <a:latin typeface="Arial MT"/>
                <a:cs typeface="Arial MT"/>
              </a:rPr>
              <a:t>which</a:t>
            </a:r>
            <a:r>
              <a:rPr sz="1800" spc="-15" dirty="0">
                <a:latin typeface="Arial MT"/>
                <a:cs typeface="Arial MT"/>
              </a:rPr>
              <a:t> </a:t>
            </a:r>
            <a:r>
              <a:rPr sz="1800" spc="5" dirty="0">
                <a:latin typeface="Arial MT"/>
                <a:cs typeface="Arial MT"/>
              </a:rPr>
              <a:t>returns</a:t>
            </a:r>
            <a:r>
              <a:rPr sz="1800" spc="-15" dirty="0">
                <a:latin typeface="Arial MT"/>
                <a:cs typeface="Arial MT"/>
              </a:rPr>
              <a:t> </a:t>
            </a:r>
            <a:r>
              <a:rPr sz="1800" dirty="0">
                <a:latin typeface="Arial MT"/>
                <a:cs typeface="Arial MT"/>
              </a:rPr>
              <a:t>a/b </a:t>
            </a:r>
            <a:r>
              <a:rPr sz="1800" spc="-484" dirty="0">
                <a:latin typeface="Arial MT"/>
                <a:cs typeface="Arial MT"/>
              </a:rPr>
              <a:t> </a:t>
            </a:r>
            <a:r>
              <a:rPr sz="1800" dirty="0">
                <a:latin typeface="Arial MT"/>
                <a:cs typeface="Arial MT"/>
              </a:rPr>
              <a:t>def</a:t>
            </a:r>
            <a:r>
              <a:rPr sz="1800" spc="-105" dirty="0">
                <a:latin typeface="Arial MT"/>
                <a:cs typeface="Arial MT"/>
              </a:rPr>
              <a:t> </a:t>
            </a:r>
            <a:r>
              <a:rPr sz="1800" dirty="0">
                <a:latin typeface="Arial MT"/>
                <a:cs typeface="Arial MT"/>
              </a:rPr>
              <a:t>AbyB(a</a:t>
            </a:r>
            <a:r>
              <a:rPr sz="1800" spc="-5" dirty="0">
                <a:latin typeface="Arial MT"/>
                <a:cs typeface="Arial MT"/>
              </a:rPr>
              <a:t> </a:t>
            </a:r>
            <a:r>
              <a:rPr sz="1800" dirty="0">
                <a:latin typeface="Arial MT"/>
                <a:cs typeface="Arial MT"/>
              </a:rPr>
              <a:t>,</a:t>
            </a:r>
            <a:r>
              <a:rPr sz="1800" spc="-10" dirty="0">
                <a:latin typeface="Arial MT"/>
                <a:cs typeface="Arial MT"/>
              </a:rPr>
              <a:t> </a:t>
            </a:r>
            <a:r>
              <a:rPr sz="1800" spc="-5" dirty="0">
                <a:latin typeface="Arial MT"/>
                <a:cs typeface="Arial MT"/>
              </a:rPr>
              <a:t>b):</a:t>
            </a:r>
            <a:endParaRPr sz="1800">
              <a:latin typeface="Arial MT"/>
              <a:cs typeface="Arial MT"/>
            </a:endParaRPr>
          </a:p>
          <a:p>
            <a:pPr marL="267335">
              <a:lnSpc>
                <a:spcPts val="1540"/>
              </a:lnSpc>
            </a:pPr>
            <a:r>
              <a:rPr sz="1800" spc="-5" dirty="0">
                <a:latin typeface="Arial MT"/>
                <a:cs typeface="Arial MT"/>
              </a:rPr>
              <a:t>try:</a:t>
            </a:r>
            <a:endParaRPr sz="1800">
              <a:latin typeface="Arial MT"/>
              <a:cs typeface="Arial MT"/>
            </a:endParaRPr>
          </a:p>
          <a:p>
            <a:pPr marL="267335" marR="5396865" indent="254635">
              <a:lnSpc>
                <a:spcPts val="1739"/>
              </a:lnSpc>
              <a:spcBef>
                <a:spcPts val="195"/>
              </a:spcBef>
            </a:pPr>
            <a:r>
              <a:rPr sz="1800" spc="5" dirty="0">
                <a:latin typeface="Arial MT"/>
                <a:cs typeface="Arial MT"/>
              </a:rPr>
              <a:t>c = ((a+b) </a:t>
            </a:r>
            <a:r>
              <a:rPr sz="1800" dirty="0">
                <a:latin typeface="Arial MT"/>
                <a:cs typeface="Arial MT"/>
              </a:rPr>
              <a:t>/ </a:t>
            </a:r>
            <a:r>
              <a:rPr sz="1800" spc="5" dirty="0">
                <a:latin typeface="Arial MT"/>
                <a:cs typeface="Arial MT"/>
              </a:rPr>
              <a:t>(a-b)) </a:t>
            </a:r>
            <a:r>
              <a:rPr sz="1800" spc="10" dirty="0">
                <a:latin typeface="Arial MT"/>
                <a:cs typeface="Arial MT"/>
              </a:rPr>
              <a:t> </a:t>
            </a:r>
            <a:r>
              <a:rPr sz="1800" dirty="0">
                <a:latin typeface="Arial MT"/>
                <a:cs typeface="Arial MT"/>
              </a:rPr>
              <a:t>except</a:t>
            </a:r>
            <a:r>
              <a:rPr sz="1800" spc="-65" dirty="0">
                <a:latin typeface="Arial MT"/>
                <a:cs typeface="Arial MT"/>
              </a:rPr>
              <a:t> </a:t>
            </a:r>
            <a:r>
              <a:rPr sz="1800" dirty="0">
                <a:latin typeface="Arial MT"/>
                <a:cs typeface="Arial MT"/>
              </a:rPr>
              <a:t>ZeroDivisionError:</a:t>
            </a:r>
            <a:endParaRPr sz="1800">
              <a:latin typeface="Arial MT"/>
              <a:cs typeface="Arial MT"/>
            </a:endParaRPr>
          </a:p>
          <a:p>
            <a:pPr marL="267335" marR="5525770" indent="254635">
              <a:lnSpc>
                <a:spcPts val="1739"/>
              </a:lnSpc>
            </a:pPr>
            <a:r>
              <a:rPr sz="1800" dirty="0">
                <a:latin typeface="Arial MT"/>
                <a:cs typeface="Arial MT"/>
              </a:rPr>
              <a:t>print</a:t>
            </a:r>
            <a:r>
              <a:rPr sz="1800" spc="-25" dirty="0">
                <a:latin typeface="Arial MT"/>
                <a:cs typeface="Arial MT"/>
              </a:rPr>
              <a:t> </a:t>
            </a:r>
            <a:r>
              <a:rPr sz="1800" spc="5" dirty="0">
                <a:latin typeface="Arial MT"/>
                <a:cs typeface="Arial MT"/>
              </a:rPr>
              <a:t>("a/b</a:t>
            </a:r>
            <a:r>
              <a:rPr sz="1800" spc="-20" dirty="0">
                <a:latin typeface="Arial MT"/>
                <a:cs typeface="Arial MT"/>
              </a:rPr>
              <a:t> </a:t>
            </a:r>
            <a:r>
              <a:rPr sz="1800" spc="5" dirty="0">
                <a:latin typeface="Arial MT"/>
                <a:cs typeface="Arial MT"/>
              </a:rPr>
              <a:t>result</a:t>
            </a:r>
            <a:r>
              <a:rPr sz="1800" spc="-20" dirty="0">
                <a:latin typeface="Arial MT"/>
                <a:cs typeface="Arial MT"/>
              </a:rPr>
              <a:t> </a:t>
            </a:r>
            <a:r>
              <a:rPr sz="1800" dirty="0">
                <a:latin typeface="Arial MT"/>
                <a:cs typeface="Arial MT"/>
              </a:rPr>
              <a:t>in</a:t>
            </a:r>
            <a:r>
              <a:rPr sz="1800" spc="-25" dirty="0">
                <a:latin typeface="Arial MT"/>
                <a:cs typeface="Arial MT"/>
              </a:rPr>
              <a:t> </a:t>
            </a:r>
            <a:r>
              <a:rPr sz="1800" dirty="0">
                <a:latin typeface="Arial MT"/>
                <a:cs typeface="Arial MT"/>
              </a:rPr>
              <a:t>0") </a:t>
            </a:r>
            <a:r>
              <a:rPr sz="1800" spc="-484" dirty="0">
                <a:latin typeface="Arial MT"/>
                <a:cs typeface="Arial MT"/>
              </a:rPr>
              <a:t> </a:t>
            </a:r>
            <a:r>
              <a:rPr sz="1800" dirty="0">
                <a:latin typeface="Arial MT"/>
                <a:cs typeface="Arial MT"/>
              </a:rPr>
              <a:t>else:</a:t>
            </a:r>
            <a:endParaRPr sz="1800">
              <a:latin typeface="Arial MT"/>
              <a:cs typeface="Arial MT"/>
            </a:endParaRPr>
          </a:p>
          <a:p>
            <a:pPr marL="522605">
              <a:lnSpc>
                <a:spcPts val="1750"/>
              </a:lnSpc>
            </a:pPr>
            <a:r>
              <a:rPr sz="1800" dirty="0">
                <a:latin typeface="Arial MT"/>
                <a:cs typeface="Arial MT"/>
              </a:rPr>
              <a:t>print</a:t>
            </a:r>
            <a:r>
              <a:rPr sz="1800" spc="-40" dirty="0">
                <a:latin typeface="Arial MT"/>
                <a:cs typeface="Arial MT"/>
              </a:rPr>
              <a:t> </a:t>
            </a:r>
            <a:r>
              <a:rPr sz="1800" dirty="0">
                <a:latin typeface="Arial MT"/>
                <a:cs typeface="Arial MT"/>
              </a:rPr>
              <a:t>(c)</a:t>
            </a:r>
            <a:endParaRPr sz="1800">
              <a:latin typeface="Arial MT"/>
              <a:cs typeface="Arial MT"/>
            </a:endParaRPr>
          </a:p>
          <a:p>
            <a:pPr marL="12700" marR="4271645">
              <a:lnSpc>
                <a:spcPts val="1739"/>
              </a:lnSpc>
              <a:spcBef>
                <a:spcPts val="1730"/>
              </a:spcBef>
            </a:pPr>
            <a:r>
              <a:rPr sz="1800" spc="5" dirty="0">
                <a:latin typeface="Arial MT"/>
                <a:cs typeface="Arial MT"/>
              </a:rPr>
              <a:t># </a:t>
            </a:r>
            <a:r>
              <a:rPr sz="1800" dirty="0">
                <a:latin typeface="Arial MT"/>
                <a:cs typeface="Arial MT"/>
              </a:rPr>
              <a:t>Driver program to test above function </a:t>
            </a:r>
            <a:r>
              <a:rPr sz="1800" spc="-490" dirty="0">
                <a:latin typeface="Arial MT"/>
                <a:cs typeface="Arial MT"/>
              </a:rPr>
              <a:t> </a:t>
            </a:r>
            <a:r>
              <a:rPr sz="1800" dirty="0">
                <a:latin typeface="Arial MT"/>
                <a:cs typeface="Arial MT"/>
              </a:rPr>
              <a:t>AbyB(2.0,</a:t>
            </a:r>
            <a:r>
              <a:rPr sz="1800" spc="-10" dirty="0">
                <a:latin typeface="Arial MT"/>
                <a:cs typeface="Arial MT"/>
              </a:rPr>
              <a:t> </a:t>
            </a:r>
            <a:r>
              <a:rPr sz="1800" dirty="0">
                <a:latin typeface="Arial MT"/>
                <a:cs typeface="Arial MT"/>
              </a:rPr>
              <a:t>3.0)</a:t>
            </a:r>
            <a:endParaRPr sz="1800">
              <a:latin typeface="Arial MT"/>
              <a:cs typeface="Arial MT"/>
            </a:endParaRPr>
          </a:p>
          <a:p>
            <a:pPr marL="12700">
              <a:lnSpc>
                <a:spcPts val="1540"/>
              </a:lnSpc>
            </a:pPr>
            <a:r>
              <a:rPr sz="1800" dirty="0">
                <a:latin typeface="Arial MT"/>
                <a:cs typeface="Arial MT"/>
              </a:rPr>
              <a:t>AbyB(3.0,</a:t>
            </a:r>
            <a:r>
              <a:rPr sz="1800" spc="-90" dirty="0">
                <a:latin typeface="Arial MT"/>
                <a:cs typeface="Arial MT"/>
              </a:rPr>
              <a:t> </a:t>
            </a:r>
            <a:r>
              <a:rPr sz="1800" dirty="0">
                <a:latin typeface="Arial MT"/>
                <a:cs typeface="Arial MT"/>
              </a:rPr>
              <a:t>3.0)</a:t>
            </a:r>
            <a:endParaRPr sz="1800">
              <a:latin typeface="Arial MT"/>
              <a:cs typeface="Arial MT"/>
            </a:endParaRPr>
          </a:p>
          <a:p>
            <a:pPr marL="12700">
              <a:lnSpc>
                <a:spcPts val="1739"/>
              </a:lnSpc>
            </a:pPr>
            <a:r>
              <a:rPr sz="1800" b="1" dirty="0">
                <a:latin typeface="Arial"/>
                <a:cs typeface="Arial"/>
              </a:rPr>
              <a:t>Output:</a:t>
            </a:r>
            <a:endParaRPr sz="1800">
              <a:latin typeface="Arial"/>
              <a:cs typeface="Arial"/>
            </a:endParaRPr>
          </a:p>
          <a:p>
            <a:pPr marL="12700">
              <a:lnSpc>
                <a:spcPts val="1739"/>
              </a:lnSpc>
            </a:pPr>
            <a:r>
              <a:rPr sz="1800" spc="5" dirty="0">
                <a:latin typeface="Arial MT"/>
                <a:cs typeface="Arial MT"/>
              </a:rPr>
              <a:t>-5.0</a:t>
            </a:r>
            <a:endParaRPr sz="1800">
              <a:latin typeface="Arial MT"/>
              <a:cs typeface="Arial MT"/>
            </a:endParaRPr>
          </a:p>
          <a:p>
            <a:pPr marL="12700">
              <a:lnSpc>
                <a:spcPts val="1950"/>
              </a:lnSpc>
            </a:pPr>
            <a:r>
              <a:rPr sz="1800" dirty="0">
                <a:latin typeface="Arial MT"/>
                <a:cs typeface="Arial MT"/>
              </a:rPr>
              <a:t>a/b</a:t>
            </a:r>
            <a:r>
              <a:rPr sz="1800" spc="-25" dirty="0">
                <a:latin typeface="Arial MT"/>
                <a:cs typeface="Arial MT"/>
              </a:rPr>
              <a:t> </a:t>
            </a:r>
            <a:r>
              <a:rPr sz="1800" spc="5" dirty="0">
                <a:latin typeface="Arial MT"/>
                <a:cs typeface="Arial MT"/>
              </a:rPr>
              <a:t>result</a:t>
            </a:r>
            <a:r>
              <a:rPr sz="1800" spc="-20" dirty="0">
                <a:latin typeface="Arial MT"/>
                <a:cs typeface="Arial MT"/>
              </a:rPr>
              <a:t> </a:t>
            </a:r>
            <a:r>
              <a:rPr sz="1800" dirty="0">
                <a:latin typeface="Arial MT"/>
                <a:cs typeface="Arial MT"/>
              </a:rPr>
              <a:t>in</a:t>
            </a:r>
            <a:r>
              <a:rPr sz="1800" spc="-20" dirty="0">
                <a:latin typeface="Arial MT"/>
                <a:cs typeface="Arial MT"/>
              </a:rPr>
              <a:t> </a:t>
            </a:r>
            <a:r>
              <a:rPr sz="1800" spc="5" dirty="0">
                <a:latin typeface="Arial MT"/>
                <a:cs typeface="Arial MT"/>
              </a:rPr>
              <a:t>0</a:t>
            </a:r>
            <a:endParaRPr sz="1800">
              <a:latin typeface="Arial MT"/>
              <a:cs typeface="Arial MT"/>
            </a:endParaRP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44500" y="176818"/>
            <a:ext cx="4779645" cy="519430"/>
          </a:xfrm>
          <a:prstGeom prst="rect">
            <a:avLst/>
          </a:prstGeom>
        </p:spPr>
        <p:txBody>
          <a:bodyPr vert="horz" wrap="square" lIns="0" tIns="17780" rIns="0" bIns="0" rtlCol="0">
            <a:spAutoFit/>
          </a:bodyPr>
          <a:lstStyle/>
          <a:p>
            <a:pPr marL="12700">
              <a:lnSpc>
                <a:spcPct val="100000"/>
              </a:lnSpc>
              <a:spcBef>
                <a:spcPts val="140"/>
              </a:spcBef>
            </a:pPr>
            <a:r>
              <a:rPr sz="3200" spc="5" dirty="0"/>
              <a:t>Finally</a:t>
            </a:r>
            <a:r>
              <a:rPr sz="3200" spc="-15" dirty="0"/>
              <a:t> </a:t>
            </a:r>
            <a:r>
              <a:rPr sz="3200" spc="10" dirty="0"/>
              <a:t>Keyword</a:t>
            </a:r>
            <a:r>
              <a:rPr sz="3200" spc="-15" dirty="0"/>
              <a:t> </a:t>
            </a:r>
            <a:r>
              <a:rPr sz="3200" spc="10" dirty="0"/>
              <a:t>in</a:t>
            </a:r>
            <a:r>
              <a:rPr sz="3200" spc="-10" dirty="0"/>
              <a:t> </a:t>
            </a:r>
            <a:r>
              <a:rPr sz="3200" spc="15" dirty="0"/>
              <a:t>Python</a:t>
            </a:r>
            <a:endParaRPr sz="3200"/>
          </a:p>
        </p:txBody>
      </p:sp>
      <p:sp>
        <p:nvSpPr>
          <p:cNvPr id="3" name="object 3"/>
          <p:cNvSpPr txBox="1"/>
          <p:nvPr/>
        </p:nvSpPr>
        <p:spPr>
          <a:xfrm>
            <a:off x="679585" y="838649"/>
            <a:ext cx="8025130" cy="3591560"/>
          </a:xfrm>
          <a:prstGeom prst="rect">
            <a:avLst/>
          </a:prstGeom>
        </p:spPr>
        <p:txBody>
          <a:bodyPr vert="horz" wrap="square" lIns="0" tIns="12700" rIns="0" bIns="0" rtlCol="0">
            <a:spAutoFit/>
          </a:bodyPr>
          <a:lstStyle/>
          <a:p>
            <a:pPr marL="241300" marR="5080" indent="-201930" algn="just">
              <a:lnSpc>
                <a:spcPct val="100000"/>
              </a:lnSpc>
              <a:spcBef>
                <a:spcPts val="100"/>
              </a:spcBef>
              <a:buClr>
                <a:srgbClr val="595959"/>
              </a:buClr>
              <a:buSzPct val="77777"/>
              <a:buChar char="•"/>
              <a:tabLst>
                <a:tab pos="241300" algn="l"/>
              </a:tabLst>
            </a:pPr>
            <a:r>
              <a:rPr sz="1800" spc="-5" dirty="0">
                <a:latin typeface="Arial MT"/>
                <a:cs typeface="Arial MT"/>
              </a:rPr>
              <a:t>Python provides </a:t>
            </a:r>
            <a:r>
              <a:rPr sz="1800" dirty="0">
                <a:latin typeface="Arial MT"/>
                <a:cs typeface="Arial MT"/>
              </a:rPr>
              <a:t>a keyword </a:t>
            </a:r>
            <a:r>
              <a:rPr sz="1800" u="heavy" spc="-5" dirty="0">
                <a:uFill>
                  <a:solidFill>
                    <a:srgbClr val="000000"/>
                  </a:solidFill>
                </a:uFill>
                <a:latin typeface="Arial MT"/>
                <a:cs typeface="Arial MT"/>
              </a:rPr>
              <a:t>finally</a:t>
            </a:r>
            <a:r>
              <a:rPr sz="1800" spc="-5" dirty="0">
                <a:latin typeface="Arial MT"/>
                <a:cs typeface="Arial MT"/>
              </a:rPr>
              <a:t>, which is always executed after the try and </a:t>
            </a:r>
            <a:r>
              <a:rPr sz="1800" spc="-490" dirty="0">
                <a:latin typeface="Arial MT"/>
                <a:cs typeface="Arial MT"/>
              </a:rPr>
              <a:t> </a:t>
            </a:r>
            <a:r>
              <a:rPr sz="1800" spc="-5" dirty="0">
                <a:latin typeface="Arial MT"/>
                <a:cs typeface="Arial MT"/>
              </a:rPr>
              <a:t>except blocks. The final block always executes after normal termination of try </a:t>
            </a:r>
            <a:r>
              <a:rPr sz="1800" spc="-490" dirty="0">
                <a:latin typeface="Arial MT"/>
                <a:cs typeface="Arial MT"/>
              </a:rPr>
              <a:t> </a:t>
            </a:r>
            <a:r>
              <a:rPr sz="1800" spc="-5" dirty="0">
                <a:latin typeface="Arial MT"/>
                <a:cs typeface="Arial MT"/>
              </a:rPr>
              <a:t>block</a:t>
            </a:r>
            <a:r>
              <a:rPr sz="1800" spc="-10" dirty="0">
                <a:latin typeface="Arial MT"/>
                <a:cs typeface="Arial MT"/>
              </a:rPr>
              <a:t> </a:t>
            </a:r>
            <a:r>
              <a:rPr sz="1800" spc="-5" dirty="0">
                <a:latin typeface="Arial MT"/>
                <a:cs typeface="Arial MT"/>
              </a:rPr>
              <a:t>or after try</a:t>
            </a:r>
            <a:r>
              <a:rPr sz="1800" spc="-10" dirty="0">
                <a:latin typeface="Arial MT"/>
                <a:cs typeface="Arial MT"/>
              </a:rPr>
              <a:t> </a:t>
            </a:r>
            <a:r>
              <a:rPr sz="1800" spc="-5" dirty="0">
                <a:latin typeface="Arial MT"/>
                <a:cs typeface="Arial MT"/>
              </a:rPr>
              <a:t>block terminates due</a:t>
            </a:r>
            <a:r>
              <a:rPr sz="1800" spc="-10" dirty="0">
                <a:latin typeface="Arial MT"/>
                <a:cs typeface="Arial MT"/>
              </a:rPr>
              <a:t> </a:t>
            </a:r>
            <a:r>
              <a:rPr sz="1800" spc="-5" dirty="0">
                <a:latin typeface="Arial MT"/>
                <a:cs typeface="Arial MT"/>
              </a:rPr>
              <a:t>to </a:t>
            </a:r>
            <a:r>
              <a:rPr sz="1800" dirty="0">
                <a:latin typeface="Arial MT"/>
                <a:cs typeface="Arial MT"/>
              </a:rPr>
              <a:t>some</a:t>
            </a:r>
            <a:r>
              <a:rPr sz="1800" spc="-5" dirty="0">
                <a:latin typeface="Arial MT"/>
                <a:cs typeface="Arial MT"/>
              </a:rPr>
              <a:t> exception.</a:t>
            </a:r>
            <a:endParaRPr sz="1800">
              <a:latin typeface="Arial MT"/>
              <a:cs typeface="Arial MT"/>
            </a:endParaRPr>
          </a:p>
          <a:p>
            <a:pPr marL="12700">
              <a:lnSpc>
                <a:spcPct val="100000"/>
              </a:lnSpc>
            </a:pPr>
            <a:r>
              <a:rPr sz="1800" b="1" spc="-5" dirty="0">
                <a:latin typeface="Arial"/>
                <a:cs typeface="Arial"/>
              </a:rPr>
              <a:t>Syntax:</a:t>
            </a:r>
            <a:endParaRPr sz="1800">
              <a:latin typeface="Arial"/>
              <a:cs typeface="Arial"/>
            </a:endParaRPr>
          </a:p>
          <a:p>
            <a:pPr marL="12700">
              <a:lnSpc>
                <a:spcPct val="100000"/>
              </a:lnSpc>
            </a:pPr>
            <a:r>
              <a:rPr sz="1800" spc="-5" dirty="0">
                <a:latin typeface="Arial MT"/>
                <a:cs typeface="Arial MT"/>
              </a:rPr>
              <a:t>try:</a:t>
            </a:r>
            <a:endParaRPr sz="1800">
              <a:latin typeface="Arial MT"/>
              <a:cs typeface="Arial MT"/>
            </a:endParaRPr>
          </a:p>
          <a:p>
            <a:pPr marL="12700" marR="6355080">
              <a:lnSpc>
                <a:spcPct val="100000"/>
              </a:lnSpc>
            </a:pPr>
            <a:r>
              <a:rPr sz="1800" dirty="0">
                <a:latin typeface="Arial MT"/>
                <a:cs typeface="Arial MT"/>
              </a:rPr>
              <a:t>#</a:t>
            </a:r>
            <a:r>
              <a:rPr sz="1800" spc="-50" dirty="0">
                <a:latin typeface="Arial MT"/>
                <a:cs typeface="Arial MT"/>
              </a:rPr>
              <a:t> </a:t>
            </a:r>
            <a:r>
              <a:rPr sz="1800" spc="-5" dirty="0">
                <a:latin typeface="Arial MT"/>
                <a:cs typeface="Arial MT"/>
              </a:rPr>
              <a:t>Some</a:t>
            </a:r>
            <a:r>
              <a:rPr sz="1800" spc="-55" dirty="0">
                <a:latin typeface="Arial MT"/>
                <a:cs typeface="Arial MT"/>
              </a:rPr>
              <a:t> </a:t>
            </a:r>
            <a:r>
              <a:rPr sz="1800" spc="-5" dirty="0">
                <a:latin typeface="Arial MT"/>
                <a:cs typeface="Arial MT"/>
              </a:rPr>
              <a:t>Code.... </a:t>
            </a:r>
            <a:r>
              <a:rPr sz="1800" spc="-484" dirty="0">
                <a:latin typeface="Arial MT"/>
                <a:cs typeface="Arial MT"/>
              </a:rPr>
              <a:t> </a:t>
            </a:r>
            <a:r>
              <a:rPr sz="1800" spc="-5" dirty="0">
                <a:latin typeface="Arial MT"/>
                <a:cs typeface="Arial MT"/>
              </a:rPr>
              <a:t>except:</a:t>
            </a:r>
            <a:endParaRPr sz="1800">
              <a:latin typeface="Arial MT"/>
              <a:cs typeface="Arial MT"/>
            </a:endParaRPr>
          </a:p>
          <a:p>
            <a:pPr marL="12700">
              <a:lnSpc>
                <a:spcPct val="100000"/>
              </a:lnSpc>
            </a:pPr>
            <a:r>
              <a:rPr sz="1800" dirty="0">
                <a:latin typeface="Arial MT"/>
                <a:cs typeface="Arial MT"/>
              </a:rPr>
              <a:t>#</a:t>
            </a:r>
            <a:r>
              <a:rPr sz="1800" spc="-35" dirty="0">
                <a:latin typeface="Arial MT"/>
                <a:cs typeface="Arial MT"/>
              </a:rPr>
              <a:t> </a:t>
            </a:r>
            <a:r>
              <a:rPr sz="1800" spc="-5" dirty="0">
                <a:latin typeface="Arial MT"/>
                <a:cs typeface="Arial MT"/>
              </a:rPr>
              <a:t>optional</a:t>
            </a:r>
            <a:r>
              <a:rPr sz="1800" spc="-35" dirty="0">
                <a:latin typeface="Arial MT"/>
                <a:cs typeface="Arial MT"/>
              </a:rPr>
              <a:t> </a:t>
            </a:r>
            <a:r>
              <a:rPr sz="1800" spc="-5" dirty="0">
                <a:latin typeface="Arial MT"/>
                <a:cs typeface="Arial MT"/>
              </a:rPr>
              <a:t>block</a:t>
            </a:r>
            <a:endParaRPr sz="1800">
              <a:latin typeface="Arial MT"/>
              <a:cs typeface="Arial MT"/>
            </a:endParaRPr>
          </a:p>
          <a:p>
            <a:pPr marL="12700" marR="4384675">
              <a:lnSpc>
                <a:spcPct val="100000"/>
              </a:lnSpc>
            </a:pPr>
            <a:r>
              <a:rPr sz="1800" dirty="0">
                <a:latin typeface="Arial MT"/>
                <a:cs typeface="Arial MT"/>
              </a:rPr>
              <a:t>#</a:t>
            </a:r>
            <a:r>
              <a:rPr sz="1800" spc="-25" dirty="0">
                <a:latin typeface="Arial MT"/>
                <a:cs typeface="Arial MT"/>
              </a:rPr>
              <a:t> </a:t>
            </a:r>
            <a:r>
              <a:rPr sz="1800" spc="-5" dirty="0">
                <a:latin typeface="Arial MT"/>
                <a:cs typeface="Arial MT"/>
              </a:rPr>
              <a:t>Handling</a:t>
            </a:r>
            <a:r>
              <a:rPr sz="1800" spc="-20" dirty="0">
                <a:latin typeface="Arial MT"/>
                <a:cs typeface="Arial MT"/>
              </a:rPr>
              <a:t> </a:t>
            </a:r>
            <a:r>
              <a:rPr sz="1800" spc="-5" dirty="0">
                <a:latin typeface="Arial MT"/>
                <a:cs typeface="Arial MT"/>
              </a:rPr>
              <a:t>of</a:t>
            </a:r>
            <a:r>
              <a:rPr sz="1800" spc="-20" dirty="0">
                <a:latin typeface="Arial MT"/>
                <a:cs typeface="Arial MT"/>
              </a:rPr>
              <a:t> </a:t>
            </a:r>
            <a:r>
              <a:rPr sz="1800" spc="-5" dirty="0">
                <a:latin typeface="Arial MT"/>
                <a:cs typeface="Arial MT"/>
              </a:rPr>
              <a:t>exception</a:t>
            </a:r>
            <a:r>
              <a:rPr sz="1800" spc="-25" dirty="0">
                <a:latin typeface="Arial MT"/>
                <a:cs typeface="Arial MT"/>
              </a:rPr>
              <a:t> </a:t>
            </a:r>
            <a:r>
              <a:rPr sz="1800" dirty="0">
                <a:latin typeface="Arial MT"/>
                <a:cs typeface="Arial MT"/>
              </a:rPr>
              <a:t>(if</a:t>
            </a:r>
            <a:r>
              <a:rPr sz="1800" spc="-20" dirty="0">
                <a:latin typeface="Arial MT"/>
                <a:cs typeface="Arial MT"/>
              </a:rPr>
              <a:t> </a:t>
            </a:r>
            <a:r>
              <a:rPr sz="1800" dirty="0">
                <a:latin typeface="Arial MT"/>
                <a:cs typeface="Arial MT"/>
              </a:rPr>
              <a:t>required) </a:t>
            </a:r>
            <a:r>
              <a:rPr sz="1800" spc="-484" dirty="0">
                <a:latin typeface="Arial MT"/>
                <a:cs typeface="Arial MT"/>
              </a:rPr>
              <a:t> </a:t>
            </a:r>
            <a:r>
              <a:rPr sz="1800" spc="-5" dirty="0">
                <a:latin typeface="Arial MT"/>
                <a:cs typeface="Arial MT"/>
              </a:rPr>
              <a:t>else:</a:t>
            </a:r>
            <a:endParaRPr sz="1800">
              <a:latin typeface="Arial MT"/>
              <a:cs typeface="Arial MT"/>
            </a:endParaRPr>
          </a:p>
          <a:p>
            <a:pPr marL="12700" marR="4768850">
              <a:lnSpc>
                <a:spcPct val="100000"/>
              </a:lnSpc>
            </a:pPr>
            <a:r>
              <a:rPr sz="1800" dirty="0">
                <a:latin typeface="Arial MT"/>
                <a:cs typeface="Arial MT"/>
              </a:rPr>
              <a:t># </a:t>
            </a:r>
            <a:r>
              <a:rPr sz="1800" spc="-5" dirty="0">
                <a:latin typeface="Arial MT"/>
                <a:cs typeface="Arial MT"/>
              </a:rPr>
              <a:t>execute if no exception finally: </a:t>
            </a:r>
            <a:r>
              <a:rPr sz="1800" spc="-490" dirty="0">
                <a:latin typeface="Arial MT"/>
                <a:cs typeface="Arial MT"/>
              </a:rPr>
              <a:t> </a:t>
            </a:r>
            <a:r>
              <a:rPr sz="1800" dirty="0">
                <a:latin typeface="Arial MT"/>
                <a:cs typeface="Arial MT"/>
              </a:rPr>
              <a:t>#</a:t>
            </a:r>
            <a:r>
              <a:rPr sz="1800" spc="-10" dirty="0">
                <a:latin typeface="Arial MT"/>
                <a:cs typeface="Arial MT"/>
              </a:rPr>
              <a:t> </a:t>
            </a:r>
            <a:r>
              <a:rPr sz="1800" spc="-5" dirty="0">
                <a:latin typeface="Arial MT"/>
                <a:cs typeface="Arial MT"/>
              </a:rPr>
              <a:t>Some</a:t>
            </a:r>
            <a:r>
              <a:rPr sz="1800" spc="-15" dirty="0">
                <a:latin typeface="Arial MT"/>
                <a:cs typeface="Arial MT"/>
              </a:rPr>
              <a:t> </a:t>
            </a:r>
            <a:r>
              <a:rPr sz="1800" dirty="0">
                <a:latin typeface="Arial MT"/>
                <a:cs typeface="Arial MT"/>
              </a:rPr>
              <a:t>code</a:t>
            </a:r>
            <a:r>
              <a:rPr sz="1800" spc="-10" dirty="0">
                <a:latin typeface="Arial MT"/>
                <a:cs typeface="Arial MT"/>
              </a:rPr>
              <a:t> </a:t>
            </a:r>
            <a:r>
              <a:rPr sz="1800" spc="-5" dirty="0">
                <a:latin typeface="Arial MT"/>
                <a:cs typeface="Arial MT"/>
              </a:rPr>
              <a:t>.....</a:t>
            </a:r>
            <a:endParaRPr sz="1800">
              <a:latin typeface="Arial MT"/>
              <a:cs typeface="Arial MT"/>
            </a:endParaRPr>
          </a:p>
          <a:p>
            <a:pPr marL="12700">
              <a:lnSpc>
                <a:spcPct val="100000"/>
              </a:lnSpc>
            </a:pPr>
            <a:r>
              <a:rPr sz="1800" dirty="0">
                <a:latin typeface="Arial MT"/>
                <a:cs typeface="Arial MT"/>
              </a:rPr>
              <a:t>(always</a:t>
            </a:r>
            <a:r>
              <a:rPr sz="1800" spc="-55" dirty="0">
                <a:latin typeface="Arial MT"/>
                <a:cs typeface="Arial MT"/>
              </a:rPr>
              <a:t> </a:t>
            </a:r>
            <a:r>
              <a:rPr sz="1800" spc="-5" dirty="0">
                <a:latin typeface="Arial MT"/>
                <a:cs typeface="Arial MT"/>
              </a:rPr>
              <a:t>executed)</a:t>
            </a:r>
            <a:endParaRPr sz="1800">
              <a:latin typeface="Arial MT"/>
              <a:cs typeface="Arial MT"/>
            </a:endParaRP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34550" y="145712"/>
            <a:ext cx="3949065" cy="513080"/>
          </a:xfrm>
          <a:prstGeom prst="rect">
            <a:avLst/>
          </a:prstGeom>
        </p:spPr>
        <p:txBody>
          <a:bodyPr vert="horz" wrap="square" lIns="0" tIns="12700" rIns="0" bIns="0" rtlCol="0">
            <a:spAutoFit/>
          </a:bodyPr>
          <a:lstStyle/>
          <a:p>
            <a:pPr marL="12700">
              <a:lnSpc>
                <a:spcPct val="100000"/>
              </a:lnSpc>
              <a:spcBef>
                <a:spcPts val="100"/>
              </a:spcBef>
            </a:pPr>
            <a:r>
              <a:rPr sz="3200" spc="345" dirty="0">
                <a:latin typeface="Cambria"/>
                <a:cs typeface="Cambria"/>
              </a:rPr>
              <a:t>Example</a:t>
            </a:r>
            <a:r>
              <a:rPr sz="3200" spc="100" dirty="0">
                <a:latin typeface="Cambria"/>
                <a:cs typeface="Cambria"/>
              </a:rPr>
              <a:t> </a:t>
            </a:r>
            <a:r>
              <a:rPr sz="3200" spc="275" dirty="0">
                <a:latin typeface="Cambria"/>
                <a:cs typeface="Cambria"/>
              </a:rPr>
              <a:t>Program</a:t>
            </a:r>
            <a:endParaRPr sz="3200">
              <a:latin typeface="Cambria"/>
              <a:cs typeface="Cambria"/>
            </a:endParaRPr>
          </a:p>
        </p:txBody>
      </p:sp>
      <p:sp>
        <p:nvSpPr>
          <p:cNvPr id="3" name="object 3"/>
          <p:cNvSpPr txBox="1"/>
          <p:nvPr/>
        </p:nvSpPr>
        <p:spPr>
          <a:xfrm>
            <a:off x="1002718" y="837598"/>
            <a:ext cx="4178935" cy="3476625"/>
          </a:xfrm>
          <a:prstGeom prst="rect">
            <a:avLst/>
          </a:prstGeom>
        </p:spPr>
        <p:txBody>
          <a:bodyPr vert="horz" wrap="square" lIns="0" tIns="14605" rIns="0" bIns="0" rtlCol="0">
            <a:spAutoFit/>
          </a:bodyPr>
          <a:lstStyle/>
          <a:p>
            <a:pPr marL="12700">
              <a:lnSpc>
                <a:spcPts val="1889"/>
              </a:lnSpc>
              <a:spcBef>
                <a:spcPts val="115"/>
              </a:spcBef>
            </a:pPr>
            <a:r>
              <a:rPr sz="1650" spc="5" dirty="0">
                <a:latin typeface="Arial MT"/>
                <a:cs typeface="Arial MT"/>
              </a:rPr>
              <a:t>#</a:t>
            </a:r>
            <a:r>
              <a:rPr sz="1650" spc="-5" dirty="0">
                <a:latin typeface="Arial MT"/>
                <a:cs typeface="Arial MT"/>
              </a:rPr>
              <a:t> </a:t>
            </a:r>
            <a:r>
              <a:rPr sz="1650" dirty="0">
                <a:latin typeface="Arial MT"/>
                <a:cs typeface="Arial MT"/>
              </a:rPr>
              <a:t>Python</a:t>
            </a:r>
            <a:r>
              <a:rPr sz="1650" spc="-5" dirty="0">
                <a:latin typeface="Arial MT"/>
                <a:cs typeface="Arial MT"/>
              </a:rPr>
              <a:t> </a:t>
            </a:r>
            <a:r>
              <a:rPr sz="1650" dirty="0">
                <a:latin typeface="Arial MT"/>
                <a:cs typeface="Arial MT"/>
              </a:rPr>
              <a:t>program to demonstrate finally</a:t>
            </a:r>
            <a:endParaRPr sz="1650">
              <a:latin typeface="Arial MT"/>
              <a:cs typeface="Arial MT"/>
            </a:endParaRPr>
          </a:p>
          <a:p>
            <a:pPr marL="12700" marR="5080" indent="58419">
              <a:lnSpc>
                <a:spcPts val="1800"/>
              </a:lnSpc>
              <a:spcBef>
                <a:spcPts val="120"/>
              </a:spcBef>
            </a:pPr>
            <a:r>
              <a:rPr sz="1650" spc="5" dirty="0">
                <a:latin typeface="Arial MT"/>
                <a:cs typeface="Arial MT"/>
              </a:rPr>
              <a:t># No </a:t>
            </a:r>
            <a:r>
              <a:rPr sz="1650" dirty="0">
                <a:latin typeface="Arial MT"/>
                <a:cs typeface="Arial MT"/>
              </a:rPr>
              <a:t>exception Exception </a:t>
            </a:r>
            <a:r>
              <a:rPr sz="1650" spc="5" dirty="0">
                <a:latin typeface="Arial MT"/>
                <a:cs typeface="Arial MT"/>
              </a:rPr>
              <a:t>raised </a:t>
            </a:r>
            <a:r>
              <a:rPr sz="1650" dirty="0">
                <a:latin typeface="Arial MT"/>
                <a:cs typeface="Arial MT"/>
              </a:rPr>
              <a:t>in try block </a:t>
            </a:r>
            <a:r>
              <a:rPr sz="1650" spc="-445" dirty="0">
                <a:latin typeface="Arial MT"/>
                <a:cs typeface="Arial MT"/>
              </a:rPr>
              <a:t> </a:t>
            </a:r>
            <a:r>
              <a:rPr sz="1650" dirty="0">
                <a:latin typeface="Arial MT"/>
                <a:cs typeface="Arial MT"/>
              </a:rPr>
              <a:t>try:</a:t>
            </a:r>
            <a:endParaRPr sz="1650">
              <a:latin typeface="Arial MT"/>
              <a:cs typeface="Arial MT"/>
            </a:endParaRPr>
          </a:p>
          <a:p>
            <a:pPr marL="12700">
              <a:lnSpc>
                <a:spcPts val="1675"/>
              </a:lnSpc>
            </a:pPr>
            <a:r>
              <a:rPr sz="1650" spc="5" dirty="0">
                <a:latin typeface="Arial MT"/>
                <a:cs typeface="Arial MT"/>
              </a:rPr>
              <a:t>k</a:t>
            </a:r>
            <a:r>
              <a:rPr sz="1650" spc="-5" dirty="0">
                <a:latin typeface="Arial MT"/>
                <a:cs typeface="Arial MT"/>
              </a:rPr>
              <a:t> </a:t>
            </a:r>
            <a:r>
              <a:rPr sz="1650" spc="5" dirty="0">
                <a:latin typeface="Arial MT"/>
                <a:cs typeface="Arial MT"/>
              </a:rPr>
              <a:t>=</a:t>
            </a:r>
            <a:r>
              <a:rPr sz="1650" spc="-10" dirty="0">
                <a:latin typeface="Arial MT"/>
                <a:cs typeface="Arial MT"/>
              </a:rPr>
              <a:t> </a:t>
            </a:r>
            <a:r>
              <a:rPr sz="1650" dirty="0">
                <a:latin typeface="Arial MT"/>
                <a:cs typeface="Arial MT"/>
              </a:rPr>
              <a:t>5//0  </a:t>
            </a:r>
            <a:r>
              <a:rPr sz="1650" spc="5" dirty="0">
                <a:latin typeface="Arial MT"/>
                <a:cs typeface="Arial MT"/>
              </a:rPr>
              <a:t>#</a:t>
            </a:r>
            <a:r>
              <a:rPr sz="1650" dirty="0">
                <a:latin typeface="Arial MT"/>
                <a:cs typeface="Arial MT"/>
              </a:rPr>
              <a:t> </a:t>
            </a:r>
            <a:r>
              <a:rPr sz="1650" spc="5" dirty="0">
                <a:latin typeface="Arial MT"/>
                <a:cs typeface="Arial MT"/>
              </a:rPr>
              <a:t>raises</a:t>
            </a:r>
            <a:r>
              <a:rPr sz="1650" spc="-5" dirty="0">
                <a:latin typeface="Arial MT"/>
                <a:cs typeface="Arial MT"/>
              </a:rPr>
              <a:t> </a:t>
            </a:r>
            <a:r>
              <a:rPr sz="1650" dirty="0">
                <a:latin typeface="Arial MT"/>
                <a:cs typeface="Arial MT"/>
              </a:rPr>
              <a:t>divide </a:t>
            </a:r>
            <a:r>
              <a:rPr sz="1650" spc="5" dirty="0">
                <a:latin typeface="Arial MT"/>
                <a:cs typeface="Arial MT"/>
              </a:rPr>
              <a:t>by</a:t>
            </a:r>
            <a:r>
              <a:rPr sz="1650" spc="-5" dirty="0">
                <a:latin typeface="Arial MT"/>
                <a:cs typeface="Arial MT"/>
              </a:rPr>
              <a:t> </a:t>
            </a:r>
            <a:r>
              <a:rPr sz="1650" spc="5" dirty="0">
                <a:latin typeface="Arial MT"/>
                <a:cs typeface="Arial MT"/>
              </a:rPr>
              <a:t>zero</a:t>
            </a:r>
            <a:r>
              <a:rPr sz="1650" dirty="0">
                <a:latin typeface="Arial MT"/>
                <a:cs typeface="Arial MT"/>
              </a:rPr>
              <a:t> exception.</a:t>
            </a:r>
            <a:endParaRPr sz="1650">
              <a:latin typeface="Arial MT"/>
              <a:cs typeface="Arial MT"/>
            </a:endParaRPr>
          </a:p>
          <a:p>
            <a:pPr marL="12700">
              <a:lnSpc>
                <a:spcPts val="1800"/>
              </a:lnSpc>
            </a:pPr>
            <a:r>
              <a:rPr sz="1650" dirty="0">
                <a:latin typeface="Arial MT"/>
                <a:cs typeface="Arial MT"/>
              </a:rPr>
              <a:t>print(k)</a:t>
            </a:r>
            <a:endParaRPr sz="1650">
              <a:latin typeface="Arial MT"/>
              <a:cs typeface="Arial MT"/>
            </a:endParaRPr>
          </a:p>
          <a:p>
            <a:pPr marL="12700" marR="1044575" indent="58419">
              <a:lnSpc>
                <a:spcPts val="1800"/>
              </a:lnSpc>
              <a:spcBef>
                <a:spcPts val="114"/>
              </a:spcBef>
            </a:pPr>
            <a:r>
              <a:rPr sz="1650" spc="5" dirty="0">
                <a:latin typeface="Arial MT"/>
                <a:cs typeface="Arial MT"/>
              </a:rPr>
              <a:t># </a:t>
            </a:r>
            <a:r>
              <a:rPr sz="1650" dirty="0">
                <a:latin typeface="Arial MT"/>
                <a:cs typeface="Arial MT"/>
              </a:rPr>
              <a:t>handles </a:t>
            </a:r>
            <a:r>
              <a:rPr sz="1650" spc="5" dirty="0">
                <a:latin typeface="Arial MT"/>
                <a:cs typeface="Arial MT"/>
              </a:rPr>
              <a:t>zerodivision </a:t>
            </a:r>
            <a:r>
              <a:rPr sz="1650" dirty="0">
                <a:latin typeface="Arial MT"/>
                <a:cs typeface="Arial MT"/>
              </a:rPr>
              <a:t>exception </a:t>
            </a:r>
            <a:r>
              <a:rPr sz="1650" spc="-445" dirty="0">
                <a:latin typeface="Arial MT"/>
                <a:cs typeface="Arial MT"/>
              </a:rPr>
              <a:t> </a:t>
            </a:r>
            <a:r>
              <a:rPr sz="1650" dirty="0">
                <a:latin typeface="Arial MT"/>
                <a:cs typeface="Arial MT"/>
              </a:rPr>
              <a:t>except ZeroDivisionError: </a:t>
            </a:r>
            <a:r>
              <a:rPr sz="1650" spc="5" dirty="0">
                <a:latin typeface="Arial MT"/>
                <a:cs typeface="Arial MT"/>
              </a:rPr>
              <a:t> </a:t>
            </a:r>
            <a:r>
              <a:rPr sz="1650" dirty="0">
                <a:latin typeface="Arial MT"/>
                <a:cs typeface="Arial MT"/>
              </a:rPr>
              <a:t>print("Can't divide </a:t>
            </a:r>
            <a:r>
              <a:rPr sz="1650" spc="5" dirty="0">
                <a:latin typeface="Arial MT"/>
                <a:cs typeface="Arial MT"/>
              </a:rPr>
              <a:t>by zero") </a:t>
            </a:r>
            <a:r>
              <a:rPr sz="1650" spc="10" dirty="0">
                <a:latin typeface="Arial MT"/>
                <a:cs typeface="Arial MT"/>
              </a:rPr>
              <a:t> </a:t>
            </a:r>
            <a:r>
              <a:rPr sz="1650" dirty="0">
                <a:latin typeface="Arial MT"/>
                <a:cs typeface="Arial MT"/>
              </a:rPr>
              <a:t>finally:</a:t>
            </a:r>
            <a:endParaRPr sz="1650">
              <a:latin typeface="Arial MT"/>
              <a:cs typeface="Arial MT"/>
            </a:endParaRPr>
          </a:p>
          <a:p>
            <a:pPr marL="12700">
              <a:lnSpc>
                <a:spcPts val="1670"/>
              </a:lnSpc>
            </a:pPr>
            <a:r>
              <a:rPr sz="1650" spc="5" dirty="0">
                <a:latin typeface="Arial MT"/>
                <a:cs typeface="Arial MT"/>
              </a:rPr>
              <a:t>#</a:t>
            </a:r>
            <a:r>
              <a:rPr sz="1650" spc="-5" dirty="0">
                <a:latin typeface="Arial MT"/>
                <a:cs typeface="Arial MT"/>
              </a:rPr>
              <a:t> </a:t>
            </a:r>
            <a:r>
              <a:rPr sz="1650" dirty="0">
                <a:latin typeface="Arial MT"/>
                <a:cs typeface="Arial MT"/>
              </a:rPr>
              <a:t>this</a:t>
            </a:r>
            <a:r>
              <a:rPr sz="1650" spc="-5" dirty="0">
                <a:latin typeface="Arial MT"/>
                <a:cs typeface="Arial MT"/>
              </a:rPr>
              <a:t> </a:t>
            </a:r>
            <a:r>
              <a:rPr sz="1650" dirty="0">
                <a:latin typeface="Arial MT"/>
                <a:cs typeface="Arial MT"/>
              </a:rPr>
              <a:t>block</a:t>
            </a:r>
            <a:r>
              <a:rPr sz="1650" spc="-5" dirty="0">
                <a:latin typeface="Arial MT"/>
                <a:cs typeface="Arial MT"/>
              </a:rPr>
              <a:t> </a:t>
            </a:r>
            <a:r>
              <a:rPr sz="1650" dirty="0">
                <a:latin typeface="Arial MT"/>
                <a:cs typeface="Arial MT"/>
              </a:rPr>
              <a:t>is</a:t>
            </a:r>
            <a:r>
              <a:rPr sz="1650" spc="-5" dirty="0">
                <a:latin typeface="Arial MT"/>
                <a:cs typeface="Arial MT"/>
              </a:rPr>
              <a:t> </a:t>
            </a:r>
            <a:r>
              <a:rPr sz="1650" dirty="0">
                <a:latin typeface="Arial MT"/>
                <a:cs typeface="Arial MT"/>
              </a:rPr>
              <a:t>always</a:t>
            </a:r>
            <a:r>
              <a:rPr sz="1650" spc="-5" dirty="0">
                <a:latin typeface="Arial MT"/>
                <a:cs typeface="Arial MT"/>
              </a:rPr>
              <a:t> </a:t>
            </a:r>
            <a:r>
              <a:rPr sz="1650" dirty="0">
                <a:latin typeface="Arial MT"/>
                <a:cs typeface="Arial MT"/>
              </a:rPr>
              <a:t>executed</a:t>
            </a:r>
            <a:endParaRPr sz="1650">
              <a:latin typeface="Arial MT"/>
              <a:cs typeface="Arial MT"/>
            </a:endParaRPr>
          </a:p>
          <a:p>
            <a:pPr marL="12700" marR="621665" indent="58419">
              <a:lnSpc>
                <a:spcPts val="1800"/>
              </a:lnSpc>
              <a:spcBef>
                <a:spcPts val="120"/>
              </a:spcBef>
            </a:pPr>
            <a:r>
              <a:rPr sz="1650" spc="5" dirty="0">
                <a:latin typeface="Arial MT"/>
                <a:cs typeface="Arial MT"/>
              </a:rPr>
              <a:t># regardless </a:t>
            </a:r>
            <a:r>
              <a:rPr sz="1650" dirty="0">
                <a:latin typeface="Arial MT"/>
                <a:cs typeface="Arial MT"/>
              </a:rPr>
              <a:t>of exception generation. </a:t>
            </a:r>
            <a:r>
              <a:rPr sz="1650" spc="-445" dirty="0">
                <a:latin typeface="Arial MT"/>
                <a:cs typeface="Arial MT"/>
              </a:rPr>
              <a:t> </a:t>
            </a:r>
            <a:r>
              <a:rPr sz="1650" dirty="0">
                <a:latin typeface="Arial MT"/>
                <a:cs typeface="Arial MT"/>
              </a:rPr>
              <a:t>print('This is always executed') </a:t>
            </a:r>
            <a:r>
              <a:rPr sz="1650" spc="5" dirty="0">
                <a:latin typeface="Arial MT"/>
                <a:cs typeface="Arial MT"/>
              </a:rPr>
              <a:t> </a:t>
            </a:r>
            <a:r>
              <a:rPr sz="1650" b="1" dirty="0">
                <a:latin typeface="Arial"/>
                <a:cs typeface="Arial"/>
              </a:rPr>
              <a:t>Output:</a:t>
            </a:r>
            <a:endParaRPr sz="1650">
              <a:latin typeface="Arial"/>
              <a:cs typeface="Arial"/>
            </a:endParaRPr>
          </a:p>
          <a:p>
            <a:pPr marL="12700">
              <a:lnSpc>
                <a:spcPts val="1675"/>
              </a:lnSpc>
            </a:pPr>
            <a:r>
              <a:rPr sz="1650" dirty="0">
                <a:latin typeface="Arial MT"/>
                <a:cs typeface="Arial MT"/>
              </a:rPr>
              <a:t>Can't</a:t>
            </a:r>
            <a:r>
              <a:rPr sz="1650" spc="-15" dirty="0">
                <a:latin typeface="Arial MT"/>
                <a:cs typeface="Arial MT"/>
              </a:rPr>
              <a:t> </a:t>
            </a:r>
            <a:r>
              <a:rPr sz="1650" dirty="0">
                <a:latin typeface="Arial MT"/>
                <a:cs typeface="Arial MT"/>
              </a:rPr>
              <a:t>divide</a:t>
            </a:r>
            <a:r>
              <a:rPr sz="1650" spc="-15" dirty="0">
                <a:latin typeface="Arial MT"/>
                <a:cs typeface="Arial MT"/>
              </a:rPr>
              <a:t> </a:t>
            </a:r>
            <a:r>
              <a:rPr sz="1650" spc="5" dirty="0">
                <a:latin typeface="Arial MT"/>
                <a:cs typeface="Arial MT"/>
              </a:rPr>
              <a:t>by</a:t>
            </a:r>
            <a:r>
              <a:rPr sz="1650" spc="-15" dirty="0">
                <a:latin typeface="Arial MT"/>
                <a:cs typeface="Arial MT"/>
              </a:rPr>
              <a:t> </a:t>
            </a:r>
            <a:r>
              <a:rPr sz="1650" spc="5" dirty="0">
                <a:latin typeface="Arial MT"/>
                <a:cs typeface="Arial MT"/>
              </a:rPr>
              <a:t>zero</a:t>
            </a:r>
            <a:endParaRPr sz="1650">
              <a:latin typeface="Arial MT"/>
              <a:cs typeface="Arial MT"/>
            </a:endParaRPr>
          </a:p>
          <a:p>
            <a:pPr marL="12700">
              <a:lnSpc>
                <a:spcPts val="1889"/>
              </a:lnSpc>
            </a:pPr>
            <a:r>
              <a:rPr sz="1650" dirty="0">
                <a:latin typeface="Arial MT"/>
                <a:cs typeface="Arial MT"/>
              </a:rPr>
              <a:t>This</a:t>
            </a:r>
            <a:r>
              <a:rPr sz="1650" spc="-10" dirty="0">
                <a:latin typeface="Arial MT"/>
                <a:cs typeface="Arial MT"/>
              </a:rPr>
              <a:t> </a:t>
            </a:r>
            <a:r>
              <a:rPr sz="1650" dirty="0">
                <a:latin typeface="Arial MT"/>
                <a:cs typeface="Arial MT"/>
              </a:rPr>
              <a:t>is</a:t>
            </a:r>
            <a:r>
              <a:rPr sz="1650" spc="-10" dirty="0">
                <a:latin typeface="Arial MT"/>
                <a:cs typeface="Arial MT"/>
              </a:rPr>
              <a:t> </a:t>
            </a:r>
            <a:r>
              <a:rPr sz="1650" dirty="0">
                <a:latin typeface="Arial MT"/>
                <a:cs typeface="Arial MT"/>
              </a:rPr>
              <a:t>always</a:t>
            </a:r>
            <a:r>
              <a:rPr sz="1650" spc="-10" dirty="0">
                <a:latin typeface="Arial MT"/>
                <a:cs typeface="Arial MT"/>
              </a:rPr>
              <a:t> </a:t>
            </a:r>
            <a:r>
              <a:rPr sz="1650" dirty="0">
                <a:latin typeface="Arial MT"/>
                <a:cs typeface="Arial MT"/>
              </a:rPr>
              <a:t>executed</a:t>
            </a:r>
            <a:endParaRPr sz="1650">
              <a:latin typeface="Arial MT"/>
              <a:cs typeface="Arial MT"/>
            </a:endParaRP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44500" y="178647"/>
            <a:ext cx="2856865" cy="464820"/>
          </a:xfrm>
          <a:prstGeom prst="rect">
            <a:avLst/>
          </a:prstGeom>
        </p:spPr>
        <p:txBody>
          <a:bodyPr vert="horz" wrap="square" lIns="0" tIns="16510" rIns="0" bIns="0" rtlCol="0">
            <a:spAutoFit/>
          </a:bodyPr>
          <a:lstStyle/>
          <a:p>
            <a:pPr marL="12700">
              <a:lnSpc>
                <a:spcPct val="100000"/>
              </a:lnSpc>
              <a:spcBef>
                <a:spcPts val="130"/>
              </a:spcBef>
            </a:pPr>
            <a:r>
              <a:rPr sz="2850" spc="5" dirty="0"/>
              <a:t>Raising</a:t>
            </a:r>
            <a:r>
              <a:rPr sz="2850" spc="-20" dirty="0"/>
              <a:t> </a:t>
            </a:r>
            <a:r>
              <a:rPr sz="2850" spc="5" dirty="0"/>
              <a:t>Exception</a:t>
            </a:r>
            <a:endParaRPr sz="2850"/>
          </a:p>
        </p:txBody>
      </p:sp>
      <p:sp>
        <p:nvSpPr>
          <p:cNvPr id="3" name="object 3"/>
          <p:cNvSpPr txBox="1"/>
          <p:nvPr/>
        </p:nvSpPr>
        <p:spPr>
          <a:xfrm>
            <a:off x="614734" y="825347"/>
            <a:ext cx="7806690" cy="3882390"/>
          </a:xfrm>
          <a:prstGeom prst="rect">
            <a:avLst/>
          </a:prstGeom>
        </p:spPr>
        <p:txBody>
          <a:bodyPr vert="horz" wrap="square" lIns="0" tIns="78105" rIns="0" bIns="0" rtlCol="0">
            <a:spAutoFit/>
          </a:bodyPr>
          <a:lstStyle/>
          <a:p>
            <a:pPr marL="241300" marR="5080" indent="-228600">
              <a:lnSpc>
                <a:spcPts val="2130"/>
              </a:lnSpc>
              <a:spcBef>
                <a:spcPts val="615"/>
              </a:spcBef>
            </a:pPr>
            <a:r>
              <a:rPr sz="2200" spc="5" dirty="0">
                <a:latin typeface="Times New Roman"/>
                <a:cs typeface="Times New Roman"/>
              </a:rPr>
              <a:t>The</a:t>
            </a:r>
            <a:r>
              <a:rPr sz="2200" dirty="0">
                <a:latin typeface="Times New Roman"/>
                <a:cs typeface="Times New Roman"/>
              </a:rPr>
              <a:t> </a:t>
            </a:r>
            <a:r>
              <a:rPr sz="2200" spc="5" dirty="0">
                <a:latin typeface="Times New Roman"/>
                <a:cs typeface="Times New Roman"/>
              </a:rPr>
              <a:t>raise</a:t>
            </a:r>
            <a:r>
              <a:rPr sz="2200" spc="10" dirty="0">
                <a:latin typeface="Times New Roman"/>
                <a:cs typeface="Times New Roman"/>
              </a:rPr>
              <a:t> </a:t>
            </a:r>
            <a:r>
              <a:rPr sz="2200" dirty="0">
                <a:latin typeface="Times New Roman"/>
                <a:cs typeface="Times New Roman"/>
              </a:rPr>
              <a:t>statement</a:t>
            </a:r>
            <a:r>
              <a:rPr sz="2200" spc="5" dirty="0">
                <a:latin typeface="Times New Roman"/>
                <a:cs typeface="Times New Roman"/>
              </a:rPr>
              <a:t> </a:t>
            </a:r>
            <a:r>
              <a:rPr sz="2200" dirty="0">
                <a:latin typeface="Times New Roman"/>
                <a:cs typeface="Times New Roman"/>
              </a:rPr>
              <a:t>allows</a:t>
            </a:r>
            <a:r>
              <a:rPr sz="2200" spc="5" dirty="0">
                <a:latin typeface="Times New Roman"/>
                <a:cs typeface="Times New Roman"/>
              </a:rPr>
              <a:t> </a:t>
            </a:r>
            <a:r>
              <a:rPr sz="2200" dirty="0">
                <a:latin typeface="Times New Roman"/>
                <a:cs typeface="Times New Roman"/>
              </a:rPr>
              <a:t>the</a:t>
            </a:r>
            <a:r>
              <a:rPr sz="2200" spc="5" dirty="0">
                <a:latin typeface="Times New Roman"/>
                <a:cs typeface="Times New Roman"/>
              </a:rPr>
              <a:t> programmer</a:t>
            </a:r>
            <a:r>
              <a:rPr sz="2200" spc="10" dirty="0">
                <a:latin typeface="Times New Roman"/>
                <a:cs typeface="Times New Roman"/>
              </a:rPr>
              <a:t> </a:t>
            </a:r>
            <a:r>
              <a:rPr sz="2200" spc="5" dirty="0">
                <a:latin typeface="Times New Roman"/>
                <a:cs typeface="Times New Roman"/>
              </a:rPr>
              <a:t>to</a:t>
            </a:r>
            <a:r>
              <a:rPr sz="2200" dirty="0">
                <a:latin typeface="Times New Roman"/>
                <a:cs typeface="Times New Roman"/>
              </a:rPr>
              <a:t> </a:t>
            </a:r>
            <a:r>
              <a:rPr sz="2200" spc="5" dirty="0">
                <a:latin typeface="Times New Roman"/>
                <a:cs typeface="Times New Roman"/>
              </a:rPr>
              <a:t>force</a:t>
            </a:r>
            <a:r>
              <a:rPr sz="2200" spc="10" dirty="0">
                <a:latin typeface="Times New Roman"/>
                <a:cs typeface="Times New Roman"/>
              </a:rPr>
              <a:t> </a:t>
            </a:r>
            <a:r>
              <a:rPr sz="2200" spc="5" dirty="0">
                <a:latin typeface="Times New Roman"/>
                <a:cs typeface="Times New Roman"/>
              </a:rPr>
              <a:t>a </a:t>
            </a:r>
            <a:r>
              <a:rPr sz="2200" dirty="0">
                <a:latin typeface="Times New Roman"/>
                <a:cs typeface="Times New Roman"/>
              </a:rPr>
              <a:t>specific </a:t>
            </a:r>
            <a:r>
              <a:rPr sz="2200" spc="5" dirty="0">
                <a:latin typeface="Times New Roman"/>
                <a:cs typeface="Times New Roman"/>
              </a:rPr>
              <a:t> </a:t>
            </a:r>
            <a:r>
              <a:rPr sz="2200" dirty="0">
                <a:latin typeface="Times New Roman"/>
                <a:cs typeface="Times New Roman"/>
              </a:rPr>
              <a:t>exception </a:t>
            </a:r>
            <a:r>
              <a:rPr sz="2200" spc="5" dirty="0">
                <a:latin typeface="Times New Roman"/>
                <a:cs typeface="Times New Roman"/>
              </a:rPr>
              <a:t>to </a:t>
            </a:r>
            <a:r>
              <a:rPr sz="2200" spc="-15" dirty="0">
                <a:latin typeface="Times New Roman"/>
                <a:cs typeface="Times New Roman"/>
              </a:rPr>
              <a:t>occur. </a:t>
            </a:r>
            <a:r>
              <a:rPr sz="2200" spc="5" dirty="0">
                <a:latin typeface="Times New Roman"/>
                <a:cs typeface="Times New Roman"/>
              </a:rPr>
              <a:t>The </a:t>
            </a:r>
            <a:r>
              <a:rPr sz="2200" dirty="0">
                <a:latin typeface="Times New Roman"/>
                <a:cs typeface="Times New Roman"/>
              </a:rPr>
              <a:t>sole argument </a:t>
            </a:r>
            <a:r>
              <a:rPr sz="2200" spc="5" dirty="0">
                <a:latin typeface="Times New Roman"/>
                <a:cs typeface="Times New Roman"/>
              </a:rPr>
              <a:t>in raise </a:t>
            </a:r>
            <a:r>
              <a:rPr sz="2200" dirty="0">
                <a:latin typeface="Times New Roman"/>
                <a:cs typeface="Times New Roman"/>
              </a:rPr>
              <a:t>indicates the </a:t>
            </a:r>
            <a:r>
              <a:rPr sz="2200" spc="5" dirty="0">
                <a:latin typeface="Times New Roman"/>
                <a:cs typeface="Times New Roman"/>
              </a:rPr>
              <a:t> </a:t>
            </a:r>
            <a:r>
              <a:rPr sz="2200" dirty="0">
                <a:latin typeface="Times New Roman"/>
                <a:cs typeface="Times New Roman"/>
              </a:rPr>
              <a:t>exception</a:t>
            </a:r>
            <a:r>
              <a:rPr sz="2200" spc="5" dirty="0">
                <a:latin typeface="Times New Roman"/>
                <a:cs typeface="Times New Roman"/>
              </a:rPr>
              <a:t> to be</a:t>
            </a:r>
            <a:r>
              <a:rPr sz="2200" spc="15" dirty="0">
                <a:latin typeface="Times New Roman"/>
                <a:cs typeface="Times New Roman"/>
              </a:rPr>
              <a:t> </a:t>
            </a:r>
            <a:r>
              <a:rPr sz="2200" spc="5" dirty="0">
                <a:latin typeface="Times New Roman"/>
                <a:cs typeface="Times New Roman"/>
              </a:rPr>
              <a:t>raised.</a:t>
            </a:r>
            <a:r>
              <a:rPr sz="2200" spc="-30" dirty="0">
                <a:latin typeface="Times New Roman"/>
                <a:cs typeface="Times New Roman"/>
              </a:rPr>
              <a:t> </a:t>
            </a:r>
            <a:r>
              <a:rPr sz="2200" spc="5" dirty="0">
                <a:latin typeface="Times New Roman"/>
                <a:cs typeface="Times New Roman"/>
              </a:rPr>
              <a:t>This must</a:t>
            </a:r>
            <a:r>
              <a:rPr sz="2200" spc="10" dirty="0">
                <a:latin typeface="Times New Roman"/>
                <a:cs typeface="Times New Roman"/>
              </a:rPr>
              <a:t> </a:t>
            </a:r>
            <a:r>
              <a:rPr sz="2200" spc="5" dirty="0">
                <a:latin typeface="Times New Roman"/>
                <a:cs typeface="Times New Roman"/>
              </a:rPr>
              <a:t>be</a:t>
            </a:r>
            <a:r>
              <a:rPr sz="2200" spc="10" dirty="0">
                <a:latin typeface="Times New Roman"/>
                <a:cs typeface="Times New Roman"/>
              </a:rPr>
              <a:t> </a:t>
            </a:r>
            <a:r>
              <a:rPr sz="2200" dirty="0">
                <a:latin typeface="Times New Roman"/>
                <a:cs typeface="Times New Roman"/>
              </a:rPr>
              <a:t>either</a:t>
            </a:r>
            <a:r>
              <a:rPr sz="2200" spc="10" dirty="0">
                <a:latin typeface="Times New Roman"/>
                <a:cs typeface="Times New Roman"/>
              </a:rPr>
              <a:t> </a:t>
            </a:r>
            <a:r>
              <a:rPr sz="2200" spc="5" dirty="0">
                <a:latin typeface="Times New Roman"/>
                <a:cs typeface="Times New Roman"/>
              </a:rPr>
              <a:t>an </a:t>
            </a:r>
            <a:r>
              <a:rPr sz="2200" dirty="0">
                <a:latin typeface="Times New Roman"/>
                <a:cs typeface="Times New Roman"/>
              </a:rPr>
              <a:t>exception</a:t>
            </a:r>
            <a:r>
              <a:rPr sz="2200" spc="5" dirty="0">
                <a:latin typeface="Times New Roman"/>
                <a:cs typeface="Times New Roman"/>
              </a:rPr>
              <a:t> </a:t>
            </a:r>
            <a:r>
              <a:rPr sz="2200" dirty="0">
                <a:latin typeface="Times New Roman"/>
                <a:cs typeface="Times New Roman"/>
              </a:rPr>
              <a:t>instance</a:t>
            </a:r>
            <a:r>
              <a:rPr sz="2200" spc="10" dirty="0">
                <a:latin typeface="Times New Roman"/>
                <a:cs typeface="Times New Roman"/>
              </a:rPr>
              <a:t> </a:t>
            </a:r>
            <a:r>
              <a:rPr sz="2200" spc="5" dirty="0">
                <a:latin typeface="Times New Roman"/>
                <a:cs typeface="Times New Roman"/>
              </a:rPr>
              <a:t>or </a:t>
            </a:r>
            <a:r>
              <a:rPr sz="2200" spc="-535" dirty="0">
                <a:latin typeface="Times New Roman"/>
                <a:cs typeface="Times New Roman"/>
              </a:rPr>
              <a:t> </a:t>
            </a:r>
            <a:r>
              <a:rPr sz="2200" spc="5" dirty="0">
                <a:latin typeface="Times New Roman"/>
                <a:cs typeface="Times New Roman"/>
              </a:rPr>
              <a:t>an</a:t>
            </a:r>
            <a:r>
              <a:rPr sz="2200" spc="-5" dirty="0">
                <a:latin typeface="Times New Roman"/>
                <a:cs typeface="Times New Roman"/>
              </a:rPr>
              <a:t> </a:t>
            </a:r>
            <a:r>
              <a:rPr sz="2200" dirty="0">
                <a:latin typeface="Times New Roman"/>
                <a:cs typeface="Times New Roman"/>
              </a:rPr>
              <a:t>exception class.</a:t>
            </a:r>
            <a:endParaRPr sz="2200">
              <a:latin typeface="Times New Roman"/>
              <a:cs typeface="Times New Roman"/>
            </a:endParaRPr>
          </a:p>
          <a:p>
            <a:pPr marL="12700">
              <a:lnSpc>
                <a:spcPts val="1895"/>
              </a:lnSpc>
            </a:pPr>
            <a:r>
              <a:rPr sz="2200" spc="5" dirty="0">
                <a:latin typeface="Times New Roman"/>
                <a:cs typeface="Times New Roman"/>
              </a:rPr>
              <a:t>Example</a:t>
            </a:r>
            <a:endParaRPr sz="2200">
              <a:latin typeface="Times New Roman"/>
              <a:cs typeface="Times New Roman"/>
            </a:endParaRPr>
          </a:p>
          <a:p>
            <a:pPr marL="12700" marR="3418204">
              <a:lnSpc>
                <a:spcPts val="2130"/>
              </a:lnSpc>
              <a:spcBef>
                <a:spcPts val="240"/>
              </a:spcBef>
            </a:pPr>
            <a:r>
              <a:rPr sz="2200" spc="10" dirty="0">
                <a:latin typeface="Times New Roman"/>
                <a:cs typeface="Times New Roman"/>
              </a:rPr>
              <a:t># </a:t>
            </a:r>
            <a:r>
              <a:rPr sz="2200" spc="5" dirty="0">
                <a:latin typeface="Times New Roman"/>
                <a:cs typeface="Times New Roman"/>
              </a:rPr>
              <a:t>Program to depict </a:t>
            </a:r>
            <a:r>
              <a:rPr sz="2200" dirty="0">
                <a:latin typeface="Times New Roman"/>
                <a:cs typeface="Times New Roman"/>
              </a:rPr>
              <a:t>Raising Exception </a:t>
            </a:r>
            <a:r>
              <a:rPr sz="2200" spc="-535" dirty="0">
                <a:latin typeface="Times New Roman"/>
                <a:cs typeface="Times New Roman"/>
              </a:rPr>
              <a:t> </a:t>
            </a:r>
            <a:r>
              <a:rPr sz="2200" dirty="0">
                <a:latin typeface="Times New Roman"/>
                <a:cs typeface="Times New Roman"/>
              </a:rPr>
              <a:t>try:</a:t>
            </a:r>
            <a:endParaRPr sz="2200">
              <a:latin typeface="Times New Roman"/>
              <a:cs typeface="Times New Roman"/>
            </a:endParaRPr>
          </a:p>
          <a:p>
            <a:pPr marL="12700" marR="2945765">
              <a:lnSpc>
                <a:spcPts val="2130"/>
              </a:lnSpc>
              <a:spcBef>
                <a:spcPts val="5"/>
              </a:spcBef>
              <a:tabLst>
                <a:tab pos="3353435" algn="l"/>
              </a:tabLst>
            </a:pPr>
            <a:r>
              <a:rPr sz="2200" spc="5" dirty="0">
                <a:latin typeface="Times New Roman"/>
                <a:cs typeface="Times New Roman"/>
              </a:rPr>
              <a:t>raise</a:t>
            </a:r>
            <a:r>
              <a:rPr sz="2200" spc="10" dirty="0">
                <a:latin typeface="Times New Roman"/>
                <a:cs typeface="Times New Roman"/>
              </a:rPr>
              <a:t> </a:t>
            </a:r>
            <a:r>
              <a:rPr sz="2200" spc="5" dirty="0">
                <a:latin typeface="Times New Roman"/>
                <a:cs typeface="Times New Roman"/>
              </a:rPr>
              <a:t>NameError("Hi</a:t>
            </a:r>
            <a:r>
              <a:rPr sz="2200" spc="10" dirty="0">
                <a:latin typeface="Times New Roman"/>
                <a:cs typeface="Times New Roman"/>
              </a:rPr>
              <a:t> </a:t>
            </a:r>
            <a:r>
              <a:rPr sz="2200" dirty="0">
                <a:latin typeface="Times New Roman"/>
                <a:cs typeface="Times New Roman"/>
              </a:rPr>
              <a:t>there")	</a:t>
            </a:r>
            <a:r>
              <a:rPr sz="2200" spc="10" dirty="0">
                <a:latin typeface="Times New Roman"/>
                <a:cs typeface="Times New Roman"/>
              </a:rPr>
              <a:t>#</a:t>
            </a:r>
            <a:r>
              <a:rPr sz="2200" spc="-25" dirty="0">
                <a:latin typeface="Times New Roman"/>
                <a:cs typeface="Times New Roman"/>
              </a:rPr>
              <a:t> </a:t>
            </a:r>
            <a:r>
              <a:rPr sz="2200" dirty="0">
                <a:latin typeface="Times New Roman"/>
                <a:cs typeface="Times New Roman"/>
              </a:rPr>
              <a:t>Raise</a:t>
            </a:r>
            <a:r>
              <a:rPr sz="2200" spc="-25" dirty="0">
                <a:latin typeface="Times New Roman"/>
                <a:cs typeface="Times New Roman"/>
              </a:rPr>
              <a:t> </a:t>
            </a:r>
            <a:r>
              <a:rPr sz="2200" dirty="0">
                <a:latin typeface="Times New Roman"/>
                <a:cs typeface="Times New Roman"/>
              </a:rPr>
              <a:t>Error </a:t>
            </a:r>
            <a:r>
              <a:rPr sz="2200" spc="-535" dirty="0">
                <a:latin typeface="Times New Roman"/>
                <a:cs typeface="Times New Roman"/>
              </a:rPr>
              <a:t> </a:t>
            </a:r>
            <a:r>
              <a:rPr sz="2200" dirty="0">
                <a:latin typeface="Times New Roman"/>
                <a:cs typeface="Times New Roman"/>
              </a:rPr>
              <a:t>except</a:t>
            </a:r>
            <a:r>
              <a:rPr sz="2200" spc="-5" dirty="0">
                <a:latin typeface="Times New Roman"/>
                <a:cs typeface="Times New Roman"/>
              </a:rPr>
              <a:t> </a:t>
            </a:r>
            <a:r>
              <a:rPr sz="2200" dirty="0">
                <a:latin typeface="Times New Roman"/>
                <a:cs typeface="Times New Roman"/>
              </a:rPr>
              <a:t>NameError:</a:t>
            </a:r>
            <a:endParaRPr sz="2200">
              <a:latin typeface="Times New Roman"/>
              <a:cs typeface="Times New Roman"/>
            </a:endParaRPr>
          </a:p>
          <a:p>
            <a:pPr marL="12700">
              <a:lnSpc>
                <a:spcPts val="1889"/>
              </a:lnSpc>
            </a:pPr>
            <a:r>
              <a:rPr sz="2200" spc="5" dirty="0">
                <a:latin typeface="Times New Roman"/>
                <a:cs typeface="Times New Roman"/>
              </a:rPr>
              <a:t>print</a:t>
            </a:r>
            <a:r>
              <a:rPr sz="2200" spc="-5" dirty="0">
                <a:latin typeface="Times New Roman"/>
                <a:cs typeface="Times New Roman"/>
              </a:rPr>
              <a:t> </a:t>
            </a:r>
            <a:r>
              <a:rPr sz="2200" spc="5" dirty="0">
                <a:latin typeface="Times New Roman"/>
                <a:cs typeface="Times New Roman"/>
              </a:rPr>
              <a:t>("An</a:t>
            </a:r>
            <a:r>
              <a:rPr sz="2200" spc="-5" dirty="0">
                <a:latin typeface="Times New Roman"/>
                <a:cs typeface="Times New Roman"/>
              </a:rPr>
              <a:t> </a:t>
            </a:r>
            <a:r>
              <a:rPr sz="2200" dirty="0">
                <a:latin typeface="Times New Roman"/>
                <a:cs typeface="Times New Roman"/>
              </a:rPr>
              <a:t>exception")</a:t>
            </a:r>
            <a:endParaRPr sz="2200">
              <a:latin typeface="Times New Roman"/>
              <a:cs typeface="Times New Roman"/>
            </a:endParaRPr>
          </a:p>
          <a:p>
            <a:pPr marL="12700">
              <a:lnSpc>
                <a:spcPts val="2130"/>
              </a:lnSpc>
              <a:tabLst>
                <a:tab pos="685800" algn="l"/>
              </a:tabLst>
            </a:pPr>
            <a:r>
              <a:rPr sz="2200" spc="5" dirty="0">
                <a:latin typeface="Times New Roman"/>
                <a:cs typeface="Times New Roman"/>
              </a:rPr>
              <a:t>raise	</a:t>
            </a:r>
            <a:r>
              <a:rPr sz="2200" spc="10" dirty="0">
                <a:latin typeface="Times New Roman"/>
                <a:cs typeface="Times New Roman"/>
              </a:rPr>
              <a:t>#</a:t>
            </a:r>
            <a:r>
              <a:rPr sz="2200" spc="-30" dirty="0">
                <a:latin typeface="Times New Roman"/>
                <a:cs typeface="Times New Roman"/>
              </a:rPr>
              <a:t> </a:t>
            </a:r>
            <a:r>
              <a:rPr sz="2200" spc="-70" dirty="0">
                <a:latin typeface="Times New Roman"/>
                <a:cs typeface="Times New Roman"/>
              </a:rPr>
              <a:t>To</a:t>
            </a:r>
            <a:r>
              <a:rPr sz="2200" spc="10" dirty="0">
                <a:latin typeface="Times New Roman"/>
                <a:cs typeface="Times New Roman"/>
              </a:rPr>
              <a:t> </a:t>
            </a:r>
            <a:r>
              <a:rPr sz="2200" spc="5" dirty="0">
                <a:latin typeface="Times New Roman"/>
                <a:cs typeface="Times New Roman"/>
              </a:rPr>
              <a:t>determine</a:t>
            </a:r>
            <a:r>
              <a:rPr sz="2200" spc="15" dirty="0">
                <a:latin typeface="Times New Roman"/>
                <a:cs typeface="Times New Roman"/>
              </a:rPr>
              <a:t> </a:t>
            </a:r>
            <a:r>
              <a:rPr sz="2200" dirty="0">
                <a:latin typeface="Times New Roman"/>
                <a:cs typeface="Times New Roman"/>
              </a:rPr>
              <a:t>whether</a:t>
            </a:r>
            <a:r>
              <a:rPr sz="2200" spc="5" dirty="0">
                <a:latin typeface="Times New Roman"/>
                <a:cs typeface="Times New Roman"/>
              </a:rPr>
              <a:t> </a:t>
            </a:r>
            <a:r>
              <a:rPr sz="2200" dirty="0">
                <a:latin typeface="Times New Roman"/>
                <a:cs typeface="Times New Roman"/>
              </a:rPr>
              <a:t>the</a:t>
            </a:r>
            <a:r>
              <a:rPr sz="2200" spc="5" dirty="0">
                <a:latin typeface="Times New Roman"/>
                <a:cs typeface="Times New Roman"/>
              </a:rPr>
              <a:t> </a:t>
            </a:r>
            <a:r>
              <a:rPr sz="2200" dirty="0">
                <a:latin typeface="Times New Roman"/>
                <a:cs typeface="Times New Roman"/>
              </a:rPr>
              <a:t>exception</a:t>
            </a:r>
            <a:r>
              <a:rPr sz="2200" spc="10" dirty="0">
                <a:latin typeface="Times New Roman"/>
                <a:cs typeface="Times New Roman"/>
              </a:rPr>
              <a:t> </a:t>
            </a:r>
            <a:r>
              <a:rPr sz="2200" spc="5" dirty="0">
                <a:latin typeface="Times New Roman"/>
                <a:cs typeface="Times New Roman"/>
              </a:rPr>
              <a:t>was raised</a:t>
            </a:r>
            <a:r>
              <a:rPr sz="2200" spc="10" dirty="0">
                <a:latin typeface="Times New Roman"/>
                <a:cs typeface="Times New Roman"/>
              </a:rPr>
              <a:t> </a:t>
            </a:r>
            <a:r>
              <a:rPr sz="2200" spc="5" dirty="0">
                <a:latin typeface="Times New Roman"/>
                <a:cs typeface="Times New Roman"/>
              </a:rPr>
              <a:t>or</a:t>
            </a:r>
            <a:r>
              <a:rPr sz="2200" spc="15" dirty="0">
                <a:latin typeface="Times New Roman"/>
                <a:cs typeface="Times New Roman"/>
              </a:rPr>
              <a:t> </a:t>
            </a:r>
            <a:r>
              <a:rPr sz="2200" spc="5" dirty="0">
                <a:latin typeface="Times New Roman"/>
                <a:cs typeface="Times New Roman"/>
              </a:rPr>
              <a:t>not</a:t>
            </a:r>
            <a:endParaRPr sz="2200">
              <a:latin typeface="Times New Roman"/>
              <a:cs typeface="Times New Roman"/>
            </a:endParaRPr>
          </a:p>
          <a:p>
            <a:pPr marL="241300" marR="90805" indent="-228600">
              <a:lnSpc>
                <a:spcPts val="2130"/>
              </a:lnSpc>
              <a:spcBef>
                <a:spcPts val="240"/>
              </a:spcBef>
            </a:pPr>
            <a:r>
              <a:rPr sz="2200" spc="5" dirty="0">
                <a:latin typeface="Arial MT"/>
                <a:cs typeface="Arial MT"/>
              </a:rPr>
              <a:t>The output of the above </a:t>
            </a:r>
            <a:r>
              <a:rPr sz="2200" spc="10" dirty="0">
                <a:latin typeface="Arial MT"/>
                <a:cs typeface="Arial MT"/>
              </a:rPr>
              <a:t>code </a:t>
            </a:r>
            <a:r>
              <a:rPr sz="2200" dirty="0">
                <a:latin typeface="Arial MT"/>
                <a:cs typeface="Arial MT"/>
              </a:rPr>
              <a:t>will </a:t>
            </a:r>
            <a:r>
              <a:rPr sz="2200" spc="5" dirty="0">
                <a:latin typeface="Arial MT"/>
                <a:cs typeface="Arial MT"/>
              </a:rPr>
              <a:t>simply </a:t>
            </a:r>
            <a:r>
              <a:rPr sz="2200" dirty="0">
                <a:latin typeface="Arial MT"/>
                <a:cs typeface="Arial MT"/>
              </a:rPr>
              <a:t>line printed </a:t>
            </a:r>
            <a:r>
              <a:rPr sz="2200" spc="5" dirty="0">
                <a:latin typeface="Arial MT"/>
                <a:cs typeface="Arial MT"/>
              </a:rPr>
              <a:t>as </a:t>
            </a:r>
            <a:r>
              <a:rPr sz="2200" spc="10" dirty="0">
                <a:latin typeface="Arial MT"/>
                <a:cs typeface="Arial MT"/>
              </a:rPr>
              <a:t>“An </a:t>
            </a:r>
            <a:r>
              <a:rPr sz="2200" spc="15" dirty="0">
                <a:latin typeface="Arial MT"/>
                <a:cs typeface="Arial MT"/>
              </a:rPr>
              <a:t> </a:t>
            </a:r>
            <a:r>
              <a:rPr sz="2200" dirty="0">
                <a:latin typeface="Arial MT"/>
                <a:cs typeface="Arial MT"/>
              </a:rPr>
              <a:t>exception” </a:t>
            </a:r>
            <a:r>
              <a:rPr sz="2200" spc="5" dirty="0">
                <a:latin typeface="Arial MT"/>
                <a:cs typeface="Arial MT"/>
              </a:rPr>
              <a:t>but </a:t>
            </a:r>
            <a:r>
              <a:rPr sz="2200" spc="10" dirty="0">
                <a:latin typeface="Arial MT"/>
                <a:cs typeface="Arial MT"/>
              </a:rPr>
              <a:t>a </a:t>
            </a:r>
            <a:r>
              <a:rPr sz="2200" spc="5" dirty="0">
                <a:latin typeface="Arial MT"/>
                <a:cs typeface="Arial MT"/>
              </a:rPr>
              <a:t>Runtime </a:t>
            </a:r>
            <a:r>
              <a:rPr sz="2200" dirty="0">
                <a:latin typeface="Arial MT"/>
                <a:cs typeface="Arial MT"/>
              </a:rPr>
              <a:t>error will </a:t>
            </a:r>
            <a:r>
              <a:rPr sz="2200" spc="5" dirty="0">
                <a:latin typeface="Arial MT"/>
                <a:cs typeface="Arial MT"/>
              </a:rPr>
              <a:t>also occur in the </a:t>
            </a:r>
            <a:r>
              <a:rPr sz="2200" dirty="0">
                <a:latin typeface="Arial MT"/>
                <a:cs typeface="Arial MT"/>
              </a:rPr>
              <a:t>last </a:t>
            </a:r>
            <a:r>
              <a:rPr sz="2200" spc="5" dirty="0">
                <a:latin typeface="Arial MT"/>
                <a:cs typeface="Arial MT"/>
              </a:rPr>
              <a:t>due </a:t>
            </a:r>
            <a:r>
              <a:rPr sz="2200" spc="-600" dirty="0">
                <a:latin typeface="Arial MT"/>
                <a:cs typeface="Arial MT"/>
              </a:rPr>
              <a:t> </a:t>
            </a:r>
            <a:r>
              <a:rPr sz="2200" spc="5" dirty="0">
                <a:latin typeface="Arial MT"/>
                <a:cs typeface="Arial MT"/>
              </a:rPr>
              <a:t>to</a:t>
            </a:r>
            <a:r>
              <a:rPr sz="2200" spc="-5" dirty="0">
                <a:latin typeface="Arial MT"/>
                <a:cs typeface="Arial MT"/>
              </a:rPr>
              <a:t> </a:t>
            </a:r>
            <a:r>
              <a:rPr sz="2200" spc="5" dirty="0">
                <a:latin typeface="Arial MT"/>
                <a:cs typeface="Arial MT"/>
              </a:rPr>
              <a:t>the</a:t>
            </a:r>
            <a:r>
              <a:rPr sz="2200" dirty="0">
                <a:latin typeface="Arial MT"/>
                <a:cs typeface="Arial MT"/>
              </a:rPr>
              <a:t> </a:t>
            </a:r>
            <a:r>
              <a:rPr sz="2200" spc="5" dirty="0">
                <a:latin typeface="Arial MT"/>
                <a:cs typeface="Arial MT"/>
              </a:rPr>
              <a:t>raise</a:t>
            </a:r>
            <a:r>
              <a:rPr sz="2200" dirty="0">
                <a:latin typeface="Arial MT"/>
                <a:cs typeface="Arial MT"/>
              </a:rPr>
              <a:t> </a:t>
            </a:r>
            <a:r>
              <a:rPr sz="2200" spc="5" dirty="0">
                <a:latin typeface="Arial MT"/>
                <a:cs typeface="Arial MT"/>
              </a:rPr>
              <a:t>statement</a:t>
            </a:r>
            <a:r>
              <a:rPr sz="2200" dirty="0">
                <a:latin typeface="Arial MT"/>
                <a:cs typeface="Arial MT"/>
              </a:rPr>
              <a:t> </a:t>
            </a:r>
            <a:r>
              <a:rPr sz="2200" spc="5" dirty="0">
                <a:latin typeface="Arial MT"/>
                <a:cs typeface="Arial MT"/>
              </a:rPr>
              <a:t>in</a:t>
            </a:r>
            <a:r>
              <a:rPr sz="2200" dirty="0">
                <a:latin typeface="Arial MT"/>
                <a:cs typeface="Arial MT"/>
              </a:rPr>
              <a:t> </a:t>
            </a:r>
            <a:r>
              <a:rPr sz="2200" spc="5" dirty="0">
                <a:latin typeface="Arial MT"/>
                <a:cs typeface="Arial MT"/>
              </a:rPr>
              <a:t>the</a:t>
            </a:r>
            <a:r>
              <a:rPr sz="2200" dirty="0">
                <a:latin typeface="Arial MT"/>
                <a:cs typeface="Arial MT"/>
              </a:rPr>
              <a:t> last line.</a:t>
            </a:r>
            <a:endParaRPr sz="2200">
              <a:latin typeface="Arial MT"/>
              <a:cs typeface="Arial MT"/>
            </a:endParaRP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82398" y="2124568"/>
            <a:ext cx="7299325" cy="513080"/>
          </a:xfrm>
          <a:prstGeom prst="rect">
            <a:avLst/>
          </a:prstGeom>
        </p:spPr>
        <p:txBody>
          <a:bodyPr vert="horz" wrap="square" lIns="0" tIns="12700" rIns="0" bIns="0" rtlCol="0">
            <a:spAutoFit/>
          </a:bodyPr>
          <a:lstStyle/>
          <a:p>
            <a:pPr marL="12700">
              <a:lnSpc>
                <a:spcPct val="100000"/>
              </a:lnSpc>
              <a:spcBef>
                <a:spcPts val="100"/>
              </a:spcBef>
            </a:pPr>
            <a:r>
              <a:rPr sz="3200" spc="-135" dirty="0">
                <a:solidFill>
                  <a:srgbClr val="C00000"/>
                </a:solidFill>
                <a:latin typeface="Georgia"/>
                <a:cs typeface="Georgia"/>
              </a:rPr>
              <a:t>5.1</a:t>
            </a:r>
            <a:r>
              <a:rPr sz="3200" spc="20" dirty="0">
                <a:solidFill>
                  <a:srgbClr val="C00000"/>
                </a:solidFill>
                <a:latin typeface="Georgia"/>
                <a:cs typeface="Georgia"/>
              </a:rPr>
              <a:t> </a:t>
            </a:r>
            <a:r>
              <a:rPr sz="3200" spc="229" dirty="0">
                <a:solidFill>
                  <a:srgbClr val="C00000"/>
                </a:solidFill>
                <a:latin typeface="Georgia"/>
                <a:cs typeface="Georgia"/>
              </a:rPr>
              <a:t>CONDITIONAL</a:t>
            </a:r>
            <a:r>
              <a:rPr sz="3200" spc="-70" dirty="0">
                <a:solidFill>
                  <a:srgbClr val="C00000"/>
                </a:solidFill>
                <a:latin typeface="Georgia"/>
                <a:cs typeface="Georgia"/>
              </a:rPr>
              <a:t> </a:t>
            </a:r>
            <a:r>
              <a:rPr sz="3200" spc="225" dirty="0">
                <a:solidFill>
                  <a:srgbClr val="C00000"/>
                </a:solidFill>
                <a:latin typeface="Georgia"/>
                <a:cs typeface="Georgia"/>
              </a:rPr>
              <a:t>STATEMENT</a:t>
            </a:r>
            <a:endParaRPr sz="3200">
              <a:latin typeface="Georgia"/>
              <a:cs typeface="Georgia"/>
            </a:endParaRP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417764" y="768324"/>
            <a:ext cx="6356985" cy="330200"/>
          </a:xfrm>
          <a:prstGeom prst="rect">
            <a:avLst/>
          </a:prstGeom>
        </p:spPr>
        <p:txBody>
          <a:bodyPr vert="horz" wrap="square" lIns="0" tIns="12700" rIns="0" bIns="0" rtlCol="0">
            <a:spAutoFit/>
          </a:bodyPr>
          <a:lstStyle/>
          <a:p>
            <a:pPr marL="12700">
              <a:lnSpc>
                <a:spcPct val="100000"/>
              </a:lnSpc>
              <a:spcBef>
                <a:spcPts val="100"/>
              </a:spcBef>
            </a:pPr>
            <a:r>
              <a:rPr sz="2000" b="0" dirty="0">
                <a:solidFill>
                  <a:srgbClr val="000000"/>
                </a:solidFill>
                <a:latin typeface="Arial MT"/>
                <a:cs typeface="Arial MT"/>
              </a:rPr>
              <a:t>A</a:t>
            </a:r>
            <a:r>
              <a:rPr sz="2000" b="0" spc="155" dirty="0">
                <a:solidFill>
                  <a:srgbClr val="000000"/>
                </a:solidFill>
                <a:latin typeface="Arial MT"/>
                <a:cs typeface="Arial MT"/>
              </a:rPr>
              <a:t> </a:t>
            </a:r>
            <a:r>
              <a:rPr sz="2000" b="0" spc="-5" dirty="0">
                <a:solidFill>
                  <a:srgbClr val="000000"/>
                </a:solidFill>
                <a:latin typeface="Arial MT"/>
                <a:cs typeface="Arial MT"/>
              </a:rPr>
              <a:t>Structured</a:t>
            </a:r>
            <a:r>
              <a:rPr sz="2000" b="0" spc="270" dirty="0">
                <a:solidFill>
                  <a:srgbClr val="000000"/>
                </a:solidFill>
                <a:latin typeface="Arial MT"/>
                <a:cs typeface="Arial MT"/>
              </a:rPr>
              <a:t> </a:t>
            </a:r>
            <a:r>
              <a:rPr sz="2000" b="0" spc="-5" dirty="0">
                <a:solidFill>
                  <a:srgbClr val="000000"/>
                </a:solidFill>
                <a:latin typeface="Arial MT"/>
                <a:cs typeface="Arial MT"/>
              </a:rPr>
              <a:t>programming</a:t>
            </a:r>
            <a:r>
              <a:rPr sz="2000" b="0" spc="265" dirty="0">
                <a:solidFill>
                  <a:srgbClr val="000000"/>
                </a:solidFill>
                <a:latin typeface="Arial MT"/>
                <a:cs typeface="Arial MT"/>
              </a:rPr>
              <a:t> </a:t>
            </a:r>
            <a:r>
              <a:rPr sz="2000" b="0" spc="-5" dirty="0">
                <a:solidFill>
                  <a:srgbClr val="000000"/>
                </a:solidFill>
                <a:latin typeface="Arial MT"/>
                <a:cs typeface="Arial MT"/>
              </a:rPr>
              <a:t>is</a:t>
            </a:r>
            <a:r>
              <a:rPr sz="2000" b="0" spc="270" dirty="0">
                <a:solidFill>
                  <a:srgbClr val="000000"/>
                </a:solidFill>
                <a:latin typeface="Arial MT"/>
                <a:cs typeface="Arial MT"/>
              </a:rPr>
              <a:t> </a:t>
            </a:r>
            <a:r>
              <a:rPr sz="2000" b="0" spc="-5" dirty="0">
                <a:solidFill>
                  <a:srgbClr val="000000"/>
                </a:solidFill>
                <a:latin typeface="Arial MT"/>
                <a:cs typeface="Arial MT"/>
              </a:rPr>
              <a:t>an</a:t>
            </a:r>
            <a:r>
              <a:rPr sz="2000" b="0" spc="265" dirty="0">
                <a:solidFill>
                  <a:srgbClr val="000000"/>
                </a:solidFill>
                <a:latin typeface="Arial MT"/>
                <a:cs typeface="Arial MT"/>
              </a:rPr>
              <a:t> </a:t>
            </a:r>
            <a:r>
              <a:rPr sz="2000" b="0" spc="-5" dirty="0">
                <a:solidFill>
                  <a:srgbClr val="000000"/>
                </a:solidFill>
                <a:latin typeface="Arial MT"/>
                <a:cs typeface="Arial MT"/>
              </a:rPr>
              <a:t>important</a:t>
            </a:r>
            <a:r>
              <a:rPr sz="2000" b="0" spc="270" dirty="0">
                <a:solidFill>
                  <a:srgbClr val="000000"/>
                </a:solidFill>
                <a:latin typeface="Arial MT"/>
                <a:cs typeface="Arial MT"/>
              </a:rPr>
              <a:t> </a:t>
            </a:r>
            <a:r>
              <a:rPr sz="2000" b="0" spc="-5" dirty="0">
                <a:solidFill>
                  <a:srgbClr val="000000"/>
                </a:solidFill>
                <a:latin typeface="Arial MT"/>
                <a:cs typeface="Arial MT"/>
              </a:rPr>
              <a:t>feature</a:t>
            </a:r>
            <a:r>
              <a:rPr sz="2000" b="0" spc="265" dirty="0">
                <a:solidFill>
                  <a:srgbClr val="000000"/>
                </a:solidFill>
                <a:latin typeface="Arial MT"/>
                <a:cs typeface="Arial MT"/>
              </a:rPr>
              <a:t> </a:t>
            </a:r>
            <a:r>
              <a:rPr sz="2000" b="0" spc="-5" dirty="0">
                <a:solidFill>
                  <a:srgbClr val="000000"/>
                </a:solidFill>
                <a:latin typeface="Arial MT"/>
                <a:cs typeface="Arial MT"/>
              </a:rPr>
              <a:t>of</a:t>
            </a:r>
            <a:r>
              <a:rPr sz="2000" b="0" spc="270" dirty="0">
                <a:solidFill>
                  <a:srgbClr val="000000"/>
                </a:solidFill>
                <a:latin typeface="Arial MT"/>
                <a:cs typeface="Arial MT"/>
              </a:rPr>
              <a:t> </a:t>
            </a:r>
            <a:r>
              <a:rPr sz="2000" b="0" dirty="0">
                <a:solidFill>
                  <a:srgbClr val="000000"/>
                </a:solidFill>
                <a:latin typeface="Arial MT"/>
                <a:cs typeface="Arial MT"/>
              </a:rPr>
              <a:t>a</a:t>
            </a:r>
            <a:endParaRPr sz="2000">
              <a:latin typeface="Arial MT"/>
              <a:cs typeface="Arial MT"/>
            </a:endParaRPr>
          </a:p>
        </p:txBody>
      </p:sp>
      <p:sp>
        <p:nvSpPr>
          <p:cNvPr id="3" name="object 3"/>
          <p:cNvSpPr txBox="1">
            <a:spLocks noGrp="1"/>
          </p:cNvSpPr>
          <p:nvPr>
            <p:ph type="body" idx="1"/>
          </p:nvPr>
        </p:nvSpPr>
        <p:spPr>
          <a:prstGeom prst="rect">
            <a:avLst/>
          </a:prstGeom>
        </p:spPr>
        <p:txBody>
          <a:bodyPr vert="horz" wrap="square" lIns="0" tIns="12700" rIns="0" bIns="0" rtlCol="0">
            <a:spAutoFit/>
          </a:bodyPr>
          <a:lstStyle/>
          <a:p>
            <a:pPr marL="306070" marR="5080">
              <a:lnSpc>
                <a:spcPct val="100000"/>
              </a:lnSpc>
              <a:spcBef>
                <a:spcPts val="100"/>
              </a:spcBef>
              <a:tabLst>
                <a:tab pos="1999614" algn="l"/>
                <a:tab pos="3241675" algn="l"/>
                <a:tab pos="4088129" algn="l"/>
                <a:tab pos="5443220" algn="l"/>
              </a:tabLst>
            </a:pPr>
            <a:r>
              <a:rPr spc="-5" dirty="0"/>
              <a:t>programmin</a:t>
            </a:r>
            <a:r>
              <a:rPr dirty="0"/>
              <a:t>g	</a:t>
            </a:r>
            <a:r>
              <a:rPr spc="-5" dirty="0"/>
              <a:t>languag</a:t>
            </a:r>
            <a:r>
              <a:rPr dirty="0"/>
              <a:t>e	</a:t>
            </a:r>
            <a:r>
              <a:rPr spc="-5" dirty="0"/>
              <a:t>whic</a:t>
            </a:r>
            <a:r>
              <a:rPr dirty="0"/>
              <a:t>h	comprises	</a:t>
            </a:r>
            <a:r>
              <a:rPr spc="-5" dirty="0"/>
              <a:t>following  logical</a:t>
            </a:r>
            <a:r>
              <a:rPr spc="-10" dirty="0"/>
              <a:t> </a:t>
            </a:r>
            <a:r>
              <a:rPr dirty="0"/>
              <a:t>structure:</a:t>
            </a:r>
          </a:p>
          <a:p>
            <a:pPr marL="306070" indent="-294005">
              <a:lnSpc>
                <a:spcPts val="3329"/>
              </a:lnSpc>
              <a:buClr>
                <a:srgbClr val="595959"/>
              </a:buClr>
              <a:buSzPct val="50000"/>
              <a:buFont typeface="Yu Gothic UI"/>
              <a:buChar char="❖"/>
              <a:tabLst>
                <a:tab pos="306070" algn="l"/>
                <a:tab pos="306705" algn="l"/>
              </a:tabLst>
            </a:pPr>
            <a:r>
              <a:rPr sz="2800" spc="-5" dirty="0"/>
              <a:t>Conditional</a:t>
            </a:r>
            <a:r>
              <a:rPr sz="2800" spc="-50" dirty="0"/>
              <a:t> </a:t>
            </a:r>
            <a:r>
              <a:rPr sz="2800" spc="-5" dirty="0"/>
              <a:t>Statement</a:t>
            </a:r>
            <a:endParaRPr sz="2800"/>
          </a:p>
          <a:p>
            <a:pPr marL="306070" indent="-294005">
              <a:lnSpc>
                <a:spcPct val="100000"/>
              </a:lnSpc>
              <a:buClr>
                <a:srgbClr val="595959"/>
              </a:buClr>
              <a:buSzPct val="50000"/>
              <a:buFont typeface="Yu Gothic UI"/>
              <a:buChar char="❖"/>
              <a:tabLst>
                <a:tab pos="306070" algn="l"/>
                <a:tab pos="306705" algn="l"/>
              </a:tabLst>
            </a:pPr>
            <a:r>
              <a:rPr sz="2800" spc="-5" dirty="0"/>
              <a:t>Iteration</a:t>
            </a:r>
            <a:r>
              <a:rPr sz="2800" spc="-35" dirty="0"/>
              <a:t> </a:t>
            </a:r>
            <a:r>
              <a:rPr sz="2800" spc="-5" dirty="0"/>
              <a:t>or</a:t>
            </a:r>
            <a:r>
              <a:rPr sz="2800" spc="-25" dirty="0"/>
              <a:t> </a:t>
            </a:r>
            <a:r>
              <a:rPr sz="2800" spc="-5" dirty="0"/>
              <a:t>Looping</a:t>
            </a:r>
            <a:r>
              <a:rPr sz="2800" spc="-25" dirty="0"/>
              <a:t> </a:t>
            </a:r>
            <a:r>
              <a:rPr sz="2800" spc="-5" dirty="0"/>
              <a:t>Statement</a:t>
            </a:r>
            <a:endParaRPr sz="2800"/>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1245852" y="250874"/>
            <a:ext cx="7295515" cy="615950"/>
            <a:chOff x="1245852" y="250874"/>
            <a:chExt cx="7295515" cy="615950"/>
          </a:xfrm>
        </p:grpSpPr>
        <p:pic>
          <p:nvPicPr>
            <p:cNvPr id="3" name="object 3"/>
            <p:cNvPicPr/>
            <p:nvPr/>
          </p:nvPicPr>
          <p:blipFill>
            <a:blip r:embed="rId2" cstate="print"/>
            <a:stretch>
              <a:fillRect/>
            </a:stretch>
          </p:blipFill>
          <p:spPr>
            <a:xfrm>
              <a:off x="1245852" y="250874"/>
              <a:ext cx="7295238" cy="615785"/>
            </a:xfrm>
            <a:prstGeom prst="rect">
              <a:avLst/>
            </a:prstGeom>
          </p:spPr>
        </p:pic>
        <p:pic>
          <p:nvPicPr>
            <p:cNvPr id="4" name="object 4"/>
            <p:cNvPicPr/>
            <p:nvPr/>
          </p:nvPicPr>
          <p:blipFill>
            <a:blip r:embed="rId3" cstate="print"/>
            <a:stretch>
              <a:fillRect/>
            </a:stretch>
          </p:blipFill>
          <p:spPr>
            <a:xfrm>
              <a:off x="1285852" y="267874"/>
              <a:ext cx="7215237" cy="535784"/>
            </a:xfrm>
            <a:prstGeom prst="rect">
              <a:avLst/>
            </a:prstGeom>
          </p:spPr>
        </p:pic>
      </p:grpSp>
      <p:sp>
        <p:nvSpPr>
          <p:cNvPr id="5" name="object 5"/>
          <p:cNvSpPr txBox="1">
            <a:spLocks noGrp="1"/>
          </p:cNvSpPr>
          <p:nvPr>
            <p:ph type="title"/>
          </p:nvPr>
        </p:nvSpPr>
        <p:spPr>
          <a:prstGeom prst="rect">
            <a:avLst/>
          </a:prstGeom>
        </p:spPr>
        <p:txBody>
          <a:bodyPr vert="horz" wrap="square" lIns="0" tIns="74295" rIns="0" bIns="0" rtlCol="0">
            <a:spAutoFit/>
          </a:bodyPr>
          <a:lstStyle/>
          <a:p>
            <a:pPr marL="989965">
              <a:lnSpc>
                <a:spcPct val="100000"/>
              </a:lnSpc>
              <a:spcBef>
                <a:spcPts val="585"/>
              </a:spcBef>
            </a:pPr>
            <a:r>
              <a:rPr spc="5" dirty="0"/>
              <a:t>CONDITIONAL</a:t>
            </a:r>
            <a:r>
              <a:rPr spc="-40" dirty="0"/>
              <a:t> </a:t>
            </a:r>
            <a:r>
              <a:rPr spc="5" dirty="0"/>
              <a:t>CONSTRUCT</a:t>
            </a:r>
            <a:r>
              <a:rPr dirty="0"/>
              <a:t> </a:t>
            </a:r>
            <a:r>
              <a:rPr spc="10" dirty="0"/>
              <a:t>–</a:t>
            </a:r>
            <a:r>
              <a:rPr spc="5" dirty="0"/>
              <a:t> </a:t>
            </a:r>
            <a:r>
              <a:rPr dirty="0"/>
              <a:t>if </a:t>
            </a:r>
            <a:r>
              <a:rPr spc="5" dirty="0"/>
              <a:t>else </a:t>
            </a:r>
            <a:r>
              <a:rPr spc="-30" dirty="0"/>
              <a:t>STATEMENT</a:t>
            </a:r>
          </a:p>
        </p:txBody>
      </p:sp>
      <p:sp>
        <p:nvSpPr>
          <p:cNvPr id="6" name="object 6"/>
          <p:cNvSpPr txBox="1"/>
          <p:nvPr/>
        </p:nvSpPr>
        <p:spPr>
          <a:xfrm>
            <a:off x="1358877" y="1406230"/>
            <a:ext cx="7493634" cy="1854200"/>
          </a:xfrm>
          <a:prstGeom prst="rect">
            <a:avLst/>
          </a:prstGeom>
        </p:spPr>
        <p:txBody>
          <a:bodyPr vert="horz" wrap="square" lIns="0" tIns="12700" rIns="0" bIns="0" rtlCol="0">
            <a:spAutoFit/>
          </a:bodyPr>
          <a:lstStyle/>
          <a:p>
            <a:pPr marL="12700" marR="5080" algn="just">
              <a:lnSpc>
                <a:spcPct val="100000"/>
              </a:lnSpc>
              <a:spcBef>
                <a:spcPts val="100"/>
              </a:spcBef>
            </a:pPr>
            <a:r>
              <a:rPr sz="2400" spc="-5" dirty="0">
                <a:latin typeface="Arial MT"/>
                <a:cs typeface="Arial MT"/>
              </a:rPr>
              <a:t>Conditional </a:t>
            </a:r>
            <a:r>
              <a:rPr sz="2400" dirty="0">
                <a:latin typeface="Arial MT"/>
                <a:cs typeface="Arial MT"/>
              </a:rPr>
              <a:t>constructs (also known </a:t>
            </a:r>
            <a:r>
              <a:rPr sz="2400" spc="-5" dirty="0">
                <a:latin typeface="Arial MT"/>
                <a:cs typeface="Arial MT"/>
              </a:rPr>
              <a:t>as if </a:t>
            </a:r>
            <a:r>
              <a:rPr sz="2400" dirty="0">
                <a:latin typeface="Arial MT"/>
                <a:cs typeface="Arial MT"/>
              </a:rPr>
              <a:t>statements) </a:t>
            </a:r>
            <a:r>
              <a:rPr sz="2400" spc="5" dirty="0">
                <a:latin typeface="Arial MT"/>
                <a:cs typeface="Arial MT"/>
              </a:rPr>
              <a:t> </a:t>
            </a:r>
            <a:r>
              <a:rPr sz="2400" spc="-5" dirty="0">
                <a:latin typeface="Arial MT"/>
                <a:cs typeface="Arial MT"/>
              </a:rPr>
              <a:t>provide</a:t>
            </a:r>
            <a:r>
              <a:rPr sz="2400" dirty="0">
                <a:latin typeface="Arial MT"/>
                <a:cs typeface="Arial MT"/>
              </a:rPr>
              <a:t> a</a:t>
            </a:r>
            <a:r>
              <a:rPr sz="2400" spc="5" dirty="0">
                <a:latin typeface="Arial MT"/>
                <a:cs typeface="Arial MT"/>
              </a:rPr>
              <a:t> </a:t>
            </a:r>
            <a:r>
              <a:rPr sz="2400" spc="-5" dirty="0">
                <a:latin typeface="Arial MT"/>
                <a:cs typeface="Arial MT"/>
              </a:rPr>
              <a:t>way</a:t>
            </a:r>
            <a:r>
              <a:rPr sz="2400" dirty="0">
                <a:latin typeface="Arial MT"/>
                <a:cs typeface="Arial MT"/>
              </a:rPr>
              <a:t> </a:t>
            </a:r>
            <a:r>
              <a:rPr sz="2400" spc="-5" dirty="0">
                <a:latin typeface="Arial MT"/>
                <a:cs typeface="Arial MT"/>
              </a:rPr>
              <a:t>to</a:t>
            </a:r>
            <a:r>
              <a:rPr sz="2400" dirty="0">
                <a:latin typeface="Arial MT"/>
                <a:cs typeface="Arial MT"/>
              </a:rPr>
              <a:t> </a:t>
            </a:r>
            <a:r>
              <a:rPr sz="2400" spc="-5" dirty="0">
                <a:latin typeface="Arial MT"/>
                <a:cs typeface="Arial MT"/>
              </a:rPr>
              <a:t>execute</a:t>
            </a:r>
            <a:r>
              <a:rPr sz="2400" dirty="0">
                <a:latin typeface="Arial MT"/>
                <a:cs typeface="Arial MT"/>
              </a:rPr>
              <a:t> a</a:t>
            </a:r>
            <a:r>
              <a:rPr sz="2400" spc="5" dirty="0">
                <a:latin typeface="Arial MT"/>
                <a:cs typeface="Arial MT"/>
              </a:rPr>
              <a:t> </a:t>
            </a:r>
            <a:r>
              <a:rPr sz="2400" dirty="0">
                <a:latin typeface="Arial MT"/>
                <a:cs typeface="Arial MT"/>
              </a:rPr>
              <a:t>chosen</a:t>
            </a:r>
            <a:r>
              <a:rPr sz="2400" spc="5" dirty="0">
                <a:latin typeface="Arial MT"/>
                <a:cs typeface="Arial MT"/>
              </a:rPr>
              <a:t> </a:t>
            </a:r>
            <a:r>
              <a:rPr sz="2400" spc="-5" dirty="0">
                <a:latin typeface="Arial MT"/>
                <a:cs typeface="Arial MT"/>
              </a:rPr>
              <a:t>block</a:t>
            </a:r>
            <a:r>
              <a:rPr sz="2400" spc="655" dirty="0">
                <a:latin typeface="Arial MT"/>
                <a:cs typeface="Arial MT"/>
              </a:rPr>
              <a:t> </a:t>
            </a:r>
            <a:r>
              <a:rPr sz="2400" spc="-5" dirty="0">
                <a:latin typeface="Arial MT"/>
                <a:cs typeface="Arial MT"/>
              </a:rPr>
              <a:t>of</a:t>
            </a:r>
            <a:r>
              <a:rPr sz="2400" spc="655" dirty="0">
                <a:latin typeface="Arial MT"/>
                <a:cs typeface="Arial MT"/>
              </a:rPr>
              <a:t> </a:t>
            </a:r>
            <a:r>
              <a:rPr sz="2400" dirty="0">
                <a:latin typeface="Arial MT"/>
                <a:cs typeface="Arial MT"/>
              </a:rPr>
              <a:t>code </a:t>
            </a:r>
            <a:r>
              <a:rPr sz="2400" spc="5" dirty="0">
                <a:latin typeface="Arial MT"/>
                <a:cs typeface="Arial MT"/>
              </a:rPr>
              <a:t> </a:t>
            </a:r>
            <a:r>
              <a:rPr sz="2400" spc="-5" dirty="0">
                <a:latin typeface="Arial MT"/>
                <a:cs typeface="Arial MT"/>
              </a:rPr>
              <a:t>based</a:t>
            </a:r>
            <a:r>
              <a:rPr sz="2400" dirty="0">
                <a:latin typeface="Arial MT"/>
                <a:cs typeface="Arial MT"/>
              </a:rPr>
              <a:t> </a:t>
            </a:r>
            <a:r>
              <a:rPr sz="2400" spc="-5" dirty="0">
                <a:latin typeface="Arial MT"/>
                <a:cs typeface="Arial MT"/>
              </a:rPr>
              <a:t>on</a:t>
            </a:r>
            <a:r>
              <a:rPr sz="2400" dirty="0">
                <a:latin typeface="Arial MT"/>
                <a:cs typeface="Arial MT"/>
              </a:rPr>
              <a:t> </a:t>
            </a:r>
            <a:r>
              <a:rPr sz="2400" spc="-5" dirty="0">
                <a:latin typeface="Arial MT"/>
                <a:cs typeface="Arial MT"/>
              </a:rPr>
              <a:t>the</a:t>
            </a:r>
            <a:r>
              <a:rPr sz="2400" dirty="0">
                <a:latin typeface="Arial MT"/>
                <a:cs typeface="Arial MT"/>
              </a:rPr>
              <a:t> run-time</a:t>
            </a:r>
            <a:r>
              <a:rPr sz="2400" spc="5" dirty="0">
                <a:latin typeface="Arial MT"/>
                <a:cs typeface="Arial MT"/>
              </a:rPr>
              <a:t> </a:t>
            </a:r>
            <a:r>
              <a:rPr sz="2400" spc="-5" dirty="0">
                <a:latin typeface="Arial MT"/>
                <a:cs typeface="Arial MT"/>
              </a:rPr>
              <a:t>evaluation</a:t>
            </a:r>
            <a:r>
              <a:rPr sz="2400" dirty="0">
                <a:latin typeface="Arial MT"/>
                <a:cs typeface="Arial MT"/>
              </a:rPr>
              <a:t> </a:t>
            </a:r>
            <a:r>
              <a:rPr sz="2400" spc="-5" dirty="0">
                <a:latin typeface="Arial MT"/>
                <a:cs typeface="Arial MT"/>
              </a:rPr>
              <a:t>of</a:t>
            </a:r>
            <a:r>
              <a:rPr sz="2400" dirty="0">
                <a:latin typeface="Arial MT"/>
                <a:cs typeface="Arial MT"/>
              </a:rPr>
              <a:t> </a:t>
            </a:r>
            <a:r>
              <a:rPr sz="2400" spc="-5" dirty="0">
                <a:latin typeface="Arial MT"/>
                <a:cs typeface="Arial MT"/>
              </a:rPr>
              <a:t>one</a:t>
            </a:r>
            <a:r>
              <a:rPr sz="2400" dirty="0">
                <a:latin typeface="Arial MT"/>
                <a:cs typeface="Arial MT"/>
              </a:rPr>
              <a:t> </a:t>
            </a:r>
            <a:r>
              <a:rPr sz="2400" spc="-5" dirty="0">
                <a:latin typeface="Arial MT"/>
                <a:cs typeface="Arial MT"/>
              </a:rPr>
              <a:t>or</a:t>
            </a:r>
            <a:r>
              <a:rPr sz="2400" dirty="0">
                <a:latin typeface="Arial MT"/>
                <a:cs typeface="Arial MT"/>
              </a:rPr>
              <a:t> more </a:t>
            </a:r>
            <a:r>
              <a:rPr sz="2400" spc="5" dirty="0">
                <a:latin typeface="Arial MT"/>
                <a:cs typeface="Arial MT"/>
              </a:rPr>
              <a:t> </a:t>
            </a:r>
            <a:r>
              <a:rPr sz="2400" spc="-5" dirty="0">
                <a:latin typeface="Arial MT"/>
                <a:cs typeface="Arial MT"/>
              </a:rPr>
              <a:t>Boolean expressions. In Python, the </a:t>
            </a:r>
            <a:r>
              <a:rPr sz="2400" dirty="0">
                <a:latin typeface="Arial MT"/>
                <a:cs typeface="Arial MT"/>
              </a:rPr>
              <a:t>most </a:t>
            </a:r>
            <a:r>
              <a:rPr sz="2400" spc="-5" dirty="0">
                <a:latin typeface="Arial MT"/>
                <a:cs typeface="Arial MT"/>
              </a:rPr>
              <a:t>general form </a:t>
            </a:r>
            <a:r>
              <a:rPr sz="2400" spc="-655" dirty="0">
                <a:latin typeface="Arial MT"/>
                <a:cs typeface="Arial MT"/>
              </a:rPr>
              <a:t> </a:t>
            </a:r>
            <a:r>
              <a:rPr sz="2400" spc="-5" dirty="0">
                <a:latin typeface="Arial MT"/>
                <a:cs typeface="Arial MT"/>
              </a:rPr>
              <a:t>of</a:t>
            </a:r>
            <a:r>
              <a:rPr sz="2400" spc="-10" dirty="0">
                <a:latin typeface="Arial MT"/>
                <a:cs typeface="Arial MT"/>
              </a:rPr>
              <a:t> </a:t>
            </a:r>
            <a:r>
              <a:rPr sz="2400" dirty="0">
                <a:latin typeface="Arial MT"/>
                <a:cs typeface="Arial MT"/>
              </a:rPr>
              <a:t>a</a:t>
            </a:r>
            <a:r>
              <a:rPr sz="2400" spc="-5" dirty="0">
                <a:latin typeface="Arial MT"/>
                <a:cs typeface="Arial MT"/>
              </a:rPr>
              <a:t> </a:t>
            </a:r>
            <a:r>
              <a:rPr sz="2400" dirty="0">
                <a:latin typeface="Arial MT"/>
                <a:cs typeface="Arial MT"/>
              </a:rPr>
              <a:t>conditional</a:t>
            </a:r>
            <a:r>
              <a:rPr sz="2400" spc="-10" dirty="0">
                <a:latin typeface="Arial MT"/>
                <a:cs typeface="Arial MT"/>
              </a:rPr>
              <a:t> </a:t>
            </a:r>
            <a:r>
              <a:rPr sz="2400" spc="-5" dirty="0">
                <a:latin typeface="Arial MT"/>
                <a:cs typeface="Arial MT"/>
              </a:rPr>
              <a:t>is written</a:t>
            </a:r>
            <a:r>
              <a:rPr sz="2400" spc="-10" dirty="0">
                <a:latin typeface="Arial MT"/>
                <a:cs typeface="Arial MT"/>
              </a:rPr>
              <a:t> </a:t>
            </a:r>
            <a:r>
              <a:rPr sz="2400" spc="-5" dirty="0">
                <a:latin typeface="Arial MT"/>
                <a:cs typeface="Arial MT"/>
              </a:rPr>
              <a:t>as follows:</a:t>
            </a:r>
            <a:endParaRPr sz="2400">
              <a:latin typeface="Arial MT"/>
              <a:cs typeface="Arial MT"/>
            </a:endParaRPr>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74295" rIns="0" bIns="0" rtlCol="0">
            <a:spAutoFit/>
          </a:bodyPr>
          <a:lstStyle/>
          <a:p>
            <a:pPr marL="989965">
              <a:lnSpc>
                <a:spcPct val="100000"/>
              </a:lnSpc>
              <a:spcBef>
                <a:spcPts val="585"/>
              </a:spcBef>
            </a:pPr>
            <a:r>
              <a:rPr spc="5" dirty="0"/>
              <a:t>CONDITIONAL</a:t>
            </a:r>
            <a:r>
              <a:rPr spc="-40" dirty="0"/>
              <a:t> </a:t>
            </a:r>
            <a:r>
              <a:rPr spc="5" dirty="0"/>
              <a:t>CONSTRUCT</a:t>
            </a:r>
            <a:r>
              <a:rPr dirty="0"/>
              <a:t> </a:t>
            </a:r>
            <a:r>
              <a:rPr spc="10" dirty="0"/>
              <a:t>–</a:t>
            </a:r>
            <a:r>
              <a:rPr spc="5" dirty="0"/>
              <a:t> </a:t>
            </a:r>
            <a:r>
              <a:rPr dirty="0"/>
              <a:t>if </a:t>
            </a:r>
            <a:r>
              <a:rPr spc="5" dirty="0"/>
              <a:t>else </a:t>
            </a:r>
            <a:r>
              <a:rPr spc="-30" dirty="0"/>
              <a:t>STATEMENT</a:t>
            </a:r>
          </a:p>
        </p:txBody>
      </p:sp>
      <p:sp>
        <p:nvSpPr>
          <p:cNvPr id="3" name="object 3"/>
          <p:cNvSpPr txBox="1"/>
          <p:nvPr/>
        </p:nvSpPr>
        <p:spPr>
          <a:xfrm>
            <a:off x="2228391" y="1671673"/>
            <a:ext cx="2648585" cy="2768600"/>
          </a:xfrm>
          <a:prstGeom prst="rect">
            <a:avLst/>
          </a:prstGeom>
        </p:spPr>
        <p:txBody>
          <a:bodyPr vert="horz" wrap="square" lIns="0" tIns="12700" rIns="0" bIns="0" rtlCol="0">
            <a:spAutoFit/>
          </a:bodyPr>
          <a:lstStyle/>
          <a:p>
            <a:pPr marL="12700">
              <a:lnSpc>
                <a:spcPct val="100000"/>
              </a:lnSpc>
              <a:spcBef>
                <a:spcPts val="100"/>
              </a:spcBef>
            </a:pPr>
            <a:r>
              <a:rPr sz="2000" spc="-5" dirty="0">
                <a:latin typeface="Arial MT"/>
                <a:cs typeface="Arial MT"/>
              </a:rPr>
              <a:t>Syntax:</a:t>
            </a:r>
            <a:endParaRPr sz="2000">
              <a:latin typeface="Arial MT"/>
              <a:cs typeface="Arial MT"/>
            </a:endParaRPr>
          </a:p>
          <a:p>
            <a:pPr marL="364490" marR="626110" indent="-351790">
              <a:lnSpc>
                <a:spcPct val="100000"/>
              </a:lnSpc>
            </a:pPr>
            <a:r>
              <a:rPr sz="2000" b="1" spc="-5" dirty="0">
                <a:latin typeface="Arial"/>
                <a:cs typeface="Arial"/>
              </a:rPr>
              <a:t>if</a:t>
            </a:r>
            <a:r>
              <a:rPr sz="2000" b="1" spc="-50" dirty="0">
                <a:latin typeface="Arial"/>
                <a:cs typeface="Arial"/>
              </a:rPr>
              <a:t> </a:t>
            </a:r>
            <a:r>
              <a:rPr sz="2000" b="1" dirty="0">
                <a:latin typeface="Arial"/>
                <a:cs typeface="Arial"/>
              </a:rPr>
              <a:t>first</a:t>
            </a:r>
            <a:r>
              <a:rPr sz="2000" b="1" spc="-50" dirty="0">
                <a:latin typeface="Arial"/>
                <a:cs typeface="Arial"/>
              </a:rPr>
              <a:t> </a:t>
            </a:r>
            <a:r>
              <a:rPr sz="2000" b="1" spc="-5" dirty="0">
                <a:latin typeface="Arial"/>
                <a:cs typeface="Arial"/>
              </a:rPr>
              <a:t>condition: </a:t>
            </a:r>
            <a:r>
              <a:rPr sz="2000" b="1" spc="-545" dirty="0">
                <a:latin typeface="Arial"/>
                <a:cs typeface="Arial"/>
              </a:rPr>
              <a:t> </a:t>
            </a:r>
            <a:r>
              <a:rPr sz="2000" b="1" dirty="0">
                <a:latin typeface="Arial"/>
                <a:cs typeface="Arial"/>
              </a:rPr>
              <a:t>first</a:t>
            </a:r>
            <a:r>
              <a:rPr sz="2000" b="1" spc="-20" dirty="0">
                <a:latin typeface="Arial"/>
                <a:cs typeface="Arial"/>
              </a:rPr>
              <a:t> </a:t>
            </a:r>
            <a:r>
              <a:rPr sz="2000" b="1" spc="-5" dirty="0">
                <a:latin typeface="Arial"/>
                <a:cs typeface="Arial"/>
              </a:rPr>
              <a:t>body</a:t>
            </a:r>
            <a:endParaRPr sz="2000">
              <a:latin typeface="Arial"/>
              <a:cs typeface="Arial"/>
            </a:endParaRPr>
          </a:p>
          <a:p>
            <a:pPr marL="364490" marR="5080" indent="-351790">
              <a:lnSpc>
                <a:spcPct val="100000"/>
              </a:lnSpc>
            </a:pPr>
            <a:r>
              <a:rPr sz="2000" b="1" spc="-5" dirty="0">
                <a:latin typeface="Arial"/>
                <a:cs typeface="Arial"/>
              </a:rPr>
              <a:t>elif</a:t>
            </a:r>
            <a:r>
              <a:rPr sz="2000" b="1" spc="-50" dirty="0">
                <a:latin typeface="Arial"/>
                <a:cs typeface="Arial"/>
              </a:rPr>
              <a:t> </a:t>
            </a:r>
            <a:r>
              <a:rPr sz="2000" b="1" spc="-5" dirty="0">
                <a:latin typeface="Arial"/>
                <a:cs typeface="Arial"/>
              </a:rPr>
              <a:t>second</a:t>
            </a:r>
            <a:r>
              <a:rPr sz="2000" b="1" spc="-45" dirty="0">
                <a:latin typeface="Arial"/>
                <a:cs typeface="Arial"/>
              </a:rPr>
              <a:t> </a:t>
            </a:r>
            <a:r>
              <a:rPr sz="2000" b="1" spc="-5" dirty="0">
                <a:latin typeface="Arial"/>
                <a:cs typeface="Arial"/>
              </a:rPr>
              <a:t>condition: </a:t>
            </a:r>
            <a:r>
              <a:rPr sz="2000" b="1" spc="-540" dirty="0">
                <a:latin typeface="Arial"/>
                <a:cs typeface="Arial"/>
              </a:rPr>
              <a:t> </a:t>
            </a:r>
            <a:r>
              <a:rPr sz="2000" b="1" spc="-5" dirty="0">
                <a:latin typeface="Arial"/>
                <a:cs typeface="Arial"/>
              </a:rPr>
              <a:t>second</a:t>
            </a:r>
            <a:r>
              <a:rPr sz="2000" b="1" spc="-15" dirty="0">
                <a:latin typeface="Arial"/>
                <a:cs typeface="Arial"/>
              </a:rPr>
              <a:t> </a:t>
            </a:r>
            <a:r>
              <a:rPr sz="2000" b="1" spc="-5" dirty="0">
                <a:latin typeface="Arial"/>
                <a:cs typeface="Arial"/>
              </a:rPr>
              <a:t>body</a:t>
            </a:r>
            <a:endParaRPr sz="2000">
              <a:latin typeface="Arial"/>
              <a:cs typeface="Arial"/>
            </a:endParaRPr>
          </a:p>
          <a:p>
            <a:pPr marL="434340" marR="329565" indent="-422275">
              <a:lnSpc>
                <a:spcPct val="100000"/>
              </a:lnSpc>
            </a:pPr>
            <a:r>
              <a:rPr sz="2000" b="1" spc="-5" dirty="0">
                <a:latin typeface="Arial"/>
                <a:cs typeface="Arial"/>
              </a:rPr>
              <a:t>elif</a:t>
            </a:r>
            <a:r>
              <a:rPr sz="2000" b="1" spc="-50" dirty="0">
                <a:latin typeface="Arial"/>
                <a:cs typeface="Arial"/>
              </a:rPr>
              <a:t> </a:t>
            </a:r>
            <a:r>
              <a:rPr sz="2000" b="1" dirty="0">
                <a:latin typeface="Arial"/>
                <a:cs typeface="Arial"/>
              </a:rPr>
              <a:t>third</a:t>
            </a:r>
            <a:r>
              <a:rPr sz="2000" b="1" spc="-50" dirty="0">
                <a:latin typeface="Arial"/>
                <a:cs typeface="Arial"/>
              </a:rPr>
              <a:t> </a:t>
            </a:r>
            <a:r>
              <a:rPr sz="2000" b="1" spc="-5" dirty="0">
                <a:latin typeface="Arial"/>
                <a:cs typeface="Arial"/>
              </a:rPr>
              <a:t>condition: </a:t>
            </a:r>
            <a:r>
              <a:rPr sz="2000" b="1" spc="-540" dirty="0">
                <a:latin typeface="Arial"/>
                <a:cs typeface="Arial"/>
              </a:rPr>
              <a:t> </a:t>
            </a:r>
            <a:r>
              <a:rPr sz="2000" b="1" dirty="0">
                <a:latin typeface="Arial"/>
                <a:cs typeface="Arial"/>
              </a:rPr>
              <a:t>third</a:t>
            </a:r>
            <a:r>
              <a:rPr sz="2000" b="1" spc="-15" dirty="0">
                <a:latin typeface="Arial"/>
                <a:cs typeface="Arial"/>
              </a:rPr>
              <a:t> </a:t>
            </a:r>
            <a:r>
              <a:rPr sz="2000" b="1" spc="-5" dirty="0">
                <a:latin typeface="Arial"/>
                <a:cs typeface="Arial"/>
              </a:rPr>
              <a:t>body</a:t>
            </a:r>
            <a:endParaRPr sz="2000">
              <a:latin typeface="Arial"/>
              <a:cs typeface="Arial"/>
            </a:endParaRPr>
          </a:p>
          <a:p>
            <a:pPr marL="12700">
              <a:lnSpc>
                <a:spcPct val="100000"/>
              </a:lnSpc>
            </a:pPr>
            <a:r>
              <a:rPr sz="2000" b="1" spc="-5" dirty="0">
                <a:latin typeface="Arial"/>
                <a:cs typeface="Arial"/>
              </a:rPr>
              <a:t>else:</a:t>
            </a:r>
            <a:endParaRPr sz="2000">
              <a:latin typeface="Arial"/>
              <a:cs typeface="Arial"/>
            </a:endParaRPr>
          </a:p>
          <a:p>
            <a:pPr marL="434340">
              <a:lnSpc>
                <a:spcPct val="100000"/>
              </a:lnSpc>
            </a:pPr>
            <a:r>
              <a:rPr sz="2000" b="1" dirty="0">
                <a:latin typeface="Arial"/>
                <a:cs typeface="Arial"/>
              </a:rPr>
              <a:t>fourth</a:t>
            </a:r>
            <a:r>
              <a:rPr sz="2000" b="1" spc="-55" dirty="0">
                <a:latin typeface="Arial"/>
                <a:cs typeface="Arial"/>
              </a:rPr>
              <a:t> </a:t>
            </a:r>
            <a:r>
              <a:rPr sz="2000" b="1" spc="-5" dirty="0">
                <a:latin typeface="Arial"/>
                <a:cs typeface="Arial"/>
              </a:rPr>
              <a:t>body</a:t>
            </a:r>
            <a:endParaRPr sz="2000">
              <a:latin typeface="Arial"/>
              <a:cs typeface="Arial"/>
            </a:endParaRPr>
          </a:p>
        </p:txBody>
      </p:sp>
      <p:grpSp>
        <p:nvGrpSpPr>
          <p:cNvPr id="4" name="object 4"/>
          <p:cNvGrpSpPr/>
          <p:nvPr/>
        </p:nvGrpSpPr>
        <p:grpSpPr>
          <a:xfrm>
            <a:off x="6460826" y="1215287"/>
            <a:ext cx="2437765" cy="669925"/>
            <a:chOff x="6460826" y="1215287"/>
            <a:chExt cx="2437765" cy="669925"/>
          </a:xfrm>
        </p:grpSpPr>
        <p:pic>
          <p:nvPicPr>
            <p:cNvPr id="5" name="object 5"/>
            <p:cNvPicPr/>
            <p:nvPr/>
          </p:nvPicPr>
          <p:blipFill>
            <a:blip r:embed="rId2" cstate="print"/>
            <a:stretch>
              <a:fillRect/>
            </a:stretch>
          </p:blipFill>
          <p:spPr>
            <a:xfrm>
              <a:off x="6460826" y="1215287"/>
              <a:ext cx="2437454" cy="669364"/>
            </a:xfrm>
            <a:prstGeom prst="rect">
              <a:avLst/>
            </a:prstGeom>
          </p:spPr>
        </p:pic>
        <p:pic>
          <p:nvPicPr>
            <p:cNvPr id="6" name="object 6"/>
            <p:cNvPicPr/>
            <p:nvPr/>
          </p:nvPicPr>
          <p:blipFill>
            <a:blip r:embed="rId3" cstate="print"/>
            <a:stretch>
              <a:fillRect/>
            </a:stretch>
          </p:blipFill>
          <p:spPr>
            <a:xfrm>
              <a:off x="6500826" y="1232287"/>
              <a:ext cx="2357453" cy="589363"/>
            </a:xfrm>
            <a:prstGeom prst="rect">
              <a:avLst/>
            </a:prstGeom>
          </p:spPr>
        </p:pic>
      </p:grpSp>
      <p:sp>
        <p:nvSpPr>
          <p:cNvPr id="7" name="object 7"/>
          <p:cNvSpPr txBox="1"/>
          <p:nvPr/>
        </p:nvSpPr>
        <p:spPr>
          <a:xfrm>
            <a:off x="6500826" y="1232286"/>
            <a:ext cx="2357755" cy="589915"/>
          </a:xfrm>
          <a:prstGeom prst="rect">
            <a:avLst/>
          </a:prstGeom>
        </p:spPr>
        <p:txBody>
          <a:bodyPr vert="horz" wrap="square" lIns="0" tIns="66675" rIns="0" bIns="0" rtlCol="0">
            <a:spAutoFit/>
          </a:bodyPr>
          <a:lstStyle/>
          <a:p>
            <a:pPr marL="102235">
              <a:lnSpc>
                <a:spcPct val="100000"/>
              </a:lnSpc>
              <a:spcBef>
                <a:spcPts val="525"/>
              </a:spcBef>
            </a:pPr>
            <a:r>
              <a:rPr sz="2800" b="1" dirty="0">
                <a:latin typeface="Arial"/>
                <a:cs typeface="Arial"/>
              </a:rPr>
              <a:t>:</a:t>
            </a:r>
            <a:r>
              <a:rPr sz="2800" b="1" spc="-40" dirty="0">
                <a:latin typeface="Arial"/>
                <a:cs typeface="Arial"/>
              </a:rPr>
              <a:t> </a:t>
            </a:r>
            <a:r>
              <a:rPr sz="2800" b="1" spc="-5" dirty="0">
                <a:latin typeface="Arial"/>
                <a:cs typeface="Arial"/>
              </a:rPr>
              <a:t>Colon</a:t>
            </a:r>
            <a:r>
              <a:rPr sz="2800" b="1" spc="-35" dirty="0">
                <a:latin typeface="Arial"/>
                <a:cs typeface="Arial"/>
              </a:rPr>
              <a:t> </a:t>
            </a:r>
            <a:r>
              <a:rPr sz="2800" b="1" dirty="0">
                <a:latin typeface="Arial"/>
                <a:cs typeface="Arial"/>
              </a:rPr>
              <a:t>Must</a:t>
            </a:r>
            <a:endParaRPr sz="2800">
              <a:latin typeface="Arial"/>
              <a:cs typeface="Arial"/>
            </a:endParaRPr>
          </a:p>
        </p:txBody>
      </p:sp>
      <p:grpSp>
        <p:nvGrpSpPr>
          <p:cNvPr id="8" name="object 8"/>
          <p:cNvGrpSpPr/>
          <p:nvPr/>
        </p:nvGrpSpPr>
        <p:grpSpPr>
          <a:xfrm>
            <a:off x="4431987" y="1776671"/>
            <a:ext cx="3352800" cy="2387600"/>
            <a:chOff x="4431987" y="1776671"/>
            <a:chExt cx="3352800" cy="2387600"/>
          </a:xfrm>
        </p:grpSpPr>
        <p:pic>
          <p:nvPicPr>
            <p:cNvPr id="9" name="object 9"/>
            <p:cNvPicPr/>
            <p:nvPr/>
          </p:nvPicPr>
          <p:blipFill>
            <a:blip r:embed="rId4" cstate="print"/>
            <a:stretch>
              <a:fillRect/>
            </a:stretch>
          </p:blipFill>
          <p:spPr>
            <a:xfrm>
              <a:off x="4431987" y="2097547"/>
              <a:ext cx="3351860" cy="138340"/>
            </a:xfrm>
            <a:prstGeom prst="rect">
              <a:avLst/>
            </a:prstGeom>
          </p:spPr>
        </p:pic>
        <p:sp>
          <p:nvSpPr>
            <p:cNvPr id="10" name="object 10"/>
            <p:cNvSpPr/>
            <p:nvPr/>
          </p:nvSpPr>
          <p:spPr>
            <a:xfrm>
              <a:off x="4696420" y="2143194"/>
              <a:ext cx="3019425" cy="1270"/>
            </a:xfrm>
            <a:custGeom>
              <a:avLst/>
              <a:gdLst/>
              <a:ahLst/>
              <a:cxnLst/>
              <a:rect l="l" t="t" r="r" b="b"/>
              <a:pathLst>
                <a:path w="3019425" h="1269">
                  <a:moveTo>
                    <a:pt x="3018851" y="1118"/>
                  </a:moveTo>
                  <a:lnTo>
                    <a:pt x="0" y="0"/>
                  </a:lnTo>
                </a:path>
              </a:pathLst>
            </a:custGeom>
            <a:ln w="57149">
              <a:solidFill>
                <a:srgbClr val="FFFFFF"/>
              </a:solidFill>
            </a:ln>
          </p:spPr>
          <p:txBody>
            <a:bodyPr wrap="square" lIns="0" tIns="0" rIns="0" bIns="0" rtlCol="0"/>
            <a:lstStyle/>
            <a:p>
              <a:endParaRPr/>
            </a:p>
          </p:txBody>
        </p:sp>
        <p:pic>
          <p:nvPicPr>
            <p:cNvPr id="11" name="object 11"/>
            <p:cNvPicPr/>
            <p:nvPr/>
          </p:nvPicPr>
          <p:blipFill>
            <a:blip r:embed="rId5" cstate="print"/>
            <a:stretch>
              <a:fillRect/>
            </a:stretch>
          </p:blipFill>
          <p:spPr>
            <a:xfrm>
              <a:off x="4555534" y="2050373"/>
              <a:ext cx="233753" cy="185689"/>
            </a:xfrm>
            <a:prstGeom prst="rect">
              <a:avLst/>
            </a:prstGeom>
          </p:spPr>
        </p:pic>
        <p:pic>
          <p:nvPicPr>
            <p:cNvPr id="12" name="object 12"/>
            <p:cNvPicPr/>
            <p:nvPr/>
          </p:nvPicPr>
          <p:blipFill>
            <a:blip r:embed="rId6" cstate="print"/>
            <a:stretch>
              <a:fillRect/>
            </a:stretch>
          </p:blipFill>
          <p:spPr>
            <a:xfrm>
              <a:off x="7645903" y="1776671"/>
              <a:ext cx="138738" cy="2387447"/>
            </a:xfrm>
            <a:prstGeom prst="rect">
              <a:avLst/>
            </a:prstGeom>
          </p:spPr>
        </p:pic>
        <p:sp>
          <p:nvSpPr>
            <p:cNvPr id="13" name="object 13"/>
            <p:cNvSpPr/>
            <p:nvPr/>
          </p:nvSpPr>
          <p:spPr>
            <a:xfrm>
              <a:off x="7714477" y="1822246"/>
              <a:ext cx="1905" cy="2250440"/>
            </a:xfrm>
            <a:custGeom>
              <a:avLst/>
              <a:gdLst/>
              <a:ahLst/>
              <a:cxnLst/>
              <a:rect l="l" t="t" r="r" b="b"/>
              <a:pathLst>
                <a:path w="1904" h="2250440">
                  <a:moveTo>
                    <a:pt x="1588" y="0"/>
                  </a:moveTo>
                  <a:lnTo>
                    <a:pt x="0" y="2250296"/>
                  </a:lnTo>
                </a:path>
              </a:pathLst>
            </a:custGeom>
            <a:ln w="57149">
              <a:solidFill>
                <a:srgbClr val="FFFFFF"/>
              </a:solidFill>
            </a:ln>
          </p:spPr>
          <p:txBody>
            <a:bodyPr wrap="square" lIns="0" tIns="0" rIns="0" bIns="0" rtlCol="0"/>
            <a:lstStyle/>
            <a:p>
              <a:endParaRPr/>
            </a:p>
          </p:txBody>
        </p:sp>
        <p:pic>
          <p:nvPicPr>
            <p:cNvPr id="14" name="object 14"/>
            <p:cNvPicPr/>
            <p:nvPr/>
          </p:nvPicPr>
          <p:blipFill>
            <a:blip r:embed="rId7" cstate="print"/>
            <a:stretch>
              <a:fillRect/>
            </a:stretch>
          </p:blipFill>
          <p:spPr>
            <a:xfrm>
              <a:off x="5003491" y="2794068"/>
              <a:ext cx="2780356" cy="138340"/>
            </a:xfrm>
            <a:prstGeom prst="rect">
              <a:avLst/>
            </a:prstGeom>
          </p:spPr>
        </p:pic>
        <p:sp>
          <p:nvSpPr>
            <p:cNvPr id="15" name="object 15"/>
            <p:cNvSpPr/>
            <p:nvPr/>
          </p:nvSpPr>
          <p:spPr>
            <a:xfrm>
              <a:off x="5267923" y="2839731"/>
              <a:ext cx="2447925" cy="1270"/>
            </a:xfrm>
            <a:custGeom>
              <a:avLst/>
              <a:gdLst/>
              <a:ahLst/>
              <a:cxnLst/>
              <a:rect l="l" t="t" r="r" b="b"/>
              <a:pathLst>
                <a:path w="2447925" h="1269">
                  <a:moveTo>
                    <a:pt x="2447348" y="1102"/>
                  </a:moveTo>
                  <a:lnTo>
                    <a:pt x="0" y="0"/>
                  </a:lnTo>
                </a:path>
              </a:pathLst>
            </a:custGeom>
            <a:ln w="57149">
              <a:solidFill>
                <a:srgbClr val="FFFFFF"/>
              </a:solidFill>
            </a:ln>
          </p:spPr>
          <p:txBody>
            <a:bodyPr wrap="square" lIns="0" tIns="0" rIns="0" bIns="0" rtlCol="0"/>
            <a:lstStyle/>
            <a:p>
              <a:endParaRPr/>
            </a:p>
          </p:txBody>
        </p:sp>
        <p:pic>
          <p:nvPicPr>
            <p:cNvPr id="16" name="object 16"/>
            <p:cNvPicPr/>
            <p:nvPr/>
          </p:nvPicPr>
          <p:blipFill>
            <a:blip r:embed="rId8" cstate="print"/>
            <a:stretch>
              <a:fillRect/>
            </a:stretch>
          </p:blipFill>
          <p:spPr>
            <a:xfrm>
              <a:off x="5127038" y="2746915"/>
              <a:ext cx="233759" cy="185689"/>
            </a:xfrm>
            <a:prstGeom prst="rect">
              <a:avLst/>
            </a:prstGeom>
          </p:spPr>
        </p:pic>
        <p:pic>
          <p:nvPicPr>
            <p:cNvPr id="17" name="object 17"/>
            <p:cNvPicPr/>
            <p:nvPr/>
          </p:nvPicPr>
          <p:blipFill>
            <a:blip r:embed="rId9" cstate="print"/>
            <a:stretch>
              <a:fillRect/>
            </a:stretch>
          </p:blipFill>
          <p:spPr>
            <a:xfrm>
              <a:off x="4646301" y="3383431"/>
              <a:ext cx="3137546" cy="138340"/>
            </a:xfrm>
            <a:prstGeom prst="rect">
              <a:avLst/>
            </a:prstGeom>
          </p:spPr>
        </p:pic>
        <p:sp>
          <p:nvSpPr>
            <p:cNvPr id="18" name="object 18"/>
            <p:cNvSpPr/>
            <p:nvPr/>
          </p:nvSpPr>
          <p:spPr>
            <a:xfrm>
              <a:off x="4910734" y="3429083"/>
              <a:ext cx="2804795" cy="1270"/>
            </a:xfrm>
            <a:custGeom>
              <a:avLst/>
              <a:gdLst/>
              <a:ahLst/>
              <a:cxnLst/>
              <a:rect l="l" t="t" r="r" b="b"/>
              <a:pathLst>
                <a:path w="2804795" h="1270">
                  <a:moveTo>
                    <a:pt x="2804537" y="1113"/>
                  </a:moveTo>
                  <a:lnTo>
                    <a:pt x="0" y="0"/>
                  </a:lnTo>
                </a:path>
              </a:pathLst>
            </a:custGeom>
            <a:ln w="57149">
              <a:solidFill>
                <a:srgbClr val="FFFFFF"/>
              </a:solidFill>
            </a:ln>
          </p:spPr>
          <p:txBody>
            <a:bodyPr wrap="square" lIns="0" tIns="0" rIns="0" bIns="0" rtlCol="0"/>
            <a:lstStyle/>
            <a:p>
              <a:endParaRPr/>
            </a:p>
          </p:txBody>
        </p:sp>
        <p:pic>
          <p:nvPicPr>
            <p:cNvPr id="19" name="object 19"/>
            <p:cNvPicPr/>
            <p:nvPr/>
          </p:nvPicPr>
          <p:blipFill>
            <a:blip r:embed="rId10" cstate="print"/>
            <a:stretch>
              <a:fillRect/>
            </a:stretch>
          </p:blipFill>
          <p:spPr>
            <a:xfrm>
              <a:off x="4769848" y="3336264"/>
              <a:ext cx="233755" cy="185689"/>
            </a:xfrm>
            <a:prstGeom prst="rect">
              <a:avLst/>
            </a:prstGeom>
          </p:spPr>
        </p:pic>
      </p:gr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1531604" y="304453"/>
            <a:ext cx="7295515" cy="615950"/>
            <a:chOff x="1531604" y="304453"/>
            <a:chExt cx="7295515" cy="615950"/>
          </a:xfrm>
        </p:grpSpPr>
        <p:pic>
          <p:nvPicPr>
            <p:cNvPr id="3" name="object 3"/>
            <p:cNvPicPr/>
            <p:nvPr/>
          </p:nvPicPr>
          <p:blipFill>
            <a:blip r:embed="rId2" cstate="print"/>
            <a:stretch>
              <a:fillRect/>
            </a:stretch>
          </p:blipFill>
          <p:spPr>
            <a:xfrm>
              <a:off x="1531604" y="304453"/>
              <a:ext cx="7295238" cy="615785"/>
            </a:xfrm>
            <a:prstGeom prst="rect">
              <a:avLst/>
            </a:prstGeom>
          </p:spPr>
        </p:pic>
        <p:pic>
          <p:nvPicPr>
            <p:cNvPr id="4" name="object 4"/>
            <p:cNvPicPr/>
            <p:nvPr/>
          </p:nvPicPr>
          <p:blipFill>
            <a:blip r:embed="rId3" cstate="print"/>
            <a:stretch>
              <a:fillRect/>
            </a:stretch>
          </p:blipFill>
          <p:spPr>
            <a:xfrm>
              <a:off x="1571604" y="321452"/>
              <a:ext cx="7215238" cy="535784"/>
            </a:xfrm>
            <a:prstGeom prst="rect">
              <a:avLst/>
            </a:prstGeom>
          </p:spPr>
        </p:pic>
      </p:grpSp>
      <p:sp>
        <p:nvSpPr>
          <p:cNvPr id="5" name="object 5"/>
          <p:cNvSpPr txBox="1">
            <a:spLocks noGrp="1"/>
          </p:cNvSpPr>
          <p:nvPr>
            <p:ph type="title"/>
          </p:nvPr>
        </p:nvSpPr>
        <p:spPr>
          <a:xfrm>
            <a:off x="1571603" y="321453"/>
            <a:ext cx="7215505" cy="535940"/>
          </a:xfrm>
          <a:prstGeom prst="rect">
            <a:avLst/>
          </a:prstGeom>
        </p:spPr>
        <p:txBody>
          <a:bodyPr vert="horz" wrap="square" lIns="0" tIns="40005" rIns="0" bIns="0" rtlCol="0">
            <a:spAutoFit/>
          </a:bodyPr>
          <a:lstStyle/>
          <a:p>
            <a:pPr marR="1905" algn="ctr">
              <a:lnSpc>
                <a:spcPct val="100000"/>
              </a:lnSpc>
              <a:spcBef>
                <a:spcPts val="315"/>
              </a:spcBef>
            </a:pPr>
            <a:r>
              <a:rPr sz="2800" spc="-10" dirty="0"/>
              <a:t>EXAMPLES</a:t>
            </a:r>
            <a:r>
              <a:rPr sz="2800" spc="-25" dirty="0"/>
              <a:t> </a:t>
            </a:r>
            <a:r>
              <a:rPr sz="2800" dirty="0"/>
              <a:t>–</a:t>
            </a:r>
            <a:r>
              <a:rPr sz="2800" spc="-15" dirty="0"/>
              <a:t> </a:t>
            </a:r>
            <a:r>
              <a:rPr sz="2800" spc="-5" dirty="0"/>
              <a:t>if</a:t>
            </a:r>
            <a:r>
              <a:rPr sz="2800" spc="-20" dirty="0"/>
              <a:t> </a:t>
            </a:r>
            <a:r>
              <a:rPr sz="2800" spc="-55" dirty="0"/>
              <a:t>STATEMENT</a:t>
            </a:r>
            <a:endParaRPr sz="2800"/>
          </a:p>
        </p:txBody>
      </p:sp>
      <p:grpSp>
        <p:nvGrpSpPr>
          <p:cNvPr id="6" name="object 6"/>
          <p:cNvGrpSpPr/>
          <p:nvPr/>
        </p:nvGrpSpPr>
        <p:grpSpPr>
          <a:xfrm>
            <a:off x="495480" y="3735692"/>
            <a:ext cx="8362950" cy="1247140"/>
            <a:chOff x="495480" y="3735692"/>
            <a:chExt cx="8362950" cy="1247140"/>
          </a:xfrm>
        </p:grpSpPr>
        <p:pic>
          <p:nvPicPr>
            <p:cNvPr id="7" name="object 7"/>
            <p:cNvPicPr/>
            <p:nvPr/>
          </p:nvPicPr>
          <p:blipFill>
            <a:blip r:embed="rId4" cstate="print"/>
            <a:stretch>
              <a:fillRect/>
            </a:stretch>
          </p:blipFill>
          <p:spPr>
            <a:xfrm>
              <a:off x="4500562" y="3911212"/>
              <a:ext cx="4357717" cy="1071569"/>
            </a:xfrm>
            <a:prstGeom prst="rect">
              <a:avLst/>
            </a:prstGeom>
          </p:spPr>
        </p:pic>
        <p:sp>
          <p:nvSpPr>
            <p:cNvPr id="8" name="object 8"/>
            <p:cNvSpPr/>
            <p:nvPr/>
          </p:nvSpPr>
          <p:spPr>
            <a:xfrm>
              <a:off x="508180" y="3748392"/>
              <a:ext cx="4225290" cy="982980"/>
            </a:xfrm>
            <a:custGeom>
              <a:avLst/>
              <a:gdLst/>
              <a:ahLst/>
              <a:cxnLst/>
              <a:rect l="l" t="t" r="r" b="b"/>
              <a:pathLst>
                <a:path w="4225290" h="982979">
                  <a:moveTo>
                    <a:pt x="310029" y="0"/>
                  </a:moveTo>
                  <a:lnTo>
                    <a:pt x="2170166" y="0"/>
                  </a:lnTo>
                  <a:lnTo>
                    <a:pt x="2170166" y="737516"/>
                  </a:lnTo>
                  <a:lnTo>
                    <a:pt x="310029" y="737516"/>
                  </a:lnTo>
                  <a:lnTo>
                    <a:pt x="310029" y="0"/>
                  </a:lnTo>
                  <a:close/>
                </a:path>
                <a:path w="4225290" h="982979">
                  <a:moveTo>
                    <a:pt x="155023" y="0"/>
                  </a:moveTo>
                  <a:lnTo>
                    <a:pt x="155023" y="737516"/>
                  </a:lnTo>
                </a:path>
                <a:path w="4225290" h="982979">
                  <a:moveTo>
                    <a:pt x="155023" y="138284"/>
                  </a:moveTo>
                  <a:lnTo>
                    <a:pt x="0" y="138284"/>
                  </a:lnTo>
                  <a:lnTo>
                    <a:pt x="0" y="737516"/>
                  </a:lnTo>
                  <a:lnTo>
                    <a:pt x="4224854" y="982969"/>
                  </a:lnTo>
                </a:path>
              </a:pathLst>
            </a:custGeom>
            <a:ln w="25399">
              <a:solidFill>
                <a:srgbClr val="000000"/>
              </a:solidFill>
            </a:ln>
          </p:spPr>
          <p:txBody>
            <a:bodyPr wrap="square" lIns="0" tIns="0" rIns="0" bIns="0" rtlCol="0"/>
            <a:lstStyle/>
            <a:p>
              <a:endParaRPr/>
            </a:p>
          </p:txBody>
        </p:sp>
      </p:grpSp>
      <p:sp>
        <p:nvSpPr>
          <p:cNvPr id="9" name="object 9"/>
          <p:cNvSpPr txBox="1"/>
          <p:nvPr/>
        </p:nvSpPr>
        <p:spPr>
          <a:xfrm>
            <a:off x="955381" y="3876866"/>
            <a:ext cx="1583055" cy="452120"/>
          </a:xfrm>
          <a:prstGeom prst="rect">
            <a:avLst/>
          </a:prstGeom>
        </p:spPr>
        <p:txBody>
          <a:bodyPr vert="horz" wrap="square" lIns="0" tIns="12700" rIns="0" bIns="0" rtlCol="0">
            <a:spAutoFit/>
          </a:bodyPr>
          <a:lstStyle/>
          <a:p>
            <a:pPr marL="12700">
              <a:lnSpc>
                <a:spcPct val="100000"/>
              </a:lnSpc>
              <a:spcBef>
                <a:spcPts val="100"/>
              </a:spcBef>
            </a:pPr>
            <a:r>
              <a:rPr sz="2800" b="1" spc="-5" dirty="0">
                <a:latin typeface="Arial"/>
                <a:cs typeface="Arial"/>
              </a:rPr>
              <a:t>OUT</a:t>
            </a:r>
            <a:r>
              <a:rPr sz="2800" b="1" spc="-95" dirty="0">
                <a:latin typeface="Arial"/>
                <a:cs typeface="Arial"/>
              </a:rPr>
              <a:t> </a:t>
            </a:r>
            <a:r>
              <a:rPr sz="2800" b="1" spc="-5" dirty="0">
                <a:latin typeface="Arial"/>
                <a:cs typeface="Arial"/>
              </a:rPr>
              <a:t>PUT</a:t>
            </a:r>
            <a:endParaRPr sz="2800">
              <a:latin typeface="Arial"/>
              <a:cs typeface="Arial"/>
            </a:endParaRPr>
          </a:p>
        </p:txBody>
      </p:sp>
      <p:grpSp>
        <p:nvGrpSpPr>
          <p:cNvPr id="10" name="object 10"/>
          <p:cNvGrpSpPr/>
          <p:nvPr/>
        </p:nvGrpSpPr>
        <p:grpSpPr>
          <a:xfrm>
            <a:off x="571471" y="1071552"/>
            <a:ext cx="8390255" cy="2754630"/>
            <a:chOff x="571471" y="1071552"/>
            <a:chExt cx="8390255" cy="2754630"/>
          </a:xfrm>
        </p:grpSpPr>
        <p:pic>
          <p:nvPicPr>
            <p:cNvPr id="11" name="object 11"/>
            <p:cNvPicPr/>
            <p:nvPr/>
          </p:nvPicPr>
          <p:blipFill>
            <a:blip r:embed="rId5" cstate="print"/>
            <a:stretch>
              <a:fillRect/>
            </a:stretch>
          </p:blipFill>
          <p:spPr>
            <a:xfrm>
              <a:off x="571471" y="1071552"/>
              <a:ext cx="4929222" cy="2089561"/>
            </a:xfrm>
            <a:prstGeom prst="rect">
              <a:avLst/>
            </a:prstGeom>
          </p:spPr>
        </p:pic>
        <p:pic>
          <p:nvPicPr>
            <p:cNvPr id="12" name="object 12"/>
            <p:cNvPicPr/>
            <p:nvPr/>
          </p:nvPicPr>
          <p:blipFill>
            <a:blip r:embed="rId6" cstate="print"/>
            <a:stretch>
              <a:fillRect/>
            </a:stretch>
          </p:blipFill>
          <p:spPr>
            <a:xfrm>
              <a:off x="4778103" y="2217998"/>
              <a:ext cx="4183625" cy="1608131"/>
            </a:xfrm>
            <a:prstGeom prst="rect">
              <a:avLst/>
            </a:prstGeom>
          </p:spPr>
        </p:pic>
        <p:pic>
          <p:nvPicPr>
            <p:cNvPr id="13" name="object 13"/>
            <p:cNvPicPr/>
            <p:nvPr/>
          </p:nvPicPr>
          <p:blipFill>
            <a:blip r:embed="rId7" cstate="print"/>
            <a:stretch>
              <a:fillRect/>
            </a:stretch>
          </p:blipFill>
          <p:spPr>
            <a:xfrm>
              <a:off x="4818103" y="2234998"/>
              <a:ext cx="53578" cy="53578"/>
            </a:xfrm>
            <a:prstGeom prst="rect">
              <a:avLst/>
            </a:prstGeom>
          </p:spPr>
        </p:pic>
        <p:pic>
          <p:nvPicPr>
            <p:cNvPr id="14" name="object 14"/>
            <p:cNvPicPr/>
            <p:nvPr/>
          </p:nvPicPr>
          <p:blipFill>
            <a:blip r:embed="rId8" cstate="print"/>
            <a:stretch>
              <a:fillRect/>
            </a:stretch>
          </p:blipFill>
          <p:spPr>
            <a:xfrm>
              <a:off x="5497848" y="2469229"/>
              <a:ext cx="3423496" cy="1067561"/>
            </a:xfrm>
            <a:prstGeom prst="rect">
              <a:avLst/>
            </a:prstGeom>
          </p:spPr>
        </p:pic>
        <p:pic>
          <p:nvPicPr>
            <p:cNvPr id="15" name="object 15"/>
            <p:cNvPicPr/>
            <p:nvPr/>
          </p:nvPicPr>
          <p:blipFill>
            <a:blip r:embed="rId9" cstate="print"/>
            <a:stretch>
              <a:fillRect/>
            </a:stretch>
          </p:blipFill>
          <p:spPr>
            <a:xfrm>
              <a:off x="5196495" y="2343622"/>
              <a:ext cx="107156" cy="107156"/>
            </a:xfrm>
            <a:prstGeom prst="rect">
              <a:avLst/>
            </a:prstGeom>
          </p:spPr>
        </p:pic>
      </p:grpSp>
      <p:sp>
        <p:nvSpPr>
          <p:cNvPr id="16" name="object 16"/>
          <p:cNvSpPr txBox="1"/>
          <p:nvPr/>
        </p:nvSpPr>
        <p:spPr>
          <a:xfrm>
            <a:off x="6115137" y="2275197"/>
            <a:ext cx="1953260" cy="1488440"/>
          </a:xfrm>
          <a:prstGeom prst="rect">
            <a:avLst/>
          </a:prstGeom>
        </p:spPr>
        <p:txBody>
          <a:bodyPr vert="horz" wrap="square" lIns="0" tIns="12700" rIns="0" bIns="0" rtlCol="0">
            <a:spAutoFit/>
          </a:bodyPr>
          <a:lstStyle/>
          <a:p>
            <a:pPr marL="12700" marR="5080" indent="1905" algn="ctr">
              <a:lnSpc>
                <a:spcPct val="100000"/>
              </a:lnSpc>
              <a:spcBef>
                <a:spcPts val="100"/>
              </a:spcBef>
              <a:tabLst>
                <a:tab pos="1686560" algn="l"/>
              </a:tabLst>
            </a:pPr>
            <a:r>
              <a:rPr sz="2400" b="1" spc="-5" dirty="0">
                <a:solidFill>
                  <a:srgbClr val="FFFF00"/>
                </a:solidFill>
                <a:latin typeface="Arial"/>
                <a:cs typeface="Arial"/>
              </a:rPr>
              <a:t>else is </a:t>
            </a:r>
            <a:r>
              <a:rPr sz="2400" b="1" dirty="0">
                <a:solidFill>
                  <a:srgbClr val="FFFF00"/>
                </a:solidFill>
                <a:latin typeface="Arial"/>
                <a:cs typeface="Arial"/>
              </a:rPr>
              <a:t> </a:t>
            </a:r>
            <a:r>
              <a:rPr sz="2400" b="1" spc="-5" dirty="0">
                <a:solidFill>
                  <a:srgbClr val="FFFF00"/>
                </a:solidFill>
                <a:latin typeface="Arial"/>
                <a:cs typeface="Arial"/>
              </a:rPr>
              <a:t>missing</a:t>
            </a:r>
            <a:r>
              <a:rPr sz="2400" b="1" dirty="0">
                <a:solidFill>
                  <a:srgbClr val="FFFF00"/>
                </a:solidFill>
                <a:latin typeface="Arial"/>
                <a:cs typeface="Arial"/>
              </a:rPr>
              <a:t>,</a:t>
            </a:r>
            <a:r>
              <a:rPr sz="2400" b="1" spc="-5" dirty="0">
                <a:solidFill>
                  <a:srgbClr val="FFFF00"/>
                </a:solidFill>
                <a:latin typeface="Arial"/>
                <a:cs typeface="Arial"/>
              </a:rPr>
              <a:t> i</a:t>
            </a:r>
            <a:r>
              <a:rPr sz="2400" b="1" dirty="0">
                <a:solidFill>
                  <a:srgbClr val="FFFF00"/>
                </a:solidFill>
                <a:latin typeface="Arial"/>
                <a:cs typeface="Arial"/>
              </a:rPr>
              <a:t>t	</a:t>
            </a:r>
            <a:r>
              <a:rPr sz="2400" b="1" spc="-5" dirty="0">
                <a:solidFill>
                  <a:srgbClr val="FFFF00"/>
                </a:solidFill>
                <a:latin typeface="Arial"/>
                <a:cs typeface="Arial"/>
              </a:rPr>
              <a:t>is  an optional </a:t>
            </a:r>
            <a:r>
              <a:rPr sz="2400" b="1" dirty="0">
                <a:solidFill>
                  <a:srgbClr val="FFFF00"/>
                </a:solidFill>
                <a:latin typeface="Arial"/>
                <a:cs typeface="Arial"/>
              </a:rPr>
              <a:t> </a:t>
            </a:r>
            <a:r>
              <a:rPr sz="2400" b="1" spc="-5" dirty="0">
                <a:solidFill>
                  <a:srgbClr val="FFFF00"/>
                </a:solidFill>
                <a:latin typeface="Arial"/>
                <a:cs typeface="Arial"/>
              </a:rPr>
              <a:t>statement</a:t>
            </a:r>
            <a:endParaRPr sz="2400">
              <a:latin typeface="Arial"/>
              <a:cs typeface="Arial"/>
            </a:endParaRPr>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1174414" y="197296"/>
            <a:ext cx="7295515" cy="615950"/>
            <a:chOff x="1174414" y="197296"/>
            <a:chExt cx="7295515" cy="615950"/>
          </a:xfrm>
        </p:grpSpPr>
        <p:pic>
          <p:nvPicPr>
            <p:cNvPr id="3" name="object 3"/>
            <p:cNvPicPr/>
            <p:nvPr/>
          </p:nvPicPr>
          <p:blipFill>
            <a:blip r:embed="rId2" cstate="print"/>
            <a:stretch>
              <a:fillRect/>
            </a:stretch>
          </p:blipFill>
          <p:spPr>
            <a:xfrm>
              <a:off x="1174414" y="197296"/>
              <a:ext cx="7295238" cy="615785"/>
            </a:xfrm>
            <a:prstGeom prst="rect">
              <a:avLst/>
            </a:prstGeom>
          </p:spPr>
        </p:pic>
        <p:pic>
          <p:nvPicPr>
            <p:cNvPr id="4" name="object 4"/>
            <p:cNvPicPr/>
            <p:nvPr/>
          </p:nvPicPr>
          <p:blipFill>
            <a:blip r:embed="rId3" cstate="print"/>
            <a:stretch>
              <a:fillRect/>
            </a:stretch>
          </p:blipFill>
          <p:spPr>
            <a:xfrm>
              <a:off x="1214414" y="214296"/>
              <a:ext cx="7215238" cy="535784"/>
            </a:xfrm>
            <a:prstGeom prst="rect">
              <a:avLst/>
            </a:prstGeom>
          </p:spPr>
        </p:pic>
      </p:grpSp>
      <p:sp>
        <p:nvSpPr>
          <p:cNvPr id="5" name="object 5"/>
          <p:cNvSpPr txBox="1">
            <a:spLocks noGrp="1"/>
          </p:cNvSpPr>
          <p:nvPr>
            <p:ph type="title"/>
          </p:nvPr>
        </p:nvSpPr>
        <p:spPr>
          <a:xfrm>
            <a:off x="1214413" y="214296"/>
            <a:ext cx="7215505" cy="535940"/>
          </a:xfrm>
          <a:prstGeom prst="rect">
            <a:avLst/>
          </a:prstGeom>
        </p:spPr>
        <p:txBody>
          <a:bodyPr vert="horz" wrap="square" lIns="0" tIns="40005" rIns="0" bIns="0" rtlCol="0">
            <a:spAutoFit/>
          </a:bodyPr>
          <a:lstStyle/>
          <a:p>
            <a:pPr marR="1270" algn="ctr">
              <a:lnSpc>
                <a:spcPct val="100000"/>
              </a:lnSpc>
              <a:spcBef>
                <a:spcPts val="315"/>
              </a:spcBef>
            </a:pPr>
            <a:r>
              <a:rPr sz="2800" spc="-10" dirty="0"/>
              <a:t>EXAMPLE</a:t>
            </a:r>
            <a:r>
              <a:rPr sz="2800" spc="-20" dirty="0"/>
              <a:t> </a:t>
            </a:r>
            <a:r>
              <a:rPr sz="2800" dirty="0"/>
              <a:t>–</a:t>
            </a:r>
            <a:r>
              <a:rPr sz="2800" spc="-15" dirty="0"/>
              <a:t> </a:t>
            </a:r>
            <a:r>
              <a:rPr sz="2800" spc="-5" dirty="0"/>
              <a:t>if</a:t>
            </a:r>
            <a:r>
              <a:rPr sz="2800" spc="-15" dirty="0"/>
              <a:t> </a:t>
            </a:r>
            <a:r>
              <a:rPr sz="2800" spc="-5" dirty="0"/>
              <a:t>else</a:t>
            </a:r>
            <a:r>
              <a:rPr sz="2800" spc="-15" dirty="0"/>
              <a:t> </a:t>
            </a:r>
            <a:r>
              <a:rPr sz="2800" spc="-55" dirty="0"/>
              <a:t>STATEMENT</a:t>
            </a:r>
            <a:endParaRPr sz="2800"/>
          </a:p>
        </p:txBody>
      </p:sp>
      <p:grpSp>
        <p:nvGrpSpPr>
          <p:cNvPr id="6" name="object 6"/>
          <p:cNvGrpSpPr/>
          <p:nvPr/>
        </p:nvGrpSpPr>
        <p:grpSpPr>
          <a:xfrm>
            <a:off x="440978" y="3759174"/>
            <a:ext cx="4912360" cy="933450"/>
            <a:chOff x="440978" y="3759174"/>
            <a:chExt cx="4912360" cy="933450"/>
          </a:xfrm>
        </p:grpSpPr>
        <p:pic>
          <p:nvPicPr>
            <p:cNvPr id="7" name="object 7"/>
            <p:cNvPicPr/>
            <p:nvPr/>
          </p:nvPicPr>
          <p:blipFill>
            <a:blip r:embed="rId4" cstate="print"/>
            <a:stretch>
              <a:fillRect/>
            </a:stretch>
          </p:blipFill>
          <p:spPr>
            <a:xfrm>
              <a:off x="440978" y="3759174"/>
              <a:ext cx="4912098" cy="933439"/>
            </a:xfrm>
            <a:prstGeom prst="rect">
              <a:avLst/>
            </a:prstGeom>
          </p:spPr>
        </p:pic>
        <p:sp>
          <p:nvSpPr>
            <p:cNvPr id="8" name="object 8"/>
            <p:cNvSpPr/>
            <p:nvPr/>
          </p:nvSpPr>
          <p:spPr>
            <a:xfrm>
              <a:off x="785785" y="3964791"/>
              <a:ext cx="1715135" cy="482600"/>
            </a:xfrm>
            <a:custGeom>
              <a:avLst/>
              <a:gdLst/>
              <a:ahLst/>
              <a:cxnLst/>
              <a:rect l="l" t="t" r="r" b="b"/>
              <a:pathLst>
                <a:path w="1715135" h="482600">
                  <a:moveTo>
                    <a:pt x="1714511" y="482206"/>
                  </a:moveTo>
                  <a:lnTo>
                    <a:pt x="0" y="482206"/>
                  </a:lnTo>
                  <a:lnTo>
                    <a:pt x="0" y="0"/>
                  </a:lnTo>
                  <a:lnTo>
                    <a:pt x="1714511" y="0"/>
                  </a:lnTo>
                  <a:lnTo>
                    <a:pt x="1714511" y="482206"/>
                  </a:lnTo>
                  <a:close/>
                </a:path>
              </a:pathLst>
            </a:custGeom>
            <a:solidFill>
              <a:srgbClr val="000000"/>
            </a:solidFill>
          </p:spPr>
          <p:txBody>
            <a:bodyPr wrap="square" lIns="0" tIns="0" rIns="0" bIns="0" rtlCol="0"/>
            <a:lstStyle/>
            <a:p>
              <a:endParaRPr/>
            </a:p>
          </p:txBody>
        </p:sp>
        <p:sp>
          <p:nvSpPr>
            <p:cNvPr id="9" name="object 9"/>
            <p:cNvSpPr/>
            <p:nvPr/>
          </p:nvSpPr>
          <p:spPr>
            <a:xfrm>
              <a:off x="500028" y="3964791"/>
              <a:ext cx="4794250" cy="643255"/>
            </a:xfrm>
            <a:custGeom>
              <a:avLst/>
              <a:gdLst/>
              <a:ahLst/>
              <a:cxnLst/>
              <a:rect l="l" t="t" r="r" b="b"/>
              <a:pathLst>
                <a:path w="4794250" h="643254">
                  <a:moveTo>
                    <a:pt x="285757" y="0"/>
                  </a:moveTo>
                  <a:lnTo>
                    <a:pt x="2000269" y="0"/>
                  </a:lnTo>
                  <a:lnTo>
                    <a:pt x="2000269" y="482206"/>
                  </a:lnTo>
                  <a:lnTo>
                    <a:pt x="285757" y="482206"/>
                  </a:lnTo>
                  <a:lnTo>
                    <a:pt x="285757" y="0"/>
                  </a:lnTo>
                  <a:close/>
                </a:path>
                <a:path w="4794250" h="643254">
                  <a:moveTo>
                    <a:pt x="142887" y="0"/>
                  </a:moveTo>
                  <a:lnTo>
                    <a:pt x="142887" y="482206"/>
                  </a:lnTo>
                </a:path>
                <a:path w="4794250" h="643254">
                  <a:moveTo>
                    <a:pt x="142887" y="90413"/>
                  </a:moveTo>
                  <a:lnTo>
                    <a:pt x="0" y="90413"/>
                  </a:lnTo>
                  <a:lnTo>
                    <a:pt x="0" y="482206"/>
                  </a:lnTo>
                  <a:lnTo>
                    <a:pt x="4793998" y="642690"/>
                  </a:lnTo>
                </a:path>
              </a:pathLst>
            </a:custGeom>
            <a:ln w="38099">
              <a:solidFill>
                <a:srgbClr val="FFFFFF"/>
              </a:solidFill>
            </a:ln>
          </p:spPr>
          <p:txBody>
            <a:bodyPr wrap="square" lIns="0" tIns="0" rIns="0" bIns="0" rtlCol="0"/>
            <a:lstStyle/>
            <a:p>
              <a:endParaRPr/>
            </a:p>
          </p:txBody>
        </p:sp>
      </p:grpSp>
      <p:sp>
        <p:nvSpPr>
          <p:cNvPr id="10" name="object 10"/>
          <p:cNvSpPr txBox="1"/>
          <p:nvPr/>
        </p:nvSpPr>
        <p:spPr>
          <a:xfrm>
            <a:off x="1255086" y="3752250"/>
            <a:ext cx="774700" cy="878840"/>
          </a:xfrm>
          <a:prstGeom prst="rect">
            <a:avLst/>
          </a:prstGeom>
        </p:spPr>
        <p:txBody>
          <a:bodyPr vert="horz" wrap="square" lIns="0" tIns="12700" rIns="0" bIns="0" rtlCol="0">
            <a:spAutoFit/>
          </a:bodyPr>
          <a:lstStyle/>
          <a:p>
            <a:pPr marL="32384" marR="5080" indent="-20320">
              <a:lnSpc>
                <a:spcPct val="100000"/>
              </a:lnSpc>
              <a:spcBef>
                <a:spcPts val="100"/>
              </a:spcBef>
            </a:pPr>
            <a:r>
              <a:rPr sz="2800" b="1" spc="-5" dirty="0">
                <a:solidFill>
                  <a:srgbClr val="FFFFFF"/>
                </a:solidFill>
                <a:latin typeface="Arial"/>
                <a:cs typeface="Arial"/>
              </a:rPr>
              <a:t>OUT  PUT</a:t>
            </a:r>
            <a:endParaRPr sz="2800" dirty="0">
              <a:latin typeface="Arial"/>
              <a:cs typeface="Arial"/>
            </a:endParaRPr>
          </a:p>
        </p:txBody>
      </p:sp>
      <p:grpSp>
        <p:nvGrpSpPr>
          <p:cNvPr id="11" name="object 11"/>
          <p:cNvGrpSpPr/>
          <p:nvPr/>
        </p:nvGrpSpPr>
        <p:grpSpPr>
          <a:xfrm>
            <a:off x="214282" y="1487480"/>
            <a:ext cx="8716010" cy="3495675"/>
            <a:chOff x="214282" y="1487480"/>
            <a:chExt cx="8716010" cy="3495675"/>
          </a:xfrm>
        </p:grpSpPr>
        <p:pic>
          <p:nvPicPr>
            <p:cNvPr id="12" name="object 12"/>
            <p:cNvPicPr/>
            <p:nvPr/>
          </p:nvPicPr>
          <p:blipFill>
            <a:blip r:embed="rId5" cstate="print"/>
            <a:stretch>
              <a:fillRect/>
            </a:stretch>
          </p:blipFill>
          <p:spPr>
            <a:xfrm>
              <a:off x="214282" y="1500180"/>
              <a:ext cx="4929221" cy="2303875"/>
            </a:xfrm>
            <a:prstGeom prst="rect">
              <a:avLst/>
            </a:prstGeom>
          </p:spPr>
        </p:pic>
        <p:pic>
          <p:nvPicPr>
            <p:cNvPr id="13" name="object 13"/>
            <p:cNvPicPr/>
            <p:nvPr/>
          </p:nvPicPr>
          <p:blipFill>
            <a:blip r:embed="rId6" cstate="print"/>
            <a:stretch>
              <a:fillRect/>
            </a:stretch>
          </p:blipFill>
          <p:spPr>
            <a:xfrm>
              <a:off x="3294559" y="2237280"/>
              <a:ext cx="5168768" cy="1309352"/>
            </a:xfrm>
            <a:prstGeom prst="rect">
              <a:avLst/>
            </a:prstGeom>
          </p:spPr>
        </p:pic>
        <p:pic>
          <p:nvPicPr>
            <p:cNvPr id="14" name="object 14"/>
            <p:cNvPicPr/>
            <p:nvPr/>
          </p:nvPicPr>
          <p:blipFill>
            <a:blip r:embed="rId7" cstate="print"/>
            <a:stretch>
              <a:fillRect/>
            </a:stretch>
          </p:blipFill>
          <p:spPr>
            <a:xfrm>
              <a:off x="5712952" y="2254918"/>
              <a:ext cx="2710070" cy="1228660"/>
            </a:xfrm>
            <a:prstGeom prst="rect">
              <a:avLst/>
            </a:prstGeom>
          </p:spPr>
        </p:pic>
        <p:pic>
          <p:nvPicPr>
            <p:cNvPr id="15" name="object 15"/>
            <p:cNvPicPr/>
            <p:nvPr/>
          </p:nvPicPr>
          <p:blipFill>
            <a:blip r:embed="rId8" cstate="print"/>
            <a:stretch>
              <a:fillRect/>
            </a:stretch>
          </p:blipFill>
          <p:spPr>
            <a:xfrm>
              <a:off x="3334559" y="2791843"/>
              <a:ext cx="68461" cy="68461"/>
            </a:xfrm>
            <a:prstGeom prst="rect">
              <a:avLst/>
            </a:prstGeom>
          </p:spPr>
        </p:pic>
        <p:pic>
          <p:nvPicPr>
            <p:cNvPr id="16" name="object 16"/>
            <p:cNvPicPr/>
            <p:nvPr/>
          </p:nvPicPr>
          <p:blipFill>
            <a:blip r:embed="rId9" cstate="print"/>
            <a:stretch>
              <a:fillRect/>
            </a:stretch>
          </p:blipFill>
          <p:spPr>
            <a:xfrm>
              <a:off x="4059701" y="2765887"/>
              <a:ext cx="136922" cy="136922"/>
            </a:xfrm>
            <a:prstGeom prst="rect">
              <a:avLst/>
            </a:prstGeom>
          </p:spPr>
        </p:pic>
        <p:pic>
          <p:nvPicPr>
            <p:cNvPr id="17" name="object 17"/>
            <p:cNvPicPr/>
            <p:nvPr/>
          </p:nvPicPr>
          <p:blipFill>
            <a:blip r:embed="rId10" cstate="print"/>
            <a:stretch>
              <a:fillRect/>
            </a:stretch>
          </p:blipFill>
          <p:spPr>
            <a:xfrm>
              <a:off x="4853301" y="2740678"/>
              <a:ext cx="205384" cy="205384"/>
            </a:xfrm>
            <a:prstGeom prst="rect">
              <a:avLst/>
            </a:prstGeom>
          </p:spPr>
        </p:pic>
        <p:pic>
          <p:nvPicPr>
            <p:cNvPr id="18" name="object 18"/>
            <p:cNvPicPr/>
            <p:nvPr/>
          </p:nvPicPr>
          <p:blipFill>
            <a:blip r:embed="rId11" cstate="print"/>
            <a:stretch>
              <a:fillRect/>
            </a:stretch>
          </p:blipFill>
          <p:spPr>
            <a:xfrm>
              <a:off x="5286347" y="3750476"/>
              <a:ext cx="3643369" cy="1232305"/>
            </a:xfrm>
            <a:prstGeom prst="rect">
              <a:avLst/>
            </a:prstGeom>
          </p:spPr>
        </p:pic>
        <p:sp>
          <p:nvSpPr>
            <p:cNvPr id="19" name="object 19"/>
            <p:cNvSpPr/>
            <p:nvPr/>
          </p:nvSpPr>
          <p:spPr>
            <a:xfrm>
              <a:off x="2383476" y="1500180"/>
              <a:ext cx="6046470" cy="887730"/>
            </a:xfrm>
            <a:custGeom>
              <a:avLst/>
              <a:gdLst/>
              <a:ahLst/>
              <a:cxnLst/>
              <a:rect l="l" t="t" r="r" b="b"/>
              <a:pathLst>
                <a:path w="6046470" h="887730">
                  <a:moveTo>
                    <a:pt x="0" y="887152"/>
                  </a:moveTo>
                  <a:lnTo>
                    <a:pt x="3402968" y="250032"/>
                  </a:lnTo>
                  <a:lnTo>
                    <a:pt x="3402968" y="71437"/>
                  </a:lnTo>
                  <a:lnTo>
                    <a:pt x="3408582" y="43631"/>
                  </a:lnTo>
                  <a:lnTo>
                    <a:pt x="3423892" y="20923"/>
                  </a:lnTo>
                  <a:lnTo>
                    <a:pt x="3446600" y="5613"/>
                  </a:lnTo>
                  <a:lnTo>
                    <a:pt x="3474406" y="0"/>
                  </a:lnTo>
                  <a:lnTo>
                    <a:pt x="5974736" y="0"/>
                  </a:lnTo>
                  <a:lnTo>
                    <a:pt x="6014370" y="12002"/>
                  </a:lnTo>
                  <a:lnTo>
                    <a:pt x="6040737" y="44099"/>
                  </a:lnTo>
                  <a:lnTo>
                    <a:pt x="6046175" y="71437"/>
                  </a:lnTo>
                  <a:lnTo>
                    <a:pt x="6046175" y="357189"/>
                  </a:lnTo>
                  <a:lnTo>
                    <a:pt x="3402968" y="357189"/>
                  </a:lnTo>
                  <a:lnTo>
                    <a:pt x="0" y="887152"/>
                  </a:lnTo>
                  <a:close/>
                </a:path>
                <a:path w="6046470" h="887730">
                  <a:moveTo>
                    <a:pt x="5974736" y="428627"/>
                  </a:moveTo>
                  <a:lnTo>
                    <a:pt x="3474406" y="428627"/>
                  </a:lnTo>
                  <a:lnTo>
                    <a:pt x="3446600" y="423014"/>
                  </a:lnTo>
                  <a:lnTo>
                    <a:pt x="3423892" y="407704"/>
                  </a:lnTo>
                  <a:lnTo>
                    <a:pt x="3408582" y="384996"/>
                  </a:lnTo>
                  <a:lnTo>
                    <a:pt x="3402968" y="357189"/>
                  </a:lnTo>
                  <a:lnTo>
                    <a:pt x="6046175" y="357189"/>
                  </a:lnTo>
                  <a:lnTo>
                    <a:pt x="6040561" y="384996"/>
                  </a:lnTo>
                  <a:lnTo>
                    <a:pt x="6025251" y="407704"/>
                  </a:lnTo>
                  <a:lnTo>
                    <a:pt x="6002543" y="423014"/>
                  </a:lnTo>
                  <a:lnTo>
                    <a:pt x="5974736" y="428627"/>
                  </a:lnTo>
                  <a:close/>
                </a:path>
              </a:pathLst>
            </a:custGeom>
            <a:solidFill>
              <a:srgbClr val="000000"/>
            </a:solidFill>
          </p:spPr>
          <p:txBody>
            <a:bodyPr wrap="square" lIns="0" tIns="0" rIns="0" bIns="0" rtlCol="0"/>
            <a:lstStyle/>
            <a:p>
              <a:endParaRPr/>
            </a:p>
          </p:txBody>
        </p:sp>
        <p:sp>
          <p:nvSpPr>
            <p:cNvPr id="20" name="object 20"/>
            <p:cNvSpPr/>
            <p:nvPr/>
          </p:nvSpPr>
          <p:spPr>
            <a:xfrm>
              <a:off x="2383476" y="1500180"/>
              <a:ext cx="6046470" cy="887730"/>
            </a:xfrm>
            <a:custGeom>
              <a:avLst/>
              <a:gdLst/>
              <a:ahLst/>
              <a:cxnLst/>
              <a:rect l="l" t="t" r="r" b="b"/>
              <a:pathLst>
                <a:path w="6046470" h="887730">
                  <a:moveTo>
                    <a:pt x="3402968" y="71437"/>
                  </a:moveTo>
                  <a:lnTo>
                    <a:pt x="3408582" y="43631"/>
                  </a:lnTo>
                  <a:lnTo>
                    <a:pt x="3423892" y="20923"/>
                  </a:lnTo>
                  <a:lnTo>
                    <a:pt x="3446600" y="5613"/>
                  </a:lnTo>
                  <a:lnTo>
                    <a:pt x="3474406" y="0"/>
                  </a:lnTo>
                  <a:lnTo>
                    <a:pt x="3843503" y="0"/>
                  </a:lnTo>
                  <a:lnTo>
                    <a:pt x="4504304" y="0"/>
                  </a:lnTo>
                  <a:lnTo>
                    <a:pt x="5974736" y="0"/>
                  </a:lnTo>
                  <a:lnTo>
                    <a:pt x="5988738" y="1385"/>
                  </a:lnTo>
                  <a:lnTo>
                    <a:pt x="6025250" y="20923"/>
                  </a:lnTo>
                  <a:lnTo>
                    <a:pt x="6044790" y="57436"/>
                  </a:lnTo>
                  <a:lnTo>
                    <a:pt x="6046175" y="71437"/>
                  </a:lnTo>
                  <a:lnTo>
                    <a:pt x="6046175" y="250032"/>
                  </a:lnTo>
                  <a:lnTo>
                    <a:pt x="6046175" y="357189"/>
                  </a:lnTo>
                  <a:lnTo>
                    <a:pt x="6040561" y="384996"/>
                  </a:lnTo>
                  <a:lnTo>
                    <a:pt x="6025251" y="407704"/>
                  </a:lnTo>
                  <a:lnTo>
                    <a:pt x="6002543" y="423014"/>
                  </a:lnTo>
                  <a:lnTo>
                    <a:pt x="5974736" y="428627"/>
                  </a:lnTo>
                  <a:lnTo>
                    <a:pt x="4504304" y="428627"/>
                  </a:lnTo>
                  <a:lnTo>
                    <a:pt x="3843503" y="428627"/>
                  </a:lnTo>
                  <a:lnTo>
                    <a:pt x="3474406" y="428627"/>
                  </a:lnTo>
                  <a:lnTo>
                    <a:pt x="3446600" y="423014"/>
                  </a:lnTo>
                  <a:lnTo>
                    <a:pt x="3423892" y="407704"/>
                  </a:lnTo>
                  <a:lnTo>
                    <a:pt x="3408582" y="384996"/>
                  </a:lnTo>
                  <a:lnTo>
                    <a:pt x="3402968" y="357189"/>
                  </a:lnTo>
                  <a:lnTo>
                    <a:pt x="0" y="887152"/>
                  </a:lnTo>
                  <a:lnTo>
                    <a:pt x="3402968" y="250032"/>
                  </a:lnTo>
                  <a:lnTo>
                    <a:pt x="3402968" y="71437"/>
                  </a:lnTo>
                  <a:close/>
                </a:path>
              </a:pathLst>
            </a:custGeom>
            <a:ln w="25399">
              <a:solidFill>
                <a:srgbClr val="000000"/>
              </a:solidFill>
            </a:ln>
          </p:spPr>
          <p:txBody>
            <a:bodyPr wrap="square" lIns="0" tIns="0" rIns="0" bIns="0" rtlCol="0"/>
            <a:lstStyle/>
            <a:p>
              <a:endParaRPr/>
            </a:p>
          </p:txBody>
        </p:sp>
      </p:grpSp>
      <p:sp>
        <p:nvSpPr>
          <p:cNvPr id="21" name="object 21"/>
          <p:cNvSpPr txBox="1"/>
          <p:nvPr/>
        </p:nvSpPr>
        <p:spPr>
          <a:xfrm>
            <a:off x="6019062" y="1474210"/>
            <a:ext cx="2177415" cy="1847850"/>
          </a:xfrm>
          <a:prstGeom prst="rect">
            <a:avLst/>
          </a:prstGeom>
        </p:spPr>
        <p:txBody>
          <a:bodyPr vert="horz" wrap="square" lIns="0" tIns="12700" rIns="0" bIns="0" rtlCol="0">
            <a:spAutoFit/>
          </a:bodyPr>
          <a:lstStyle/>
          <a:p>
            <a:pPr marL="12700">
              <a:lnSpc>
                <a:spcPct val="100000"/>
              </a:lnSpc>
              <a:spcBef>
                <a:spcPts val="100"/>
              </a:spcBef>
            </a:pPr>
            <a:r>
              <a:rPr sz="2800" b="1" dirty="0">
                <a:solidFill>
                  <a:srgbClr val="FFFFFF"/>
                </a:solidFill>
                <a:latin typeface="Arial"/>
                <a:cs typeface="Arial"/>
              </a:rPr>
              <a:t>:</a:t>
            </a:r>
            <a:r>
              <a:rPr sz="2800" b="1" spc="-50" dirty="0">
                <a:solidFill>
                  <a:srgbClr val="FFFFFF"/>
                </a:solidFill>
                <a:latin typeface="Arial"/>
                <a:cs typeface="Arial"/>
              </a:rPr>
              <a:t> </a:t>
            </a:r>
            <a:r>
              <a:rPr sz="2800" b="1" spc="-5" dirty="0">
                <a:solidFill>
                  <a:srgbClr val="FFFFFF"/>
                </a:solidFill>
                <a:latin typeface="Arial"/>
                <a:cs typeface="Arial"/>
              </a:rPr>
              <a:t>Colon</a:t>
            </a:r>
            <a:r>
              <a:rPr sz="2800" b="1" spc="-50" dirty="0">
                <a:solidFill>
                  <a:srgbClr val="FFFFFF"/>
                </a:solidFill>
                <a:latin typeface="Arial"/>
                <a:cs typeface="Arial"/>
              </a:rPr>
              <a:t> </a:t>
            </a:r>
            <a:r>
              <a:rPr sz="2800" b="1" dirty="0">
                <a:solidFill>
                  <a:srgbClr val="FFFFFF"/>
                </a:solidFill>
                <a:latin typeface="Arial"/>
                <a:cs typeface="Arial"/>
              </a:rPr>
              <a:t>Must</a:t>
            </a:r>
            <a:endParaRPr sz="2800">
              <a:latin typeface="Arial"/>
              <a:cs typeface="Arial"/>
            </a:endParaRPr>
          </a:p>
          <a:p>
            <a:pPr>
              <a:lnSpc>
                <a:spcPct val="100000"/>
              </a:lnSpc>
              <a:spcBef>
                <a:spcPts val="30"/>
              </a:spcBef>
            </a:pPr>
            <a:endParaRPr sz="2850">
              <a:latin typeface="Arial"/>
              <a:cs typeface="Arial"/>
            </a:endParaRPr>
          </a:p>
          <a:p>
            <a:pPr marL="481965" marR="593090" indent="-147320">
              <a:lnSpc>
                <a:spcPct val="100000"/>
              </a:lnSpc>
            </a:pPr>
            <a:r>
              <a:rPr sz="3200" b="1" spc="-5" dirty="0">
                <a:latin typeface="Arial"/>
                <a:cs typeface="Arial"/>
              </a:rPr>
              <a:t>else</a:t>
            </a:r>
            <a:r>
              <a:rPr sz="3200" b="1" spc="-100" dirty="0">
                <a:latin typeface="Arial"/>
                <a:cs typeface="Arial"/>
              </a:rPr>
              <a:t> </a:t>
            </a:r>
            <a:r>
              <a:rPr sz="3200" b="1" spc="-10" dirty="0">
                <a:latin typeface="Arial"/>
                <a:cs typeface="Arial"/>
              </a:rPr>
              <a:t>is </a:t>
            </a:r>
            <a:r>
              <a:rPr sz="3200" b="1" spc="-869" dirty="0">
                <a:latin typeface="Arial"/>
                <a:cs typeface="Arial"/>
              </a:rPr>
              <a:t> </a:t>
            </a:r>
            <a:r>
              <a:rPr sz="3200" b="1" spc="-5" dirty="0">
                <a:latin typeface="Arial"/>
                <a:cs typeface="Arial"/>
              </a:rPr>
              <a:t>used</a:t>
            </a:r>
            <a:endParaRPr sz="3200">
              <a:latin typeface="Arial"/>
              <a:cs typeface="Arial"/>
            </a:endParaRPr>
          </a:p>
        </p:txBody>
      </p:sp>
      <p:grpSp>
        <p:nvGrpSpPr>
          <p:cNvPr id="22" name="object 22"/>
          <p:cNvGrpSpPr/>
          <p:nvPr/>
        </p:nvGrpSpPr>
        <p:grpSpPr>
          <a:xfrm>
            <a:off x="1369678" y="1892758"/>
            <a:ext cx="4618990" cy="975360"/>
            <a:chOff x="1369678" y="1892758"/>
            <a:chExt cx="4618990" cy="975360"/>
          </a:xfrm>
        </p:grpSpPr>
        <p:pic>
          <p:nvPicPr>
            <p:cNvPr id="23" name="object 23"/>
            <p:cNvPicPr/>
            <p:nvPr/>
          </p:nvPicPr>
          <p:blipFill>
            <a:blip r:embed="rId12" cstate="print"/>
            <a:stretch>
              <a:fillRect/>
            </a:stretch>
          </p:blipFill>
          <p:spPr>
            <a:xfrm>
              <a:off x="1369678" y="1892758"/>
              <a:ext cx="4618694" cy="975356"/>
            </a:xfrm>
            <a:prstGeom prst="rect">
              <a:avLst/>
            </a:prstGeom>
          </p:spPr>
        </p:pic>
        <p:sp>
          <p:nvSpPr>
            <p:cNvPr id="24" name="object 24"/>
            <p:cNvSpPr/>
            <p:nvPr/>
          </p:nvSpPr>
          <p:spPr>
            <a:xfrm>
              <a:off x="1428727" y="1928808"/>
              <a:ext cx="4500880" cy="857250"/>
            </a:xfrm>
            <a:custGeom>
              <a:avLst/>
              <a:gdLst/>
              <a:ahLst/>
              <a:cxnLst/>
              <a:rect l="l" t="t" r="r" b="b"/>
              <a:pathLst>
                <a:path w="4500880" h="857250">
                  <a:moveTo>
                    <a:pt x="0" y="857255"/>
                  </a:moveTo>
                  <a:lnTo>
                    <a:pt x="4500593" y="0"/>
                  </a:lnTo>
                </a:path>
              </a:pathLst>
            </a:custGeom>
            <a:ln w="38099">
              <a:solidFill>
                <a:srgbClr val="000000"/>
              </a:solidFill>
            </a:ln>
          </p:spPr>
          <p:txBody>
            <a:bodyPr wrap="square" lIns="0" tIns="0" rIns="0" bIns="0" rtlCol="0"/>
            <a:lstStyle/>
            <a:p>
              <a:endParaRPr/>
            </a:p>
          </p:txBody>
        </p:sp>
      </p:gr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214413" y="375032"/>
            <a:ext cx="7215505" cy="535940"/>
          </a:xfrm>
          <a:prstGeom prst="rect">
            <a:avLst/>
          </a:prstGeom>
        </p:spPr>
        <p:txBody>
          <a:bodyPr vert="horz" wrap="square" lIns="0" tIns="40005" rIns="0" bIns="0" rtlCol="0">
            <a:spAutoFit/>
          </a:bodyPr>
          <a:lstStyle/>
          <a:p>
            <a:pPr marR="2540" algn="ctr">
              <a:lnSpc>
                <a:spcPct val="100000"/>
              </a:lnSpc>
              <a:spcBef>
                <a:spcPts val="315"/>
              </a:spcBef>
              <a:tabLst>
                <a:tab pos="2757805" algn="l"/>
              </a:tabLst>
            </a:pPr>
            <a:r>
              <a:rPr sz="2800" b="1" spc="-10" dirty="0">
                <a:solidFill>
                  <a:srgbClr val="FFFF00"/>
                </a:solidFill>
                <a:latin typeface="Arial"/>
                <a:cs typeface="Arial"/>
              </a:rPr>
              <a:t>EXAMPLES </a:t>
            </a:r>
            <a:r>
              <a:rPr sz="2800" b="1" dirty="0">
                <a:solidFill>
                  <a:srgbClr val="FFFF00"/>
                </a:solidFill>
                <a:latin typeface="Arial"/>
                <a:cs typeface="Arial"/>
              </a:rPr>
              <a:t>– </a:t>
            </a:r>
            <a:r>
              <a:rPr sz="2800" b="1" spc="-5" dirty="0">
                <a:solidFill>
                  <a:srgbClr val="FFFF00"/>
                </a:solidFill>
                <a:latin typeface="Arial"/>
                <a:cs typeface="Arial"/>
              </a:rPr>
              <a:t>if	elif</a:t>
            </a:r>
            <a:r>
              <a:rPr sz="2800" b="1" spc="-30" dirty="0">
                <a:solidFill>
                  <a:srgbClr val="FFFF00"/>
                </a:solidFill>
                <a:latin typeface="Arial"/>
                <a:cs typeface="Arial"/>
              </a:rPr>
              <a:t> </a:t>
            </a:r>
            <a:r>
              <a:rPr sz="2800" b="1" spc="-55" dirty="0">
                <a:solidFill>
                  <a:srgbClr val="FFFF00"/>
                </a:solidFill>
                <a:latin typeface="Arial"/>
                <a:cs typeface="Arial"/>
              </a:rPr>
              <a:t>STATEMENT</a:t>
            </a:r>
            <a:endParaRPr sz="2800">
              <a:latin typeface="Arial"/>
              <a:cs typeface="Arial"/>
            </a:endParaRPr>
          </a:p>
        </p:txBody>
      </p:sp>
      <p:grpSp>
        <p:nvGrpSpPr>
          <p:cNvPr id="3" name="object 3"/>
          <p:cNvGrpSpPr/>
          <p:nvPr/>
        </p:nvGrpSpPr>
        <p:grpSpPr>
          <a:xfrm>
            <a:off x="571473" y="976908"/>
            <a:ext cx="8331834" cy="2827655"/>
            <a:chOff x="571473" y="976908"/>
            <a:chExt cx="8331834" cy="2827655"/>
          </a:xfrm>
        </p:grpSpPr>
        <p:pic>
          <p:nvPicPr>
            <p:cNvPr id="4" name="object 4"/>
            <p:cNvPicPr/>
            <p:nvPr/>
          </p:nvPicPr>
          <p:blipFill>
            <a:blip r:embed="rId2" cstate="print"/>
            <a:stretch>
              <a:fillRect/>
            </a:stretch>
          </p:blipFill>
          <p:spPr>
            <a:xfrm>
              <a:off x="571473" y="1071552"/>
              <a:ext cx="5306600" cy="2732503"/>
            </a:xfrm>
            <a:prstGeom prst="rect">
              <a:avLst/>
            </a:prstGeom>
          </p:spPr>
        </p:pic>
        <p:pic>
          <p:nvPicPr>
            <p:cNvPr id="5" name="object 5"/>
            <p:cNvPicPr/>
            <p:nvPr/>
          </p:nvPicPr>
          <p:blipFill>
            <a:blip r:embed="rId3" cstate="print"/>
            <a:stretch>
              <a:fillRect/>
            </a:stretch>
          </p:blipFill>
          <p:spPr>
            <a:xfrm>
              <a:off x="3422193" y="976908"/>
              <a:ext cx="5480848" cy="2640319"/>
            </a:xfrm>
            <a:prstGeom prst="rect">
              <a:avLst/>
            </a:prstGeom>
          </p:spPr>
        </p:pic>
        <p:pic>
          <p:nvPicPr>
            <p:cNvPr id="6" name="object 6"/>
            <p:cNvPicPr/>
            <p:nvPr/>
          </p:nvPicPr>
          <p:blipFill>
            <a:blip r:embed="rId4" cstate="print"/>
            <a:stretch>
              <a:fillRect/>
            </a:stretch>
          </p:blipFill>
          <p:spPr>
            <a:xfrm>
              <a:off x="6643702" y="1232287"/>
              <a:ext cx="2214577" cy="2089561"/>
            </a:xfrm>
            <a:prstGeom prst="rect">
              <a:avLst/>
            </a:prstGeom>
          </p:spPr>
        </p:pic>
        <p:sp>
          <p:nvSpPr>
            <p:cNvPr id="7" name="object 7"/>
            <p:cNvSpPr/>
            <p:nvPr/>
          </p:nvSpPr>
          <p:spPr>
            <a:xfrm>
              <a:off x="3466956" y="1232287"/>
              <a:ext cx="5391785" cy="2089785"/>
            </a:xfrm>
            <a:custGeom>
              <a:avLst/>
              <a:gdLst/>
              <a:ahLst/>
              <a:cxnLst/>
              <a:rect l="l" t="t" r="r" b="b"/>
              <a:pathLst>
                <a:path w="5391784" h="2089785">
                  <a:moveTo>
                    <a:pt x="3176746" y="0"/>
                  </a:moveTo>
                  <a:lnTo>
                    <a:pt x="5391323" y="0"/>
                  </a:lnTo>
                  <a:lnTo>
                    <a:pt x="5391323" y="2089561"/>
                  </a:lnTo>
                  <a:lnTo>
                    <a:pt x="3176746" y="2089561"/>
                  </a:lnTo>
                  <a:lnTo>
                    <a:pt x="3176746" y="0"/>
                  </a:lnTo>
                  <a:close/>
                </a:path>
                <a:path w="5391784" h="2089785">
                  <a:moveTo>
                    <a:pt x="2992204" y="0"/>
                  </a:moveTo>
                  <a:lnTo>
                    <a:pt x="2992204" y="2089561"/>
                  </a:lnTo>
                </a:path>
                <a:path w="5391784" h="2089785">
                  <a:moveTo>
                    <a:pt x="2992204" y="391792"/>
                  </a:moveTo>
                  <a:lnTo>
                    <a:pt x="2807642" y="391792"/>
                  </a:lnTo>
                  <a:lnTo>
                    <a:pt x="0" y="1303907"/>
                  </a:lnTo>
                </a:path>
              </a:pathLst>
            </a:custGeom>
            <a:ln w="9524">
              <a:solidFill>
                <a:srgbClr val="738C98"/>
              </a:solidFill>
            </a:ln>
          </p:spPr>
          <p:txBody>
            <a:bodyPr wrap="square" lIns="0" tIns="0" rIns="0" bIns="0" rtlCol="0"/>
            <a:lstStyle/>
            <a:p>
              <a:endParaRPr/>
            </a:p>
          </p:txBody>
        </p:sp>
      </p:grpSp>
      <p:sp>
        <p:nvSpPr>
          <p:cNvPr id="8" name="object 8"/>
          <p:cNvSpPr txBox="1"/>
          <p:nvPr/>
        </p:nvSpPr>
        <p:spPr>
          <a:xfrm>
            <a:off x="6944814" y="969984"/>
            <a:ext cx="1612265" cy="2585720"/>
          </a:xfrm>
          <a:prstGeom prst="rect">
            <a:avLst/>
          </a:prstGeom>
        </p:spPr>
        <p:txBody>
          <a:bodyPr vert="horz" wrap="square" lIns="0" tIns="12700" rIns="0" bIns="0" rtlCol="0">
            <a:spAutoFit/>
          </a:bodyPr>
          <a:lstStyle/>
          <a:p>
            <a:pPr algn="ctr">
              <a:lnSpc>
                <a:spcPct val="100000"/>
              </a:lnSpc>
              <a:spcBef>
                <a:spcPts val="100"/>
              </a:spcBef>
            </a:pPr>
            <a:r>
              <a:rPr sz="2800" b="1" u="heavy" spc="-5" dirty="0">
                <a:uFill>
                  <a:solidFill>
                    <a:srgbClr val="000000"/>
                  </a:solidFill>
                </a:uFill>
                <a:latin typeface="Arial"/>
                <a:cs typeface="Arial"/>
              </a:rPr>
              <a:t>READ</a:t>
            </a:r>
            <a:r>
              <a:rPr sz="2800" b="1" u="heavy" spc="-185" dirty="0">
                <a:uFill>
                  <a:solidFill>
                    <a:srgbClr val="000000"/>
                  </a:solidFill>
                </a:uFill>
                <a:latin typeface="Arial"/>
                <a:cs typeface="Arial"/>
              </a:rPr>
              <a:t> </a:t>
            </a:r>
            <a:r>
              <a:rPr sz="2800" b="1" u="heavy" spc="-5" dirty="0">
                <a:uFill>
                  <a:solidFill>
                    <a:srgbClr val="000000"/>
                  </a:solidFill>
                </a:uFill>
                <a:latin typeface="Arial"/>
                <a:cs typeface="Arial"/>
              </a:rPr>
              <a:t>AS</a:t>
            </a:r>
            <a:endParaRPr sz="2800">
              <a:latin typeface="Arial"/>
              <a:cs typeface="Arial"/>
            </a:endParaRPr>
          </a:p>
          <a:p>
            <a:pPr marL="15240" marR="10795" algn="ctr">
              <a:lnSpc>
                <a:spcPct val="100000"/>
              </a:lnSpc>
            </a:pPr>
            <a:r>
              <a:rPr sz="2800" b="1" spc="-5" dirty="0">
                <a:latin typeface="Arial"/>
                <a:cs typeface="Arial"/>
              </a:rPr>
              <a:t>18</a:t>
            </a:r>
            <a:r>
              <a:rPr sz="2800" b="1" spc="-50" dirty="0">
                <a:latin typeface="Arial"/>
                <a:cs typeface="Arial"/>
              </a:rPr>
              <a:t> </a:t>
            </a:r>
            <a:r>
              <a:rPr sz="2800" b="1" spc="-5" dirty="0">
                <a:latin typeface="Arial"/>
                <a:cs typeface="Arial"/>
              </a:rPr>
              <a:t>is</a:t>
            </a:r>
            <a:r>
              <a:rPr sz="2800" b="1" spc="-55" dirty="0">
                <a:latin typeface="Arial"/>
                <a:cs typeface="Arial"/>
              </a:rPr>
              <a:t> </a:t>
            </a:r>
            <a:r>
              <a:rPr sz="2800" b="1" spc="-5" dirty="0">
                <a:latin typeface="Arial"/>
                <a:cs typeface="Arial"/>
              </a:rPr>
              <a:t>less </a:t>
            </a:r>
            <a:r>
              <a:rPr sz="2800" b="1" spc="-765" dirty="0">
                <a:latin typeface="Arial"/>
                <a:cs typeface="Arial"/>
              </a:rPr>
              <a:t> </a:t>
            </a:r>
            <a:r>
              <a:rPr sz="2800" b="1" dirty="0">
                <a:latin typeface="Arial"/>
                <a:cs typeface="Arial"/>
              </a:rPr>
              <a:t>than </a:t>
            </a:r>
            <a:r>
              <a:rPr sz="2800" b="1" spc="-5" dirty="0">
                <a:latin typeface="Arial"/>
                <a:cs typeface="Arial"/>
              </a:rPr>
              <a:t>age </a:t>
            </a:r>
            <a:r>
              <a:rPr sz="2800" b="1" dirty="0">
                <a:latin typeface="Arial"/>
                <a:cs typeface="Arial"/>
              </a:rPr>
              <a:t> </a:t>
            </a:r>
            <a:r>
              <a:rPr sz="2800" b="1" spc="-5" dirty="0">
                <a:latin typeface="Arial"/>
                <a:cs typeface="Arial"/>
              </a:rPr>
              <a:t>and</a:t>
            </a:r>
            <a:endParaRPr sz="2800">
              <a:latin typeface="Arial"/>
              <a:cs typeface="Arial"/>
            </a:endParaRPr>
          </a:p>
          <a:p>
            <a:pPr algn="ctr">
              <a:lnSpc>
                <a:spcPct val="100000"/>
              </a:lnSpc>
            </a:pPr>
            <a:r>
              <a:rPr sz="2800" b="1" spc="-5" dirty="0">
                <a:latin typeface="Arial"/>
                <a:cs typeface="Arial"/>
              </a:rPr>
              <a:t>18</a:t>
            </a:r>
            <a:r>
              <a:rPr sz="2800" b="1" spc="-45" dirty="0">
                <a:latin typeface="Arial"/>
                <a:cs typeface="Arial"/>
              </a:rPr>
              <a:t> </a:t>
            </a:r>
            <a:r>
              <a:rPr sz="2800" b="1" spc="-5" dirty="0">
                <a:latin typeface="Arial"/>
                <a:cs typeface="Arial"/>
              </a:rPr>
              <a:t>is</a:t>
            </a:r>
            <a:r>
              <a:rPr sz="2800" b="1" spc="-50" dirty="0">
                <a:latin typeface="Arial"/>
                <a:cs typeface="Arial"/>
              </a:rPr>
              <a:t> </a:t>
            </a:r>
            <a:r>
              <a:rPr sz="2800" b="1" spc="-5" dirty="0">
                <a:latin typeface="Arial"/>
                <a:cs typeface="Arial"/>
              </a:rPr>
              <a:t>less</a:t>
            </a:r>
            <a:endParaRPr sz="2800">
              <a:latin typeface="Arial"/>
              <a:cs typeface="Arial"/>
            </a:endParaRPr>
          </a:p>
          <a:p>
            <a:pPr algn="ctr">
              <a:lnSpc>
                <a:spcPct val="100000"/>
              </a:lnSpc>
            </a:pPr>
            <a:r>
              <a:rPr sz="2800" b="1" dirty="0">
                <a:latin typeface="Arial"/>
                <a:cs typeface="Arial"/>
              </a:rPr>
              <a:t>than</a:t>
            </a:r>
            <a:r>
              <a:rPr sz="2800" b="1" spc="-55" dirty="0">
                <a:latin typeface="Arial"/>
                <a:cs typeface="Arial"/>
              </a:rPr>
              <a:t> </a:t>
            </a:r>
            <a:r>
              <a:rPr sz="2800" b="1" spc="-5" dirty="0">
                <a:latin typeface="Arial"/>
                <a:cs typeface="Arial"/>
              </a:rPr>
              <a:t>60</a:t>
            </a:r>
            <a:endParaRPr sz="2800">
              <a:latin typeface="Arial"/>
              <a:cs typeface="Arial"/>
            </a:endParaRPr>
          </a:p>
        </p:txBody>
      </p:sp>
      <p:grpSp>
        <p:nvGrpSpPr>
          <p:cNvPr id="9" name="object 9"/>
          <p:cNvGrpSpPr/>
          <p:nvPr/>
        </p:nvGrpSpPr>
        <p:grpSpPr>
          <a:xfrm>
            <a:off x="1344590" y="3804055"/>
            <a:ext cx="7355840" cy="1125220"/>
            <a:chOff x="1344590" y="3804055"/>
            <a:chExt cx="7355840" cy="1125220"/>
          </a:xfrm>
        </p:grpSpPr>
        <p:pic>
          <p:nvPicPr>
            <p:cNvPr id="10" name="object 10"/>
            <p:cNvPicPr/>
            <p:nvPr/>
          </p:nvPicPr>
          <p:blipFill>
            <a:blip r:embed="rId5" cstate="print"/>
            <a:stretch>
              <a:fillRect/>
            </a:stretch>
          </p:blipFill>
          <p:spPr>
            <a:xfrm>
              <a:off x="5857883" y="3804055"/>
              <a:ext cx="2842479" cy="1125148"/>
            </a:xfrm>
            <a:prstGeom prst="rect">
              <a:avLst/>
            </a:prstGeom>
          </p:spPr>
        </p:pic>
        <p:sp>
          <p:nvSpPr>
            <p:cNvPr id="11" name="object 11"/>
            <p:cNvSpPr/>
            <p:nvPr/>
          </p:nvSpPr>
          <p:spPr>
            <a:xfrm>
              <a:off x="1357290" y="4071947"/>
              <a:ext cx="5151120" cy="643255"/>
            </a:xfrm>
            <a:custGeom>
              <a:avLst/>
              <a:gdLst/>
              <a:ahLst/>
              <a:cxnLst/>
              <a:rect l="l" t="t" r="r" b="b"/>
              <a:pathLst>
                <a:path w="5151120" h="643254">
                  <a:moveTo>
                    <a:pt x="1821668" y="642941"/>
                  </a:moveTo>
                  <a:lnTo>
                    <a:pt x="107156" y="642941"/>
                  </a:lnTo>
                  <a:lnTo>
                    <a:pt x="65446" y="634521"/>
                  </a:lnTo>
                  <a:lnTo>
                    <a:pt x="31385" y="611556"/>
                  </a:lnTo>
                  <a:lnTo>
                    <a:pt x="8420" y="577495"/>
                  </a:lnTo>
                  <a:lnTo>
                    <a:pt x="0" y="535784"/>
                  </a:lnTo>
                  <a:lnTo>
                    <a:pt x="0" y="107156"/>
                  </a:lnTo>
                  <a:lnTo>
                    <a:pt x="8420" y="65446"/>
                  </a:lnTo>
                  <a:lnTo>
                    <a:pt x="31385" y="31385"/>
                  </a:lnTo>
                  <a:lnTo>
                    <a:pt x="65446" y="8420"/>
                  </a:lnTo>
                  <a:lnTo>
                    <a:pt x="107156" y="0"/>
                  </a:lnTo>
                  <a:lnTo>
                    <a:pt x="1821668" y="0"/>
                  </a:lnTo>
                  <a:lnTo>
                    <a:pt x="1862676" y="8156"/>
                  </a:lnTo>
                  <a:lnTo>
                    <a:pt x="1897440" y="31385"/>
                  </a:lnTo>
                  <a:lnTo>
                    <a:pt x="1920669" y="66149"/>
                  </a:lnTo>
                  <a:lnTo>
                    <a:pt x="1928825" y="107156"/>
                  </a:lnTo>
                  <a:lnTo>
                    <a:pt x="1928825" y="375049"/>
                  </a:lnTo>
                  <a:lnTo>
                    <a:pt x="5150910" y="462050"/>
                  </a:lnTo>
                  <a:lnTo>
                    <a:pt x="1928825" y="535784"/>
                  </a:lnTo>
                  <a:lnTo>
                    <a:pt x="1920405" y="577495"/>
                  </a:lnTo>
                  <a:lnTo>
                    <a:pt x="1897440" y="611556"/>
                  </a:lnTo>
                  <a:lnTo>
                    <a:pt x="1863379" y="634521"/>
                  </a:lnTo>
                  <a:lnTo>
                    <a:pt x="1821668" y="642941"/>
                  </a:lnTo>
                  <a:close/>
                </a:path>
              </a:pathLst>
            </a:custGeom>
            <a:solidFill>
              <a:srgbClr val="000000"/>
            </a:solidFill>
          </p:spPr>
          <p:txBody>
            <a:bodyPr wrap="square" lIns="0" tIns="0" rIns="0" bIns="0" rtlCol="0"/>
            <a:lstStyle/>
            <a:p>
              <a:endParaRPr/>
            </a:p>
          </p:txBody>
        </p:sp>
        <p:sp>
          <p:nvSpPr>
            <p:cNvPr id="12" name="object 12"/>
            <p:cNvSpPr/>
            <p:nvPr/>
          </p:nvSpPr>
          <p:spPr>
            <a:xfrm>
              <a:off x="1357290" y="4071948"/>
              <a:ext cx="5151120" cy="643255"/>
            </a:xfrm>
            <a:custGeom>
              <a:avLst/>
              <a:gdLst/>
              <a:ahLst/>
              <a:cxnLst/>
              <a:rect l="l" t="t" r="r" b="b"/>
              <a:pathLst>
                <a:path w="5151120" h="643254">
                  <a:moveTo>
                    <a:pt x="0" y="107156"/>
                  </a:moveTo>
                  <a:lnTo>
                    <a:pt x="8420" y="65446"/>
                  </a:lnTo>
                  <a:lnTo>
                    <a:pt x="31385" y="31385"/>
                  </a:lnTo>
                  <a:lnTo>
                    <a:pt x="65446" y="8420"/>
                  </a:lnTo>
                  <a:lnTo>
                    <a:pt x="107156" y="0"/>
                  </a:lnTo>
                  <a:lnTo>
                    <a:pt x="1125148" y="0"/>
                  </a:lnTo>
                  <a:lnTo>
                    <a:pt x="1607354" y="0"/>
                  </a:lnTo>
                  <a:lnTo>
                    <a:pt x="1821668" y="0"/>
                  </a:lnTo>
                  <a:lnTo>
                    <a:pt x="1842671" y="2078"/>
                  </a:lnTo>
                  <a:lnTo>
                    <a:pt x="1881119" y="18003"/>
                  </a:lnTo>
                  <a:lnTo>
                    <a:pt x="1910822" y="47706"/>
                  </a:lnTo>
                  <a:lnTo>
                    <a:pt x="1926747" y="86153"/>
                  </a:lnTo>
                  <a:lnTo>
                    <a:pt x="1928825" y="107156"/>
                  </a:lnTo>
                  <a:lnTo>
                    <a:pt x="1928825" y="375049"/>
                  </a:lnTo>
                  <a:lnTo>
                    <a:pt x="5150910" y="462050"/>
                  </a:lnTo>
                  <a:lnTo>
                    <a:pt x="1928825" y="535784"/>
                  </a:lnTo>
                  <a:lnTo>
                    <a:pt x="1920405" y="577495"/>
                  </a:lnTo>
                  <a:lnTo>
                    <a:pt x="1897440" y="611556"/>
                  </a:lnTo>
                  <a:lnTo>
                    <a:pt x="1863379" y="634521"/>
                  </a:lnTo>
                  <a:lnTo>
                    <a:pt x="1821668" y="642941"/>
                  </a:lnTo>
                  <a:lnTo>
                    <a:pt x="1607354" y="642941"/>
                  </a:lnTo>
                  <a:lnTo>
                    <a:pt x="1125148" y="642941"/>
                  </a:lnTo>
                  <a:lnTo>
                    <a:pt x="107156" y="642941"/>
                  </a:lnTo>
                  <a:lnTo>
                    <a:pt x="65446" y="634521"/>
                  </a:lnTo>
                  <a:lnTo>
                    <a:pt x="31385" y="611556"/>
                  </a:lnTo>
                  <a:lnTo>
                    <a:pt x="8420" y="577495"/>
                  </a:lnTo>
                  <a:lnTo>
                    <a:pt x="0" y="535784"/>
                  </a:lnTo>
                  <a:lnTo>
                    <a:pt x="0" y="375049"/>
                  </a:lnTo>
                  <a:lnTo>
                    <a:pt x="0" y="107156"/>
                  </a:lnTo>
                  <a:close/>
                </a:path>
              </a:pathLst>
            </a:custGeom>
            <a:ln w="25399">
              <a:solidFill>
                <a:srgbClr val="000000"/>
              </a:solidFill>
            </a:ln>
          </p:spPr>
          <p:txBody>
            <a:bodyPr wrap="square" lIns="0" tIns="0" rIns="0" bIns="0" rtlCol="0"/>
            <a:lstStyle/>
            <a:p>
              <a:endParaRPr/>
            </a:p>
          </p:txBody>
        </p:sp>
      </p:grpSp>
      <p:sp>
        <p:nvSpPr>
          <p:cNvPr id="13" name="object 13"/>
          <p:cNvSpPr txBox="1"/>
          <p:nvPr/>
        </p:nvSpPr>
        <p:spPr>
          <a:xfrm>
            <a:off x="1578197" y="4153135"/>
            <a:ext cx="1485900" cy="452120"/>
          </a:xfrm>
          <a:prstGeom prst="rect">
            <a:avLst/>
          </a:prstGeom>
        </p:spPr>
        <p:txBody>
          <a:bodyPr vert="horz" wrap="square" lIns="0" tIns="12700" rIns="0" bIns="0" rtlCol="0">
            <a:spAutoFit/>
          </a:bodyPr>
          <a:lstStyle/>
          <a:p>
            <a:pPr marL="12700">
              <a:lnSpc>
                <a:spcPct val="100000"/>
              </a:lnSpc>
              <a:spcBef>
                <a:spcPts val="100"/>
              </a:spcBef>
            </a:pPr>
            <a:r>
              <a:rPr sz="2800" b="1" u="heavy" spc="-5" dirty="0">
                <a:solidFill>
                  <a:srgbClr val="FFFFFF"/>
                </a:solidFill>
                <a:uFill>
                  <a:solidFill>
                    <a:srgbClr val="FFFFFF"/>
                  </a:solidFill>
                </a:uFill>
                <a:latin typeface="Arial"/>
                <a:cs typeface="Arial"/>
              </a:rPr>
              <a:t>OUTPUT</a:t>
            </a:r>
            <a:endParaRPr sz="2800">
              <a:latin typeface="Arial"/>
              <a:cs typeface="Arial"/>
            </a:endParaRPr>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82398" y="2124568"/>
            <a:ext cx="6126480" cy="513080"/>
          </a:xfrm>
          <a:prstGeom prst="rect">
            <a:avLst/>
          </a:prstGeom>
        </p:spPr>
        <p:txBody>
          <a:bodyPr vert="horz" wrap="square" lIns="0" tIns="12700" rIns="0" bIns="0" rtlCol="0">
            <a:spAutoFit/>
          </a:bodyPr>
          <a:lstStyle/>
          <a:p>
            <a:pPr marL="12700">
              <a:lnSpc>
                <a:spcPct val="100000"/>
              </a:lnSpc>
              <a:spcBef>
                <a:spcPts val="100"/>
              </a:spcBef>
            </a:pPr>
            <a:r>
              <a:rPr sz="3200" spc="95" dirty="0">
                <a:solidFill>
                  <a:srgbClr val="C00000"/>
                </a:solidFill>
                <a:latin typeface="Cambria"/>
                <a:cs typeface="Cambria"/>
              </a:rPr>
              <a:t>5.2</a:t>
            </a:r>
            <a:r>
              <a:rPr sz="3200" spc="114" dirty="0">
                <a:solidFill>
                  <a:srgbClr val="C00000"/>
                </a:solidFill>
                <a:latin typeface="Cambria"/>
                <a:cs typeface="Cambria"/>
              </a:rPr>
              <a:t> </a:t>
            </a:r>
            <a:r>
              <a:rPr sz="3200" spc="615" dirty="0">
                <a:solidFill>
                  <a:srgbClr val="C00000"/>
                </a:solidFill>
                <a:latin typeface="Cambria"/>
                <a:cs typeface="Cambria"/>
              </a:rPr>
              <a:t>LOOPING</a:t>
            </a:r>
            <a:r>
              <a:rPr sz="3200" spc="75" dirty="0">
                <a:solidFill>
                  <a:srgbClr val="C00000"/>
                </a:solidFill>
                <a:latin typeface="Cambria"/>
                <a:cs typeface="Cambria"/>
              </a:rPr>
              <a:t> </a:t>
            </a:r>
            <a:r>
              <a:rPr sz="3200" spc="580" dirty="0">
                <a:solidFill>
                  <a:srgbClr val="C00000"/>
                </a:solidFill>
                <a:latin typeface="Cambria"/>
                <a:cs typeface="Cambria"/>
              </a:rPr>
              <a:t>STATEMENT</a:t>
            </a:r>
            <a:endParaRPr sz="3200">
              <a:latin typeface="Cambria"/>
              <a:cs typeface="Cambria"/>
            </a:endParaRPr>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1888794" y="358032"/>
            <a:ext cx="6438265" cy="508634"/>
            <a:chOff x="1888794" y="358032"/>
            <a:chExt cx="6438265" cy="508634"/>
          </a:xfrm>
        </p:grpSpPr>
        <p:pic>
          <p:nvPicPr>
            <p:cNvPr id="3" name="object 3"/>
            <p:cNvPicPr/>
            <p:nvPr/>
          </p:nvPicPr>
          <p:blipFill>
            <a:blip r:embed="rId2" cstate="print"/>
            <a:stretch>
              <a:fillRect/>
            </a:stretch>
          </p:blipFill>
          <p:spPr>
            <a:xfrm>
              <a:off x="1888794" y="358032"/>
              <a:ext cx="6437982" cy="508628"/>
            </a:xfrm>
            <a:prstGeom prst="rect">
              <a:avLst/>
            </a:prstGeom>
          </p:spPr>
        </p:pic>
        <p:pic>
          <p:nvPicPr>
            <p:cNvPr id="4" name="object 4"/>
            <p:cNvPicPr/>
            <p:nvPr/>
          </p:nvPicPr>
          <p:blipFill>
            <a:blip r:embed="rId3" cstate="print"/>
            <a:stretch>
              <a:fillRect/>
            </a:stretch>
          </p:blipFill>
          <p:spPr>
            <a:xfrm>
              <a:off x="1928793" y="375032"/>
              <a:ext cx="6357981" cy="428627"/>
            </a:xfrm>
            <a:prstGeom prst="rect">
              <a:avLst/>
            </a:prstGeom>
          </p:spPr>
        </p:pic>
      </p:grpSp>
      <p:sp>
        <p:nvSpPr>
          <p:cNvPr id="5" name="object 5"/>
          <p:cNvSpPr txBox="1">
            <a:spLocks noGrp="1"/>
          </p:cNvSpPr>
          <p:nvPr>
            <p:ph type="title"/>
          </p:nvPr>
        </p:nvSpPr>
        <p:spPr>
          <a:prstGeom prst="rect">
            <a:avLst/>
          </a:prstGeom>
        </p:spPr>
        <p:txBody>
          <a:bodyPr vert="horz" wrap="square" lIns="0" tIns="53578" rIns="0" bIns="0" rtlCol="0">
            <a:spAutoFit/>
          </a:bodyPr>
          <a:lstStyle/>
          <a:p>
            <a:pPr marL="1071245" algn="ctr">
              <a:lnSpc>
                <a:spcPts val="3254"/>
              </a:lnSpc>
            </a:pPr>
            <a:r>
              <a:rPr spc="-5" dirty="0">
                <a:solidFill>
                  <a:srgbClr val="FFFF00"/>
                </a:solidFill>
              </a:rPr>
              <a:t>while</a:t>
            </a:r>
            <a:r>
              <a:rPr spc="-55" dirty="0">
                <a:solidFill>
                  <a:srgbClr val="FFFF00"/>
                </a:solidFill>
              </a:rPr>
              <a:t> </a:t>
            </a:r>
            <a:r>
              <a:rPr spc="-5" dirty="0">
                <a:solidFill>
                  <a:srgbClr val="FFFF00"/>
                </a:solidFill>
              </a:rPr>
              <a:t>loop</a:t>
            </a:r>
          </a:p>
        </p:txBody>
      </p:sp>
      <p:sp>
        <p:nvSpPr>
          <p:cNvPr id="6" name="object 6"/>
          <p:cNvSpPr txBox="1"/>
          <p:nvPr/>
        </p:nvSpPr>
        <p:spPr>
          <a:xfrm>
            <a:off x="1358877" y="1187106"/>
            <a:ext cx="7404100" cy="1468120"/>
          </a:xfrm>
          <a:prstGeom prst="rect">
            <a:avLst/>
          </a:prstGeom>
        </p:spPr>
        <p:txBody>
          <a:bodyPr vert="horz" wrap="square" lIns="0" tIns="635" rIns="0" bIns="0" rtlCol="0">
            <a:spAutoFit/>
          </a:bodyPr>
          <a:lstStyle/>
          <a:p>
            <a:pPr marL="12700" marR="5080" indent="457200">
              <a:lnSpc>
                <a:spcPct val="103299"/>
              </a:lnSpc>
              <a:spcBef>
                <a:spcPts val="5"/>
              </a:spcBef>
            </a:pPr>
            <a:r>
              <a:rPr sz="2400" dirty="0">
                <a:latin typeface="Arial MT"/>
                <a:cs typeface="Arial MT"/>
              </a:rPr>
              <a:t>A</a:t>
            </a:r>
            <a:r>
              <a:rPr sz="2400" spc="130" dirty="0">
                <a:latin typeface="Arial MT"/>
                <a:cs typeface="Arial MT"/>
              </a:rPr>
              <a:t> </a:t>
            </a:r>
            <a:r>
              <a:rPr sz="2400" spc="-5" dirty="0">
                <a:latin typeface="Arial MT"/>
                <a:cs typeface="Arial MT"/>
              </a:rPr>
              <a:t>while</a:t>
            </a:r>
            <a:r>
              <a:rPr sz="2400" spc="265" dirty="0">
                <a:latin typeface="Arial MT"/>
                <a:cs typeface="Arial MT"/>
              </a:rPr>
              <a:t> </a:t>
            </a:r>
            <a:r>
              <a:rPr sz="2400" spc="-5" dirty="0">
                <a:latin typeface="Arial MT"/>
                <a:cs typeface="Arial MT"/>
              </a:rPr>
              <a:t>loop</a:t>
            </a:r>
            <a:r>
              <a:rPr sz="2400" spc="260" dirty="0">
                <a:latin typeface="Arial MT"/>
                <a:cs typeface="Arial MT"/>
              </a:rPr>
              <a:t> </a:t>
            </a:r>
            <a:r>
              <a:rPr sz="2400" spc="-5" dirty="0">
                <a:latin typeface="Arial MT"/>
                <a:cs typeface="Arial MT"/>
              </a:rPr>
              <a:t>allows</a:t>
            </a:r>
            <a:r>
              <a:rPr sz="2400" spc="265" dirty="0">
                <a:latin typeface="Arial MT"/>
                <a:cs typeface="Arial MT"/>
              </a:rPr>
              <a:t> </a:t>
            </a:r>
            <a:r>
              <a:rPr sz="2400" spc="-5" dirty="0">
                <a:latin typeface="Arial MT"/>
                <a:cs typeface="Arial MT"/>
              </a:rPr>
              <a:t>general</a:t>
            </a:r>
            <a:r>
              <a:rPr sz="2400" spc="265" dirty="0">
                <a:latin typeface="Arial MT"/>
                <a:cs typeface="Arial MT"/>
              </a:rPr>
              <a:t> </a:t>
            </a:r>
            <a:r>
              <a:rPr sz="2400" dirty="0">
                <a:latin typeface="Arial MT"/>
                <a:cs typeface="Arial MT"/>
              </a:rPr>
              <a:t>repetition</a:t>
            </a:r>
            <a:r>
              <a:rPr sz="2400" spc="265" dirty="0">
                <a:latin typeface="Arial MT"/>
                <a:cs typeface="Arial MT"/>
              </a:rPr>
              <a:t> </a:t>
            </a:r>
            <a:r>
              <a:rPr sz="2400" spc="-5" dirty="0">
                <a:latin typeface="Arial MT"/>
                <a:cs typeface="Arial MT"/>
              </a:rPr>
              <a:t>based</a:t>
            </a:r>
            <a:r>
              <a:rPr sz="2400" spc="265" dirty="0">
                <a:latin typeface="Arial MT"/>
                <a:cs typeface="Arial MT"/>
              </a:rPr>
              <a:t> </a:t>
            </a:r>
            <a:r>
              <a:rPr sz="2400" spc="-5" dirty="0">
                <a:latin typeface="Arial MT"/>
                <a:cs typeface="Arial MT"/>
              </a:rPr>
              <a:t>upon </a:t>
            </a:r>
            <a:r>
              <a:rPr sz="2400" spc="-655" dirty="0">
                <a:latin typeface="Arial MT"/>
                <a:cs typeface="Arial MT"/>
              </a:rPr>
              <a:t> </a:t>
            </a:r>
            <a:r>
              <a:rPr sz="2400" spc="-5" dirty="0">
                <a:latin typeface="Arial MT"/>
                <a:cs typeface="Arial MT"/>
              </a:rPr>
              <a:t>the</a:t>
            </a:r>
            <a:r>
              <a:rPr sz="2400" spc="-15" dirty="0">
                <a:latin typeface="Arial MT"/>
                <a:cs typeface="Arial MT"/>
              </a:rPr>
              <a:t> </a:t>
            </a:r>
            <a:r>
              <a:rPr sz="2400" dirty="0">
                <a:latin typeface="Arial MT"/>
                <a:cs typeface="Arial MT"/>
              </a:rPr>
              <a:t>repeated</a:t>
            </a:r>
            <a:r>
              <a:rPr sz="2400" spc="-10" dirty="0">
                <a:latin typeface="Arial MT"/>
                <a:cs typeface="Arial MT"/>
              </a:rPr>
              <a:t> </a:t>
            </a:r>
            <a:r>
              <a:rPr sz="2400" spc="-5" dirty="0">
                <a:latin typeface="Arial MT"/>
                <a:cs typeface="Arial MT"/>
              </a:rPr>
              <a:t>testing</a:t>
            </a:r>
            <a:r>
              <a:rPr sz="2400" spc="-10" dirty="0">
                <a:latin typeface="Arial MT"/>
                <a:cs typeface="Arial MT"/>
              </a:rPr>
              <a:t> </a:t>
            </a:r>
            <a:r>
              <a:rPr sz="2400" spc="-5" dirty="0">
                <a:latin typeface="Arial MT"/>
                <a:cs typeface="Arial MT"/>
              </a:rPr>
              <a:t>of</a:t>
            </a:r>
            <a:r>
              <a:rPr sz="2400" spc="-10" dirty="0">
                <a:latin typeface="Arial MT"/>
                <a:cs typeface="Arial MT"/>
              </a:rPr>
              <a:t> </a:t>
            </a:r>
            <a:r>
              <a:rPr sz="2400" dirty="0">
                <a:latin typeface="Arial MT"/>
                <a:cs typeface="Arial MT"/>
              </a:rPr>
              <a:t>a</a:t>
            </a:r>
            <a:r>
              <a:rPr sz="2400" spc="-10" dirty="0">
                <a:latin typeface="Arial MT"/>
                <a:cs typeface="Arial MT"/>
              </a:rPr>
              <a:t> </a:t>
            </a:r>
            <a:r>
              <a:rPr sz="2400" spc="-5" dirty="0">
                <a:latin typeface="Arial MT"/>
                <a:cs typeface="Arial MT"/>
              </a:rPr>
              <a:t>Boolean</a:t>
            </a:r>
            <a:r>
              <a:rPr sz="2400" spc="-10" dirty="0">
                <a:latin typeface="Arial MT"/>
                <a:cs typeface="Arial MT"/>
              </a:rPr>
              <a:t> </a:t>
            </a:r>
            <a:r>
              <a:rPr sz="2400" dirty="0">
                <a:latin typeface="Arial MT"/>
                <a:cs typeface="Arial MT"/>
              </a:rPr>
              <a:t>condition</a:t>
            </a:r>
            <a:endParaRPr sz="2400">
              <a:latin typeface="Arial MT"/>
              <a:cs typeface="Arial MT"/>
            </a:endParaRPr>
          </a:p>
          <a:p>
            <a:pPr>
              <a:lnSpc>
                <a:spcPct val="100000"/>
              </a:lnSpc>
              <a:spcBef>
                <a:spcPts val="30"/>
              </a:spcBef>
            </a:pPr>
            <a:endParaRPr sz="2250">
              <a:latin typeface="Arial MT"/>
              <a:cs typeface="Arial MT"/>
            </a:endParaRPr>
          </a:p>
          <a:p>
            <a:pPr marL="83820">
              <a:lnSpc>
                <a:spcPct val="100000"/>
              </a:lnSpc>
            </a:pPr>
            <a:r>
              <a:rPr sz="2400" spc="-5" dirty="0">
                <a:latin typeface="Arial MT"/>
                <a:cs typeface="Arial MT"/>
              </a:rPr>
              <a:t>The</a:t>
            </a:r>
            <a:r>
              <a:rPr sz="2400" spc="-20" dirty="0">
                <a:latin typeface="Arial MT"/>
                <a:cs typeface="Arial MT"/>
              </a:rPr>
              <a:t> </a:t>
            </a:r>
            <a:r>
              <a:rPr sz="2400" dirty="0">
                <a:latin typeface="Arial MT"/>
                <a:cs typeface="Arial MT"/>
              </a:rPr>
              <a:t>syntax</a:t>
            </a:r>
            <a:r>
              <a:rPr sz="2400" spc="-10" dirty="0">
                <a:latin typeface="Arial MT"/>
                <a:cs typeface="Arial MT"/>
              </a:rPr>
              <a:t> </a:t>
            </a:r>
            <a:r>
              <a:rPr sz="2400" spc="-5" dirty="0">
                <a:latin typeface="Arial MT"/>
                <a:cs typeface="Arial MT"/>
              </a:rPr>
              <a:t>for</a:t>
            </a:r>
            <a:r>
              <a:rPr sz="2400" spc="-15" dirty="0">
                <a:latin typeface="Arial MT"/>
                <a:cs typeface="Arial MT"/>
              </a:rPr>
              <a:t> </a:t>
            </a:r>
            <a:r>
              <a:rPr sz="2400" dirty="0">
                <a:latin typeface="Arial MT"/>
                <a:cs typeface="Arial MT"/>
              </a:rPr>
              <a:t>a</a:t>
            </a:r>
            <a:r>
              <a:rPr sz="2400" spc="-10" dirty="0">
                <a:latin typeface="Arial MT"/>
                <a:cs typeface="Arial MT"/>
              </a:rPr>
              <a:t> </a:t>
            </a:r>
            <a:r>
              <a:rPr sz="2400" spc="-5" dirty="0">
                <a:latin typeface="Arial MT"/>
                <a:cs typeface="Arial MT"/>
              </a:rPr>
              <a:t>while</a:t>
            </a:r>
            <a:r>
              <a:rPr sz="2400" spc="-10" dirty="0">
                <a:latin typeface="Arial MT"/>
                <a:cs typeface="Arial MT"/>
              </a:rPr>
              <a:t> </a:t>
            </a:r>
            <a:r>
              <a:rPr sz="2400" spc="-5" dirty="0">
                <a:latin typeface="Arial MT"/>
                <a:cs typeface="Arial MT"/>
              </a:rPr>
              <a:t>loop</a:t>
            </a:r>
            <a:r>
              <a:rPr sz="2400" spc="-10" dirty="0">
                <a:latin typeface="Arial MT"/>
                <a:cs typeface="Arial MT"/>
              </a:rPr>
              <a:t> </a:t>
            </a:r>
            <a:r>
              <a:rPr sz="2400" spc="-5" dirty="0">
                <a:latin typeface="Arial MT"/>
                <a:cs typeface="Arial MT"/>
              </a:rPr>
              <a:t>in</a:t>
            </a:r>
            <a:r>
              <a:rPr sz="2400" spc="-10" dirty="0">
                <a:latin typeface="Arial MT"/>
                <a:cs typeface="Arial MT"/>
              </a:rPr>
              <a:t> </a:t>
            </a:r>
            <a:r>
              <a:rPr sz="2400" spc="-5" dirty="0">
                <a:latin typeface="Arial MT"/>
                <a:cs typeface="Arial MT"/>
              </a:rPr>
              <a:t>Python</a:t>
            </a:r>
            <a:r>
              <a:rPr sz="2400" spc="-15" dirty="0">
                <a:latin typeface="Arial MT"/>
                <a:cs typeface="Arial MT"/>
              </a:rPr>
              <a:t> </a:t>
            </a:r>
            <a:r>
              <a:rPr sz="2400" spc="-5" dirty="0">
                <a:latin typeface="Arial MT"/>
                <a:cs typeface="Arial MT"/>
              </a:rPr>
              <a:t>is</a:t>
            </a:r>
            <a:r>
              <a:rPr sz="2400" spc="-10" dirty="0">
                <a:latin typeface="Arial MT"/>
                <a:cs typeface="Arial MT"/>
              </a:rPr>
              <a:t> </a:t>
            </a:r>
            <a:r>
              <a:rPr sz="2400" spc="-5" dirty="0">
                <a:latin typeface="Arial MT"/>
                <a:cs typeface="Arial MT"/>
              </a:rPr>
              <a:t>as</a:t>
            </a:r>
            <a:r>
              <a:rPr sz="2400" spc="-10" dirty="0">
                <a:latin typeface="Arial MT"/>
                <a:cs typeface="Arial MT"/>
              </a:rPr>
              <a:t> </a:t>
            </a:r>
            <a:r>
              <a:rPr sz="2400" spc="-5" dirty="0">
                <a:latin typeface="Arial MT"/>
                <a:cs typeface="Arial MT"/>
              </a:rPr>
              <a:t>follows:</a:t>
            </a:r>
            <a:endParaRPr sz="2400">
              <a:latin typeface="Arial MT"/>
              <a:cs typeface="Arial MT"/>
            </a:endParaRPr>
          </a:p>
        </p:txBody>
      </p:sp>
      <p:sp>
        <p:nvSpPr>
          <p:cNvPr id="7" name="object 7"/>
          <p:cNvSpPr txBox="1"/>
          <p:nvPr/>
        </p:nvSpPr>
        <p:spPr>
          <a:xfrm>
            <a:off x="1887515" y="2629247"/>
            <a:ext cx="2108835" cy="756920"/>
          </a:xfrm>
          <a:prstGeom prst="rect">
            <a:avLst/>
          </a:prstGeom>
        </p:spPr>
        <p:txBody>
          <a:bodyPr vert="horz" wrap="square" lIns="0" tIns="12700" rIns="0" bIns="0" rtlCol="0">
            <a:spAutoFit/>
          </a:bodyPr>
          <a:lstStyle/>
          <a:p>
            <a:pPr marL="603250" marR="5080" indent="-591185">
              <a:lnSpc>
                <a:spcPct val="100000"/>
              </a:lnSpc>
              <a:spcBef>
                <a:spcPts val="100"/>
              </a:spcBef>
            </a:pPr>
            <a:r>
              <a:rPr sz="2400" spc="-5" dirty="0">
                <a:latin typeface="Arial MT"/>
                <a:cs typeface="Arial MT"/>
              </a:rPr>
              <a:t>while</a:t>
            </a:r>
            <a:r>
              <a:rPr sz="2400" spc="-100" dirty="0">
                <a:latin typeface="Arial MT"/>
                <a:cs typeface="Arial MT"/>
              </a:rPr>
              <a:t> </a:t>
            </a:r>
            <a:r>
              <a:rPr sz="2400" dirty="0">
                <a:latin typeface="Arial MT"/>
                <a:cs typeface="Arial MT"/>
              </a:rPr>
              <a:t>condition: </a:t>
            </a:r>
            <a:r>
              <a:rPr sz="2400" spc="-650" dirty="0">
                <a:latin typeface="Arial MT"/>
                <a:cs typeface="Arial MT"/>
              </a:rPr>
              <a:t> </a:t>
            </a:r>
            <a:r>
              <a:rPr sz="2400" spc="-5" dirty="0">
                <a:latin typeface="Arial MT"/>
                <a:cs typeface="Arial MT"/>
              </a:rPr>
              <a:t>body</a:t>
            </a:r>
            <a:endParaRPr sz="2400">
              <a:latin typeface="Arial MT"/>
              <a:cs typeface="Arial MT"/>
            </a:endParaRPr>
          </a:p>
        </p:txBody>
      </p:sp>
      <p:sp>
        <p:nvSpPr>
          <p:cNvPr id="8" name="object 8"/>
          <p:cNvSpPr txBox="1"/>
          <p:nvPr/>
        </p:nvSpPr>
        <p:spPr>
          <a:xfrm>
            <a:off x="1430314" y="3360766"/>
            <a:ext cx="7280909" cy="1122680"/>
          </a:xfrm>
          <a:prstGeom prst="rect">
            <a:avLst/>
          </a:prstGeom>
        </p:spPr>
        <p:txBody>
          <a:bodyPr vert="horz" wrap="square" lIns="0" tIns="12700" rIns="0" bIns="0" rtlCol="0">
            <a:spAutoFit/>
          </a:bodyPr>
          <a:lstStyle/>
          <a:p>
            <a:pPr marL="12700" marR="5080" indent="457200" algn="just">
              <a:lnSpc>
                <a:spcPct val="100000"/>
              </a:lnSpc>
              <a:spcBef>
                <a:spcPts val="100"/>
              </a:spcBef>
            </a:pPr>
            <a:r>
              <a:rPr sz="2400" spc="-5" dirty="0">
                <a:latin typeface="Arial MT"/>
                <a:cs typeface="Arial MT"/>
              </a:rPr>
              <a:t>Where, loop body </a:t>
            </a:r>
            <a:r>
              <a:rPr sz="2400" dirty="0">
                <a:latin typeface="Arial MT"/>
                <a:cs typeface="Arial MT"/>
              </a:rPr>
              <a:t>contain </a:t>
            </a:r>
            <a:r>
              <a:rPr sz="2400" spc="-5" dirty="0">
                <a:latin typeface="Arial MT"/>
                <a:cs typeface="Arial MT"/>
              </a:rPr>
              <a:t>the </a:t>
            </a:r>
            <a:r>
              <a:rPr sz="2400" dirty="0">
                <a:latin typeface="Arial MT"/>
                <a:cs typeface="Arial MT"/>
              </a:rPr>
              <a:t>single statement </a:t>
            </a:r>
            <a:r>
              <a:rPr sz="2400" spc="-5" dirty="0">
                <a:latin typeface="Arial MT"/>
                <a:cs typeface="Arial MT"/>
              </a:rPr>
              <a:t>or </a:t>
            </a:r>
            <a:r>
              <a:rPr sz="2400" dirty="0">
                <a:latin typeface="Arial MT"/>
                <a:cs typeface="Arial MT"/>
              </a:rPr>
              <a:t> set </a:t>
            </a:r>
            <a:r>
              <a:rPr sz="2400" spc="-5" dirty="0">
                <a:latin typeface="Arial MT"/>
                <a:cs typeface="Arial MT"/>
              </a:rPr>
              <a:t>of </a:t>
            </a:r>
            <a:r>
              <a:rPr sz="2400" dirty="0">
                <a:latin typeface="Arial MT"/>
                <a:cs typeface="Arial MT"/>
              </a:rPr>
              <a:t>statements (compound statement) </a:t>
            </a:r>
            <a:r>
              <a:rPr sz="2400" spc="-5" dirty="0">
                <a:latin typeface="Arial MT"/>
                <a:cs typeface="Arial MT"/>
              </a:rPr>
              <a:t>or an empty </a:t>
            </a:r>
            <a:r>
              <a:rPr sz="2400" dirty="0">
                <a:latin typeface="Arial MT"/>
                <a:cs typeface="Arial MT"/>
              </a:rPr>
              <a:t> statement.</a:t>
            </a:r>
            <a:endParaRPr sz="2400">
              <a:latin typeface="Arial MT"/>
              <a:cs typeface="Arial MT"/>
            </a:endParaRPr>
          </a:p>
        </p:txBody>
      </p:sp>
      <p:grpSp>
        <p:nvGrpSpPr>
          <p:cNvPr id="9" name="object 9"/>
          <p:cNvGrpSpPr/>
          <p:nvPr/>
        </p:nvGrpSpPr>
        <p:grpSpPr>
          <a:xfrm>
            <a:off x="5974545" y="2705909"/>
            <a:ext cx="2437765" cy="669925"/>
            <a:chOff x="5974545" y="2705909"/>
            <a:chExt cx="2437765" cy="669925"/>
          </a:xfrm>
        </p:grpSpPr>
        <p:pic>
          <p:nvPicPr>
            <p:cNvPr id="10" name="object 10"/>
            <p:cNvPicPr/>
            <p:nvPr/>
          </p:nvPicPr>
          <p:blipFill>
            <a:blip r:embed="rId4" cstate="print"/>
            <a:stretch>
              <a:fillRect/>
            </a:stretch>
          </p:blipFill>
          <p:spPr>
            <a:xfrm>
              <a:off x="5974545" y="2705909"/>
              <a:ext cx="2437454" cy="669364"/>
            </a:xfrm>
            <a:prstGeom prst="rect">
              <a:avLst/>
            </a:prstGeom>
          </p:spPr>
        </p:pic>
        <p:pic>
          <p:nvPicPr>
            <p:cNvPr id="11" name="object 11"/>
            <p:cNvPicPr/>
            <p:nvPr/>
          </p:nvPicPr>
          <p:blipFill>
            <a:blip r:embed="rId5" cstate="print"/>
            <a:stretch>
              <a:fillRect/>
            </a:stretch>
          </p:blipFill>
          <p:spPr>
            <a:xfrm>
              <a:off x="6014544" y="2722909"/>
              <a:ext cx="2357454" cy="589363"/>
            </a:xfrm>
            <a:prstGeom prst="rect">
              <a:avLst/>
            </a:prstGeom>
          </p:spPr>
        </p:pic>
      </p:grpSp>
      <p:sp>
        <p:nvSpPr>
          <p:cNvPr id="12" name="object 12"/>
          <p:cNvSpPr txBox="1"/>
          <p:nvPr/>
        </p:nvSpPr>
        <p:spPr>
          <a:xfrm>
            <a:off x="6014544" y="2722909"/>
            <a:ext cx="2357755" cy="589915"/>
          </a:xfrm>
          <a:prstGeom prst="rect">
            <a:avLst/>
          </a:prstGeom>
        </p:spPr>
        <p:txBody>
          <a:bodyPr vert="horz" wrap="square" lIns="0" tIns="66675" rIns="0" bIns="0" rtlCol="0">
            <a:spAutoFit/>
          </a:bodyPr>
          <a:lstStyle/>
          <a:p>
            <a:pPr marL="102235">
              <a:lnSpc>
                <a:spcPct val="100000"/>
              </a:lnSpc>
              <a:spcBef>
                <a:spcPts val="525"/>
              </a:spcBef>
            </a:pPr>
            <a:r>
              <a:rPr sz="2800" b="1" dirty="0">
                <a:latin typeface="Arial"/>
                <a:cs typeface="Arial"/>
              </a:rPr>
              <a:t>:</a:t>
            </a:r>
            <a:r>
              <a:rPr sz="2800" b="1" spc="-40" dirty="0">
                <a:latin typeface="Arial"/>
                <a:cs typeface="Arial"/>
              </a:rPr>
              <a:t> </a:t>
            </a:r>
            <a:r>
              <a:rPr sz="2800" b="1" spc="-5" dirty="0">
                <a:latin typeface="Arial"/>
                <a:cs typeface="Arial"/>
              </a:rPr>
              <a:t>Colon</a:t>
            </a:r>
            <a:r>
              <a:rPr sz="2800" b="1" spc="-35" dirty="0">
                <a:latin typeface="Arial"/>
                <a:cs typeface="Arial"/>
              </a:rPr>
              <a:t> </a:t>
            </a:r>
            <a:r>
              <a:rPr sz="2800" b="1" dirty="0">
                <a:latin typeface="Arial"/>
                <a:cs typeface="Arial"/>
              </a:rPr>
              <a:t>Must</a:t>
            </a:r>
            <a:endParaRPr sz="2800">
              <a:latin typeface="Arial"/>
              <a:cs typeface="Arial"/>
            </a:endParaRPr>
          </a:p>
        </p:txBody>
      </p:sp>
      <p:grpSp>
        <p:nvGrpSpPr>
          <p:cNvPr id="13" name="object 13"/>
          <p:cNvGrpSpPr/>
          <p:nvPr/>
        </p:nvGrpSpPr>
        <p:grpSpPr>
          <a:xfrm>
            <a:off x="4569193" y="2767149"/>
            <a:ext cx="1494790" cy="206375"/>
            <a:chOff x="4569193" y="2767149"/>
            <a:chExt cx="1494790" cy="206375"/>
          </a:xfrm>
        </p:grpSpPr>
        <p:pic>
          <p:nvPicPr>
            <p:cNvPr id="14" name="object 14"/>
            <p:cNvPicPr/>
            <p:nvPr/>
          </p:nvPicPr>
          <p:blipFill>
            <a:blip r:embed="rId6" cstate="print"/>
            <a:stretch>
              <a:fillRect/>
            </a:stretch>
          </p:blipFill>
          <p:spPr>
            <a:xfrm>
              <a:off x="4569193" y="2809274"/>
              <a:ext cx="1494472" cy="163938"/>
            </a:xfrm>
            <a:prstGeom prst="rect">
              <a:avLst/>
            </a:prstGeom>
          </p:spPr>
        </p:pic>
        <p:sp>
          <p:nvSpPr>
            <p:cNvPr id="15" name="object 15"/>
            <p:cNvSpPr/>
            <p:nvPr/>
          </p:nvSpPr>
          <p:spPr>
            <a:xfrm>
              <a:off x="4833588" y="2858713"/>
              <a:ext cx="1162050" cy="23495"/>
            </a:xfrm>
            <a:custGeom>
              <a:avLst/>
              <a:gdLst/>
              <a:ahLst/>
              <a:cxnLst/>
              <a:rect l="l" t="t" r="r" b="b"/>
              <a:pathLst>
                <a:path w="1162050" h="23494">
                  <a:moveTo>
                    <a:pt x="1161501" y="22923"/>
                  </a:moveTo>
                  <a:lnTo>
                    <a:pt x="0" y="0"/>
                  </a:lnTo>
                </a:path>
              </a:pathLst>
            </a:custGeom>
            <a:ln w="57149">
              <a:solidFill>
                <a:srgbClr val="FFFFFF"/>
              </a:solidFill>
            </a:ln>
          </p:spPr>
          <p:txBody>
            <a:bodyPr wrap="square" lIns="0" tIns="0" rIns="0" bIns="0" rtlCol="0"/>
            <a:lstStyle/>
            <a:p>
              <a:endParaRPr/>
            </a:p>
          </p:txBody>
        </p:sp>
        <p:pic>
          <p:nvPicPr>
            <p:cNvPr id="16" name="object 16"/>
            <p:cNvPicPr/>
            <p:nvPr/>
          </p:nvPicPr>
          <p:blipFill>
            <a:blip r:embed="rId7" cstate="print"/>
            <a:stretch>
              <a:fillRect/>
            </a:stretch>
          </p:blipFill>
          <p:spPr>
            <a:xfrm>
              <a:off x="4692724" y="2767149"/>
              <a:ext cx="234963" cy="185664"/>
            </a:xfrm>
            <a:prstGeom prst="rect">
              <a:avLst/>
            </a:prstGeom>
          </p:spPr>
        </p:pic>
      </p:gr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857356" y="267875"/>
            <a:ext cx="6358255" cy="428625"/>
          </a:xfrm>
          <a:prstGeom prst="rect">
            <a:avLst/>
          </a:prstGeom>
        </p:spPr>
        <p:txBody>
          <a:bodyPr vert="horz" wrap="square" lIns="0" tIns="0" rIns="0" bIns="0" rtlCol="0">
            <a:spAutoFit/>
          </a:bodyPr>
          <a:lstStyle/>
          <a:p>
            <a:pPr algn="ctr">
              <a:lnSpc>
                <a:spcPts val="3254"/>
              </a:lnSpc>
            </a:pPr>
            <a:r>
              <a:rPr sz="2800" b="1" spc="-5" dirty="0">
                <a:solidFill>
                  <a:srgbClr val="FFFF00"/>
                </a:solidFill>
                <a:latin typeface="Arial"/>
                <a:cs typeface="Arial"/>
              </a:rPr>
              <a:t>while</a:t>
            </a:r>
            <a:r>
              <a:rPr sz="2800" b="1" spc="-35" dirty="0">
                <a:solidFill>
                  <a:srgbClr val="FFFF00"/>
                </a:solidFill>
                <a:latin typeface="Arial"/>
                <a:cs typeface="Arial"/>
              </a:rPr>
              <a:t> </a:t>
            </a:r>
            <a:r>
              <a:rPr sz="2800" b="1" spc="-5" dirty="0">
                <a:solidFill>
                  <a:srgbClr val="FFFF00"/>
                </a:solidFill>
                <a:latin typeface="Arial"/>
                <a:cs typeface="Arial"/>
              </a:rPr>
              <a:t>loop</a:t>
            </a:r>
            <a:r>
              <a:rPr sz="2800" b="1" spc="-30" dirty="0">
                <a:solidFill>
                  <a:srgbClr val="FFFF00"/>
                </a:solidFill>
                <a:latin typeface="Arial"/>
                <a:cs typeface="Arial"/>
              </a:rPr>
              <a:t> </a:t>
            </a:r>
            <a:r>
              <a:rPr sz="2800" b="1" dirty="0">
                <a:solidFill>
                  <a:srgbClr val="FFFF00"/>
                </a:solidFill>
                <a:latin typeface="Arial"/>
                <a:cs typeface="Arial"/>
              </a:rPr>
              <a:t>-</a:t>
            </a:r>
            <a:r>
              <a:rPr sz="2800" b="1" spc="-25" dirty="0">
                <a:solidFill>
                  <a:srgbClr val="FFFF00"/>
                </a:solidFill>
                <a:latin typeface="Arial"/>
                <a:cs typeface="Arial"/>
              </a:rPr>
              <a:t> </a:t>
            </a:r>
            <a:r>
              <a:rPr sz="2800" b="1" spc="-5" dirty="0">
                <a:solidFill>
                  <a:srgbClr val="FFFF00"/>
                </a:solidFill>
                <a:latin typeface="Arial"/>
                <a:cs typeface="Arial"/>
              </a:rPr>
              <a:t>programs</a:t>
            </a:r>
            <a:endParaRPr sz="2800">
              <a:latin typeface="Arial"/>
              <a:cs typeface="Arial"/>
            </a:endParaRPr>
          </a:p>
        </p:txBody>
      </p:sp>
      <p:grpSp>
        <p:nvGrpSpPr>
          <p:cNvPr id="3" name="object 3"/>
          <p:cNvGrpSpPr/>
          <p:nvPr/>
        </p:nvGrpSpPr>
        <p:grpSpPr>
          <a:xfrm>
            <a:off x="1245852" y="3947791"/>
            <a:ext cx="2866390" cy="615950"/>
            <a:chOff x="1245852" y="3947791"/>
            <a:chExt cx="2866390" cy="615950"/>
          </a:xfrm>
        </p:grpSpPr>
        <p:pic>
          <p:nvPicPr>
            <p:cNvPr id="4" name="object 4"/>
            <p:cNvPicPr/>
            <p:nvPr/>
          </p:nvPicPr>
          <p:blipFill>
            <a:blip r:embed="rId2" cstate="print"/>
            <a:stretch>
              <a:fillRect/>
            </a:stretch>
          </p:blipFill>
          <p:spPr>
            <a:xfrm>
              <a:off x="1245852" y="3947791"/>
              <a:ext cx="2866082" cy="615785"/>
            </a:xfrm>
            <a:prstGeom prst="rect">
              <a:avLst/>
            </a:prstGeom>
          </p:spPr>
        </p:pic>
        <p:pic>
          <p:nvPicPr>
            <p:cNvPr id="5" name="object 5"/>
            <p:cNvPicPr/>
            <p:nvPr/>
          </p:nvPicPr>
          <p:blipFill>
            <a:blip r:embed="rId3" cstate="print"/>
            <a:stretch>
              <a:fillRect/>
            </a:stretch>
          </p:blipFill>
          <p:spPr>
            <a:xfrm>
              <a:off x="1285852" y="3964790"/>
              <a:ext cx="2786081" cy="535785"/>
            </a:xfrm>
            <a:prstGeom prst="rect">
              <a:avLst/>
            </a:prstGeom>
          </p:spPr>
        </p:pic>
      </p:grpSp>
      <p:sp>
        <p:nvSpPr>
          <p:cNvPr id="6" name="object 6"/>
          <p:cNvSpPr txBox="1"/>
          <p:nvPr/>
        </p:nvSpPr>
        <p:spPr>
          <a:xfrm>
            <a:off x="1935387" y="3992399"/>
            <a:ext cx="1485900" cy="452120"/>
          </a:xfrm>
          <a:prstGeom prst="rect">
            <a:avLst/>
          </a:prstGeom>
        </p:spPr>
        <p:txBody>
          <a:bodyPr vert="horz" wrap="square" lIns="0" tIns="12700" rIns="0" bIns="0" rtlCol="0">
            <a:spAutoFit/>
          </a:bodyPr>
          <a:lstStyle/>
          <a:p>
            <a:pPr marL="12700">
              <a:lnSpc>
                <a:spcPct val="100000"/>
              </a:lnSpc>
              <a:spcBef>
                <a:spcPts val="100"/>
              </a:spcBef>
            </a:pPr>
            <a:r>
              <a:rPr sz="2800" b="1" spc="-5" dirty="0">
                <a:solidFill>
                  <a:srgbClr val="FFFFFF"/>
                </a:solidFill>
                <a:latin typeface="Arial"/>
                <a:cs typeface="Arial"/>
              </a:rPr>
              <a:t>OUTPUT</a:t>
            </a:r>
            <a:endParaRPr sz="2800">
              <a:latin typeface="Arial"/>
              <a:cs typeface="Arial"/>
            </a:endParaRPr>
          </a:p>
        </p:txBody>
      </p:sp>
      <p:grpSp>
        <p:nvGrpSpPr>
          <p:cNvPr id="7" name="object 7"/>
          <p:cNvGrpSpPr/>
          <p:nvPr/>
        </p:nvGrpSpPr>
        <p:grpSpPr>
          <a:xfrm>
            <a:off x="4246248" y="2357435"/>
            <a:ext cx="4469765" cy="2197100"/>
            <a:chOff x="4246248" y="2357435"/>
            <a:chExt cx="4469765" cy="2197100"/>
          </a:xfrm>
        </p:grpSpPr>
        <p:pic>
          <p:nvPicPr>
            <p:cNvPr id="8" name="object 8"/>
            <p:cNvPicPr/>
            <p:nvPr/>
          </p:nvPicPr>
          <p:blipFill>
            <a:blip r:embed="rId4" cstate="print"/>
            <a:stretch>
              <a:fillRect/>
            </a:stretch>
          </p:blipFill>
          <p:spPr>
            <a:xfrm>
              <a:off x="4246248" y="4001369"/>
              <a:ext cx="2080264" cy="455050"/>
            </a:xfrm>
            <a:prstGeom prst="rect">
              <a:avLst/>
            </a:prstGeom>
          </p:spPr>
        </p:pic>
        <p:pic>
          <p:nvPicPr>
            <p:cNvPr id="9" name="object 9"/>
            <p:cNvPicPr/>
            <p:nvPr/>
          </p:nvPicPr>
          <p:blipFill>
            <a:blip r:embed="rId5" cstate="print"/>
            <a:stretch>
              <a:fillRect/>
            </a:stretch>
          </p:blipFill>
          <p:spPr>
            <a:xfrm>
              <a:off x="4286248" y="4018369"/>
              <a:ext cx="2000263" cy="375049"/>
            </a:xfrm>
            <a:prstGeom prst="rect">
              <a:avLst/>
            </a:prstGeom>
          </p:spPr>
        </p:pic>
        <p:pic>
          <p:nvPicPr>
            <p:cNvPr id="10" name="object 10"/>
            <p:cNvPicPr/>
            <p:nvPr/>
          </p:nvPicPr>
          <p:blipFill>
            <a:blip r:embed="rId6" cstate="print"/>
            <a:stretch>
              <a:fillRect/>
            </a:stretch>
          </p:blipFill>
          <p:spPr>
            <a:xfrm>
              <a:off x="6357950" y="2357435"/>
              <a:ext cx="2357453" cy="2196718"/>
            </a:xfrm>
            <a:prstGeom prst="rect">
              <a:avLst/>
            </a:prstGeom>
          </p:spPr>
        </p:pic>
      </p:grpSp>
      <p:sp>
        <p:nvSpPr>
          <p:cNvPr id="11" name="object 11"/>
          <p:cNvSpPr txBox="1"/>
          <p:nvPr/>
        </p:nvSpPr>
        <p:spPr>
          <a:xfrm>
            <a:off x="1430314" y="814835"/>
            <a:ext cx="5098415" cy="452120"/>
          </a:xfrm>
          <a:prstGeom prst="rect">
            <a:avLst/>
          </a:prstGeom>
        </p:spPr>
        <p:txBody>
          <a:bodyPr vert="horz" wrap="square" lIns="0" tIns="12700" rIns="0" bIns="0" rtlCol="0">
            <a:spAutoFit/>
          </a:bodyPr>
          <a:lstStyle/>
          <a:p>
            <a:pPr marL="12700">
              <a:lnSpc>
                <a:spcPct val="100000"/>
              </a:lnSpc>
              <a:spcBef>
                <a:spcPts val="100"/>
              </a:spcBef>
            </a:pPr>
            <a:r>
              <a:rPr sz="2800" b="1" dirty="0">
                <a:latin typeface="Arial"/>
                <a:cs typeface="Arial"/>
              </a:rPr>
              <a:t>#</a:t>
            </a:r>
            <a:r>
              <a:rPr sz="2800" b="1" spc="-35" dirty="0">
                <a:latin typeface="Arial"/>
                <a:cs typeface="Arial"/>
              </a:rPr>
              <a:t> </a:t>
            </a:r>
            <a:r>
              <a:rPr sz="2800" b="1" spc="-5" dirty="0">
                <a:latin typeface="Arial"/>
                <a:cs typeface="Arial"/>
              </a:rPr>
              <a:t>Natural</a:t>
            </a:r>
            <a:r>
              <a:rPr sz="2800" b="1" spc="-35" dirty="0">
                <a:latin typeface="Arial"/>
                <a:cs typeface="Arial"/>
              </a:rPr>
              <a:t> </a:t>
            </a:r>
            <a:r>
              <a:rPr sz="2800" b="1" spc="-5" dirty="0">
                <a:latin typeface="Arial"/>
                <a:cs typeface="Arial"/>
              </a:rPr>
              <a:t>Numbers</a:t>
            </a:r>
            <a:r>
              <a:rPr sz="2800" b="1" spc="-30" dirty="0">
                <a:latin typeface="Arial"/>
                <a:cs typeface="Arial"/>
              </a:rPr>
              <a:t> </a:t>
            </a:r>
            <a:r>
              <a:rPr sz="2800" b="1" spc="-5" dirty="0">
                <a:latin typeface="Arial"/>
                <a:cs typeface="Arial"/>
              </a:rPr>
              <a:t>generation</a:t>
            </a:r>
            <a:endParaRPr sz="2800">
              <a:latin typeface="Arial"/>
              <a:cs typeface="Arial"/>
            </a:endParaRPr>
          </a:p>
        </p:txBody>
      </p:sp>
      <p:pic>
        <p:nvPicPr>
          <p:cNvPr id="12" name="object 12"/>
          <p:cNvPicPr/>
          <p:nvPr/>
        </p:nvPicPr>
        <p:blipFill>
          <a:blip r:embed="rId7" cstate="print"/>
          <a:stretch>
            <a:fillRect/>
          </a:stretch>
        </p:blipFill>
        <p:spPr>
          <a:xfrm>
            <a:off x="1357290" y="1285865"/>
            <a:ext cx="4572031" cy="2433501"/>
          </a:xfrm>
          <a:prstGeom prst="rect">
            <a:avLst/>
          </a:prstGeom>
        </p:spPr>
      </p:pic>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1817356" y="250874"/>
            <a:ext cx="6438265" cy="508634"/>
            <a:chOff x="1817356" y="250874"/>
            <a:chExt cx="6438265" cy="508634"/>
          </a:xfrm>
        </p:grpSpPr>
        <p:pic>
          <p:nvPicPr>
            <p:cNvPr id="3" name="object 3"/>
            <p:cNvPicPr/>
            <p:nvPr/>
          </p:nvPicPr>
          <p:blipFill>
            <a:blip r:embed="rId2" cstate="print"/>
            <a:stretch>
              <a:fillRect/>
            </a:stretch>
          </p:blipFill>
          <p:spPr>
            <a:xfrm>
              <a:off x="1817356" y="250874"/>
              <a:ext cx="6437982" cy="508628"/>
            </a:xfrm>
            <a:prstGeom prst="rect">
              <a:avLst/>
            </a:prstGeom>
          </p:spPr>
        </p:pic>
        <p:pic>
          <p:nvPicPr>
            <p:cNvPr id="4" name="object 4"/>
            <p:cNvPicPr/>
            <p:nvPr/>
          </p:nvPicPr>
          <p:blipFill>
            <a:blip r:embed="rId3" cstate="print"/>
            <a:stretch>
              <a:fillRect/>
            </a:stretch>
          </p:blipFill>
          <p:spPr>
            <a:xfrm>
              <a:off x="1857356" y="267874"/>
              <a:ext cx="6357982" cy="428627"/>
            </a:xfrm>
            <a:prstGeom prst="rect">
              <a:avLst/>
            </a:prstGeom>
          </p:spPr>
        </p:pic>
      </p:grpSp>
      <p:sp>
        <p:nvSpPr>
          <p:cNvPr id="5" name="object 5"/>
          <p:cNvSpPr txBox="1">
            <a:spLocks noGrp="1"/>
          </p:cNvSpPr>
          <p:nvPr>
            <p:ph type="title"/>
          </p:nvPr>
        </p:nvSpPr>
        <p:spPr>
          <a:xfrm>
            <a:off x="1857356" y="267875"/>
            <a:ext cx="6358255" cy="428625"/>
          </a:xfrm>
          <a:prstGeom prst="rect">
            <a:avLst/>
          </a:prstGeom>
        </p:spPr>
        <p:txBody>
          <a:bodyPr vert="horz" wrap="square" lIns="0" tIns="0" rIns="0" bIns="0" rtlCol="0">
            <a:spAutoFit/>
          </a:bodyPr>
          <a:lstStyle/>
          <a:p>
            <a:pPr algn="ctr">
              <a:lnSpc>
                <a:spcPts val="3254"/>
              </a:lnSpc>
            </a:pPr>
            <a:r>
              <a:rPr spc="-5" dirty="0">
                <a:solidFill>
                  <a:srgbClr val="FFFF00"/>
                </a:solidFill>
              </a:rPr>
              <a:t>while</a:t>
            </a:r>
            <a:r>
              <a:rPr spc="-35" dirty="0">
                <a:solidFill>
                  <a:srgbClr val="FFFF00"/>
                </a:solidFill>
              </a:rPr>
              <a:t> </a:t>
            </a:r>
            <a:r>
              <a:rPr spc="-5" dirty="0">
                <a:solidFill>
                  <a:srgbClr val="FFFF00"/>
                </a:solidFill>
              </a:rPr>
              <a:t>loop</a:t>
            </a:r>
            <a:r>
              <a:rPr spc="-30" dirty="0">
                <a:solidFill>
                  <a:srgbClr val="FFFF00"/>
                </a:solidFill>
              </a:rPr>
              <a:t> </a:t>
            </a:r>
            <a:r>
              <a:rPr dirty="0">
                <a:solidFill>
                  <a:srgbClr val="FFFF00"/>
                </a:solidFill>
              </a:rPr>
              <a:t>-</a:t>
            </a:r>
            <a:r>
              <a:rPr spc="-25" dirty="0">
                <a:solidFill>
                  <a:srgbClr val="FFFF00"/>
                </a:solidFill>
              </a:rPr>
              <a:t> </a:t>
            </a:r>
            <a:r>
              <a:rPr spc="-5" dirty="0">
                <a:solidFill>
                  <a:srgbClr val="FFFF00"/>
                </a:solidFill>
              </a:rPr>
              <a:t>programs</a:t>
            </a:r>
          </a:p>
        </p:txBody>
      </p:sp>
      <p:grpSp>
        <p:nvGrpSpPr>
          <p:cNvPr id="6" name="object 6"/>
          <p:cNvGrpSpPr/>
          <p:nvPr/>
        </p:nvGrpSpPr>
        <p:grpSpPr>
          <a:xfrm>
            <a:off x="1571603" y="1071552"/>
            <a:ext cx="6715759" cy="3912235"/>
            <a:chOff x="1571603" y="1071552"/>
            <a:chExt cx="6715759" cy="3912235"/>
          </a:xfrm>
        </p:grpSpPr>
        <p:pic>
          <p:nvPicPr>
            <p:cNvPr id="7" name="object 7"/>
            <p:cNvPicPr/>
            <p:nvPr/>
          </p:nvPicPr>
          <p:blipFill>
            <a:blip r:embed="rId4" cstate="print"/>
            <a:stretch>
              <a:fillRect/>
            </a:stretch>
          </p:blipFill>
          <p:spPr>
            <a:xfrm>
              <a:off x="3674744" y="4269262"/>
              <a:ext cx="2080264" cy="455050"/>
            </a:xfrm>
            <a:prstGeom prst="rect">
              <a:avLst/>
            </a:prstGeom>
          </p:spPr>
        </p:pic>
        <p:pic>
          <p:nvPicPr>
            <p:cNvPr id="8" name="object 8"/>
            <p:cNvPicPr/>
            <p:nvPr/>
          </p:nvPicPr>
          <p:blipFill>
            <a:blip r:embed="rId5" cstate="print"/>
            <a:stretch>
              <a:fillRect/>
            </a:stretch>
          </p:blipFill>
          <p:spPr>
            <a:xfrm>
              <a:off x="3714744" y="4286262"/>
              <a:ext cx="2000263" cy="375049"/>
            </a:xfrm>
            <a:prstGeom prst="rect">
              <a:avLst/>
            </a:prstGeom>
          </p:spPr>
        </p:pic>
        <p:pic>
          <p:nvPicPr>
            <p:cNvPr id="9" name="object 9"/>
            <p:cNvPicPr/>
            <p:nvPr/>
          </p:nvPicPr>
          <p:blipFill>
            <a:blip r:embed="rId6" cstate="print"/>
            <a:stretch>
              <a:fillRect/>
            </a:stretch>
          </p:blipFill>
          <p:spPr>
            <a:xfrm>
              <a:off x="1571603" y="1071552"/>
              <a:ext cx="6715171" cy="3912187"/>
            </a:xfrm>
            <a:prstGeom prst="rect">
              <a:avLst/>
            </a:prstGeom>
          </p:spPr>
        </p:pic>
      </p:grpSp>
      <p:sp>
        <p:nvSpPr>
          <p:cNvPr id="10" name="object 10"/>
          <p:cNvSpPr txBox="1"/>
          <p:nvPr/>
        </p:nvSpPr>
        <p:spPr>
          <a:xfrm>
            <a:off x="1501753" y="707678"/>
            <a:ext cx="5450205" cy="452120"/>
          </a:xfrm>
          <a:prstGeom prst="rect">
            <a:avLst/>
          </a:prstGeom>
        </p:spPr>
        <p:txBody>
          <a:bodyPr vert="horz" wrap="square" lIns="0" tIns="12700" rIns="0" bIns="0" rtlCol="0">
            <a:spAutoFit/>
          </a:bodyPr>
          <a:lstStyle/>
          <a:p>
            <a:pPr marL="12700">
              <a:lnSpc>
                <a:spcPct val="100000"/>
              </a:lnSpc>
              <a:spcBef>
                <a:spcPts val="100"/>
              </a:spcBef>
            </a:pPr>
            <a:r>
              <a:rPr sz="2800" b="1" spc="-5" dirty="0">
                <a:solidFill>
                  <a:srgbClr val="FFFF00"/>
                </a:solidFill>
                <a:latin typeface="Arial"/>
                <a:cs typeface="Arial"/>
              </a:rPr>
              <a:t>#Generating</a:t>
            </a:r>
            <a:r>
              <a:rPr sz="2800" b="1" spc="-50" dirty="0">
                <a:solidFill>
                  <a:srgbClr val="FFFF00"/>
                </a:solidFill>
                <a:latin typeface="Arial"/>
                <a:cs typeface="Arial"/>
              </a:rPr>
              <a:t> </a:t>
            </a:r>
            <a:r>
              <a:rPr sz="2800" b="1" spc="-5" dirty="0">
                <a:solidFill>
                  <a:srgbClr val="FFFF00"/>
                </a:solidFill>
                <a:latin typeface="Arial"/>
                <a:cs typeface="Arial"/>
              </a:rPr>
              <a:t>Fibonacci</a:t>
            </a:r>
            <a:r>
              <a:rPr sz="2800" b="1" spc="-50" dirty="0">
                <a:solidFill>
                  <a:srgbClr val="FFFF00"/>
                </a:solidFill>
                <a:latin typeface="Arial"/>
                <a:cs typeface="Arial"/>
              </a:rPr>
              <a:t> </a:t>
            </a:r>
            <a:r>
              <a:rPr sz="2800" b="1" spc="-5" dirty="0">
                <a:solidFill>
                  <a:srgbClr val="FFFF00"/>
                </a:solidFill>
                <a:latin typeface="Arial"/>
                <a:cs typeface="Arial"/>
              </a:rPr>
              <a:t>numbers</a:t>
            </a:r>
            <a:endParaRPr sz="2800">
              <a:latin typeface="Arial"/>
              <a:cs typeface="Arial"/>
            </a:endParaRPr>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1960232" y="304453"/>
            <a:ext cx="6438265" cy="615950"/>
            <a:chOff x="1960232" y="304453"/>
            <a:chExt cx="6438265" cy="615950"/>
          </a:xfrm>
        </p:grpSpPr>
        <p:pic>
          <p:nvPicPr>
            <p:cNvPr id="3" name="object 3"/>
            <p:cNvPicPr/>
            <p:nvPr/>
          </p:nvPicPr>
          <p:blipFill>
            <a:blip r:embed="rId2" cstate="print"/>
            <a:stretch>
              <a:fillRect/>
            </a:stretch>
          </p:blipFill>
          <p:spPr>
            <a:xfrm>
              <a:off x="1960232" y="304453"/>
              <a:ext cx="6437982" cy="615785"/>
            </a:xfrm>
            <a:prstGeom prst="rect">
              <a:avLst/>
            </a:prstGeom>
          </p:spPr>
        </p:pic>
        <p:pic>
          <p:nvPicPr>
            <p:cNvPr id="4" name="object 4"/>
            <p:cNvPicPr/>
            <p:nvPr/>
          </p:nvPicPr>
          <p:blipFill>
            <a:blip r:embed="rId3" cstate="print"/>
            <a:stretch>
              <a:fillRect/>
            </a:stretch>
          </p:blipFill>
          <p:spPr>
            <a:xfrm>
              <a:off x="2000232" y="321452"/>
              <a:ext cx="6357981" cy="535784"/>
            </a:xfrm>
            <a:prstGeom prst="rect">
              <a:avLst/>
            </a:prstGeom>
          </p:spPr>
        </p:pic>
      </p:grpSp>
      <p:sp>
        <p:nvSpPr>
          <p:cNvPr id="5" name="object 5"/>
          <p:cNvSpPr txBox="1">
            <a:spLocks noGrp="1"/>
          </p:cNvSpPr>
          <p:nvPr>
            <p:ph type="title"/>
          </p:nvPr>
        </p:nvSpPr>
        <p:spPr>
          <a:prstGeom prst="rect">
            <a:avLst/>
          </a:prstGeom>
        </p:spPr>
        <p:txBody>
          <a:bodyPr vert="horz" wrap="square" lIns="0" tIns="40005" rIns="0" bIns="0" rtlCol="0">
            <a:spAutoFit/>
          </a:bodyPr>
          <a:lstStyle/>
          <a:p>
            <a:pPr marL="1214120" algn="ctr">
              <a:lnSpc>
                <a:spcPct val="100000"/>
              </a:lnSpc>
              <a:spcBef>
                <a:spcPts val="315"/>
              </a:spcBef>
            </a:pPr>
            <a:r>
              <a:rPr dirty="0"/>
              <a:t>for</a:t>
            </a:r>
            <a:r>
              <a:rPr spc="-55" dirty="0"/>
              <a:t> </a:t>
            </a:r>
            <a:r>
              <a:rPr spc="-5" dirty="0"/>
              <a:t>LOOP</a:t>
            </a:r>
          </a:p>
        </p:txBody>
      </p:sp>
      <p:sp>
        <p:nvSpPr>
          <p:cNvPr id="6" name="object 6"/>
          <p:cNvSpPr txBox="1">
            <a:spLocks noGrp="1"/>
          </p:cNvSpPr>
          <p:nvPr>
            <p:ph type="body" idx="1"/>
          </p:nvPr>
        </p:nvSpPr>
        <p:spPr>
          <a:prstGeom prst="rect">
            <a:avLst/>
          </a:prstGeom>
        </p:spPr>
        <p:txBody>
          <a:bodyPr vert="horz" wrap="square" lIns="0" tIns="12700" rIns="0" bIns="0" rtlCol="0">
            <a:spAutoFit/>
          </a:bodyPr>
          <a:lstStyle/>
          <a:p>
            <a:pPr marL="1216025" marR="5080" indent="457200">
              <a:lnSpc>
                <a:spcPct val="114999"/>
              </a:lnSpc>
              <a:spcBef>
                <a:spcPts val="100"/>
              </a:spcBef>
            </a:pPr>
            <a:r>
              <a:rPr spc="-15" dirty="0"/>
              <a:t>Python’s</a:t>
            </a:r>
            <a:r>
              <a:rPr spc="45" dirty="0"/>
              <a:t> </a:t>
            </a:r>
            <a:r>
              <a:rPr dirty="0"/>
              <a:t>for-loop</a:t>
            </a:r>
            <a:r>
              <a:rPr spc="45" dirty="0"/>
              <a:t> </a:t>
            </a:r>
            <a:r>
              <a:rPr spc="-5" dirty="0"/>
              <a:t>syntax</a:t>
            </a:r>
            <a:r>
              <a:rPr spc="45" dirty="0"/>
              <a:t> </a:t>
            </a:r>
            <a:r>
              <a:rPr spc="-5" dirty="0"/>
              <a:t>is</a:t>
            </a:r>
            <a:r>
              <a:rPr spc="45" dirty="0"/>
              <a:t> </a:t>
            </a:r>
            <a:r>
              <a:rPr dirty="0"/>
              <a:t>a</a:t>
            </a:r>
            <a:r>
              <a:rPr spc="45" dirty="0"/>
              <a:t> </a:t>
            </a:r>
            <a:r>
              <a:rPr spc="-5" dirty="0"/>
              <a:t>more</a:t>
            </a:r>
            <a:r>
              <a:rPr spc="45" dirty="0"/>
              <a:t> </a:t>
            </a:r>
            <a:r>
              <a:rPr spc="-5" dirty="0"/>
              <a:t>convenient</a:t>
            </a:r>
            <a:r>
              <a:rPr spc="45" dirty="0"/>
              <a:t> </a:t>
            </a:r>
            <a:r>
              <a:rPr spc="-5" dirty="0"/>
              <a:t>alternative</a:t>
            </a:r>
            <a:r>
              <a:rPr spc="45" dirty="0"/>
              <a:t> </a:t>
            </a:r>
            <a:r>
              <a:rPr dirty="0"/>
              <a:t>to</a:t>
            </a:r>
            <a:r>
              <a:rPr spc="45" dirty="0"/>
              <a:t> </a:t>
            </a:r>
            <a:r>
              <a:rPr dirty="0"/>
              <a:t>a</a:t>
            </a:r>
            <a:r>
              <a:rPr spc="45" dirty="0"/>
              <a:t> </a:t>
            </a:r>
            <a:r>
              <a:rPr spc="-5" dirty="0"/>
              <a:t>while </a:t>
            </a:r>
            <a:r>
              <a:rPr spc="-430" dirty="0"/>
              <a:t> </a:t>
            </a:r>
            <a:r>
              <a:rPr spc="-5" dirty="0"/>
              <a:t>loop</a:t>
            </a:r>
            <a:r>
              <a:rPr spc="265" dirty="0"/>
              <a:t> </a:t>
            </a:r>
            <a:r>
              <a:rPr spc="-5" dirty="0"/>
              <a:t>when</a:t>
            </a:r>
            <a:r>
              <a:rPr spc="270" dirty="0"/>
              <a:t> </a:t>
            </a:r>
            <a:r>
              <a:rPr spc="-5" dirty="0"/>
              <a:t>iterating</a:t>
            </a:r>
            <a:r>
              <a:rPr spc="265" dirty="0"/>
              <a:t> </a:t>
            </a:r>
            <a:r>
              <a:rPr dirty="0"/>
              <a:t>through</a:t>
            </a:r>
            <a:r>
              <a:rPr spc="275" dirty="0"/>
              <a:t> </a:t>
            </a:r>
            <a:r>
              <a:rPr dirty="0"/>
              <a:t>a</a:t>
            </a:r>
            <a:r>
              <a:rPr spc="275" dirty="0"/>
              <a:t> </a:t>
            </a:r>
            <a:r>
              <a:rPr spc="-5" dirty="0"/>
              <a:t>series</a:t>
            </a:r>
            <a:r>
              <a:rPr spc="270" dirty="0"/>
              <a:t> </a:t>
            </a:r>
            <a:r>
              <a:rPr spc="-5" dirty="0"/>
              <a:t>of</a:t>
            </a:r>
            <a:r>
              <a:rPr spc="270" dirty="0"/>
              <a:t> </a:t>
            </a:r>
            <a:r>
              <a:rPr spc="-5" dirty="0"/>
              <a:t>elements.</a:t>
            </a:r>
            <a:r>
              <a:rPr spc="275" dirty="0"/>
              <a:t> </a:t>
            </a:r>
            <a:r>
              <a:rPr spc="-5" dirty="0"/>
              <a:t>The</a:t>
            </a:r>
            <a:r>
              <a:rPr spc="265" dirty="0"/>
              <a:t> </a:t>
            </a:r>
            <a:r>
              <a:rPr dirty="0"/>
              <a:t>for-loop</a:t>
            </a:r>
            <a:r>
              <a:rPr spc="275" dirty="0"/>
              <a:t> </a:t>
            </a:r>
            <a:r>
              <a:rPr spc="-5" dirty="0"/>
              <a:t>syntax</a:t>
            </a:r>
          </a:p>
          <a:p>
            <a:pPr marL="1216025" marR="17145">
              <a:lnSpc>
                <a:spcPct val="100000"/>
              </a:lnSpc>
            </a:pPr>
            <a:r>
              <a:rPr spc="-5" dirty="0"/>
              <a:t>can</a:t>
            </a:r>
            <a:r>
              <a:rPr spc="190" dirty="0"/>
              <a:t> </a:t>
            </a:r>
            <a:r>
              <a:rPr spc="-5" dirty="0"/>
              <a:t>be</a:t>
            </a:r>
            <a:r>
              <a:rPr spc="190" dirty="0"/>
              <a:t> </a:t>
            </a:r>
            <a:r>
              <a:rPr spc="-5" dirty="0"/>
              <a:t>used</a:t>
            </a:r>
            <a:r>
              <a:rPr spc="195" dirty="0"/>
              <a:t> </a:t>
            </a:r>
            <a:r>
              <a:rPr spc="-5" dirty="0"/>
              <a:t>on</a:t>
            </a:r>
            <a:r>
              <a:rPr spc="190" dirty="0"/>
              <a:t> </a:t>
            </a:r>
            <a:r>
              <a:rPr spc="-5" dirty="0"/>
              <a:t>any</a:t>
            </a:r>
            <a:r>
              <a:rPr spc="190" dirty="0"/>
              <a:t> </a:t>
            </a:r>
            <a:r>
              <a:rPr dirty="0"/>
              <a:t>type</a:t>
            </a:r>
            <a:r>
              <a:rPr spc="200" dirty="0"/>
              <a:t> </a:t>
            </a:r>
            <a:r>
              <a:rPr spc="-5" dirty="0"/>
              <a:t>of</a:t>
            </a:r>
            <a:r>
              <a:rPr spc="190" dirty="0"/>
              <a:t> </a:t>
            </a:r>
            <a:r>
              <a:rPr spc="-5" dirty="0"/>
              <a:t>iterable</a:t>
            </a:r>
            <a:r>
              <a:rPr spc="190" dirty="0"/>
              <a:t> </a:t>
            </a:r>
            <a:r>
              <a:rPr spc="-5" dirty="0"/>
              <a:t>structure,</a:t>
            </a:r>
            <a:r>
              <a:rPr spc="195" dirty="0"/>
              <a:t> </a:t>
            </a:r>
            <a:r>
              <a:rPr spc="-5" dirty="0"/>
              <a:t>such</a:t>
            </a:r>
            <a:r>
              <a:rPr spc="190" dirty="0"/>
              <a:t> </a:t>
            </a:r>
            <a:r>
              <a:rPr spc="-5" dirty="0"/>
              <a:t>as</a:t>
            </a:r>
            <a:r>
              <a:rPr spc="195" dirty="0"/>
              <a:t> </a:t>
            </a:r>
            <a:r>
              <a:rPr dirty="0"/>
              <a:t>a</a:t>
            </a:r>
            <a:r>
              <a:rPr spc="190" dirty="0"/>
              <a:t> </a:t>
            </a:r>
            <a:r>
              <a:rPr spc="-5" dirty="0"/>
              <a:t>list,</a:t>
            </a:r>
            <a:r>
              <a:rPr spc="190" dirty="0"/>
              <a:t> </a:t>
            </a:r>
            <a:r>
              <a:rPr dirty="0"/>
              <a:t>tuple</a:t>
            </a:r>
            <a:r>
              <a:rPr spc="200" dirty="0"/>
              <a:t> </a:t>
            </a:r>
            <a:r>
              <a:rPr spc="-25" dirty="0"/>
              <a:t>str, </a:t>
            </a:r>
            <a:r>
              <a:rPr spc="-430" dirty="0"/>
              <a:t> </a:t>
            </a:r>
            <a:r>
              <a:rPr spc="-5" dirty="0"/>
              <a:t>set,</a:t>
            </a:r>
            <a:r>
              <a:rPr spc="-10" dirty="0"/>
              <a:t> </a:t>
            </a:r>
            <a:r>
              <a:rPr spc="-5" dirty="0"/>
              <a:t>dict, or </a:t>
            </a:r>
            <a:r>
              <a:rPr dirty="0"/>
              <a:t>file</a:t>
            </a:r>
          </a:p>
          <a:p>
            <a:pPr marL="1216025">
              <a:lnSpc>
                <a:spcPct val="100000"/>
              </a:lnSpc>
            </a:pPr>
            <a:r>
              <a:rPr spc="-5" dirty="0"/>
              <a:t>Syntax</a:t>
            </a:r>
            <a:r>
              <a:rPr spc="-15" dirty="0"/>
              <a:t> </a:t>
            </a:r>
            <a:r>
              <a:rPr spc="-5" dirty="0"/>
              <a:t>or</a:t>
            </a:r>
            <a:r>
              <a:rPr spc="-15" dirty="0"/>
              <a:t> </a:t>
            </a:r>
            <a:r>
              <a:rPr spc="-5" dirty="0"/>
              <a:t>general</a:t>
            </a:r>
            <a:r>
              <a:rPr spc="-15" dirty="0"/>
              <a:t> </a:t>
            </a:r>
            <a:r>
              <a:rPr dirty="0"/>
              <a:t>format</a:t>
            </a:r>
            <a:r>
              <a:rPr spc="-15" dirty="0"/>
              <a:t> </a:t>
            </a:r>
            <a:r>
              <a:rPr spc="-5" dirty="0"/>
              <a:t>of</a:t>
            </a:r>
            <a:r>
              <a:rPr spc="-15" dirty="0"/>
              <a:t> </a:t>
            </a:r>
            <a:r>
              <a:rPr dirty="0"/>
              <a:t>for</a:t>
            </a:r>
            <a:r>
              <a:rPr spc="-10" dirty="0"/>
              <a:t> </a:t>
            </a:r>
            <a:r>
              <a:rPr spc="-5" dirty="0"/>
              <a:t>loop</a:t>
            </a:r>
            <a:r>
              <a:rPr spc="-15" dirty="0"/>
              <a:t> </a:t>
            </a:r>
            <a:r>
              <a:rPr spc="-5" dirty="0"/>
              <a:t>is,</a:t>
            </a:r>
          </a:p>
          <a:p>
            <a:pPr marL="1203325">
              <a:lnSpc>
                <a:spcPct val="100000"/>
              </a:lnSpc>
              <a:spcBef>
                <a:spcPts val="20"/>
              </a:spcBef>
            </a:pPr>
            <a:endParaRPr sz="1650"/>
          </a:p>
          <a:p>
            <a:pPr marL="2010410" marR="4404360" indent="-337820">
              <a:lnSpc>
                <a:spcPct val="100000"/>
              </a:lnSpc>
            </a:pPr>
            <a:r>
              <a:rPr dirty="0"/>
              <a:t>for</a:t>
            </a:r>
            <a:r>
              <a:rPr spc="-35" dirty="0"/>
              <a:t> </a:t>
            </a:r>
            <a:r>
              <a:rPr spc="-5" dirty="0"/>
              <a:t>element</a:t>
            </a:r>
            <a:r>
              <a:rPr spc="-35" dirty="0"/>
              <a:t> </a:t>
            </a:r>
            <a:r>
              <a:rPr spc="-5" dirty="0"/>
              <a:t>in</a:t>
            </a:r>
            <a:r>
              <a:rPr spc="-30" dirty="0"/>
              <a:t> </a:t>
            </a:r>
            <a:r>
              <a:rPr spc="-5" dirty="0"/>
              <a:t>iterable: </a:t>
            </a:r>
            <a:r>
              <a:rPr spc="-430" dirty="0"/>
              <a:t> </a:t>
            </a:r>
            <a:r>
              <a:rPr spc="-5" dirty="0"/>
              <a:t>body</a:t>
            </a:r>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1960232" y="304453"/>
            <a:ext cx="6438265" cy="615950"/>
            <a:chOff x="1960232" y="304453"/>
            <a:chExt cx="6438265" cy="615950"/>
          </a:xfrm>
        </p:grpSpPr>
        <p:pic>
          <p:nvPicPr>
            <p:cNvPr id="3" name="object 3"/>
            <p:cNvPicPr/>
            <p:nvPr/>
          </p:nvPicPr>
          <p:blipFill>
            <a:blip r:embed="rId2" cstate="print"/>
            <a:stretch>
              <a:fillRect/>
            </a:stretch>
          </p:blipFill>
          <p:spPr>
            <a:xfrm>
              <a:off x="1960232" y="304453"/>
              <a:ext cx="6437982" cy="615785"/>
            </a:xfrm>
            <a:prstGeom prst="rect">
              <a:avLst/>
            </a:prstGeom>
          </p:spPr>
        </p:pic>
        <p:pic>
          <p:nvPicPr>
            <p:cNvPr id="4" name="object 4"/>
            <p:cNvPicPr/>
            <p:nvPr/>
          </p:nvPicPr>
          <p:blipFill>
            <a:blip r:embed="rId3" cstate="print"/>
            <a:stretch>
              <a:fillRect/>
            </a:stretch>
          </p:blipFill>
          <p:spPr>
            <a:xfrm>
              <a:off x="2000232" y="321452"/>
              <a:ext cx="6357981" cy="535784"/>
            </a:xfrm>
            <a:prstGeom prst="rect">
              <a:avLst/>
            </a:prstGeom>
          </p:spPr>
        </p:pic>
      </p:grpSp>
      <p:sp>
        <p:nvSpPr>
          <p:cNvPr id="5" name="object 5"/>
          <p:cNvSpPr txBox="1">
            <a:spLocks noGrp="1"/>
          </p:cNvSpPr>
          <p:nvPr>
            <p:ph type="title"/>
          </p:nvPr>
        </p:nvSpPr>
        <p:spPr>
          <a:prstGeom prst="rect">
            <a:avLst/>
          </a:prstGeom>
        </p:spPr>
        <p:txBody>
          <a:bodyPr vert="horz" wrap="square" lIns="0" tIns="40005" rIns="0" bIns="0" rtlCol="0">
            <a:spAutoFit/>
          </a:bodyPr>
          <a:lstStyle/>
          <a:p>
            <a:pPr marL="1214120" algn="ctr">
              <a:lnSpc>
                <a:spcPct val="100000"/>
              </a:lnSpc>
              <a:spcBef>
                <a:spcPts val="315"/>
              </a:spcBef>
            </a:pPr>
            <a:r>
              <a:rPr dirty="0"/>
              <a:t>for</a:t>
            </a:r>
            <a:r>
              <a:rPr spc="-55" dirty="0"/>
              <a:t> </a:t>
            </a:r>
            <a:r>
              <a:rPr spc="-5" dirty="0"/>
              <a:t>LOOP</a:t>
            </a:r>
          </a:p>
        </p:txBody>
      </p:sp>
      <p:pic>
        <p:nvPicPr>
          <p:cNvPr id="6" name="object 6"/>
          <p:cNvPicPr/>
          <p:nvPr/>
        </p:nvPicPr>
        <p:blipFill>
          <a:blip r:embed="rId4" cstate="print"/>
          <a:stretch>
            <a:fillRect/>
          </a:stretch>
        </p:blipFill>
        <p:spPr>
          <a:xfrm>
            <a:off x="785787" y="1071552"/>
            <a:ext cx="5305894" cy="2303875"/>
          </a:xfrm>
          <a:prstGeom prst="rect">
            <a:avLst/>
          </a:prstGeom>
        </p:spPr>
      </p:pic>
      <p:pic>
        <p:nvPicPr>
          <p:cNvPr id="7" name="object 7"/>
          <p:cNvPicPr/>
          <p:nvPr/>
        </p:nvPicPr>
        <p:blipFill>
          <a:blip r:embed="rId5" cstate="print"/>
          <a:stretch>
            <a:fillRect/>
          </a:stretch>
        </p:blipFill>
        <p:spPr>
          <a:xfrm>
            <a:off x="6286512" y="2925367"/>
            <a:ext cx="2286015" cy="2057413"/>
          </a:xfrm>
          <a:prstGeom prst="rect">
            <a:avLst/>
          </a:prstGeom>
        </p:spPr>
      </p:pic>
      <p:grpSp>
        <p:nvGrpSpPr>
          <p:cNvPr id="8" name="object 8"/>
          <p:cNvGrpSpPr/>
          <p:nvPr/>
        </p:nvGrpSpPr>
        <p:grpSpPr>
          <a:xfrm>
            <a:off x="1460166" y="3519162"/>
            <a:ext cx="3938270" cy="1527175"/>
            <a:chOff x="1460166" y="3519162"/>
            <a:chExt cx="3938270" cy="1527175"/>
          </a:xfrm>
        </p:grpSpPr>
        <p:pic>
          <p:nvPicPr>
            <p:cNvPr id="9" name="object 9"/>
            <p:cNvPicPr/>
            <p:nvPr/>
          </p:nvPicPr>
          <p:blipFill>
            <a:blip r:embed="rId6" cstate="print"/>
            <a:stretch>
              <a:fillRect/>
            </a:stretch>
          </p:blipFill>
          <p:spPr>
            <a:xfrm>
              <a:off x="1460166" y="3519162"/>
              <a:ext cx="3937652" cy="1526620"/>
            </a:xfrm>
            <a:prstGeom prst="rect">
              <a:avLst/>
            </a:prstGeom>
          </p:spPr>
        </p:pic>
        <p:pic>
          <p:nvPicPr>
            <p:cNvPr id="10" name="object 10"/>
            <p:cNvPicPr/>
            <p:nvPr/>
          </p:nvPicPr>
          <p:blipFill>
            <a:blip r:embed="rId7" cstate="print"/>
            <a:stretch>
              <a:fillRect/>
            </a:stretch>
          </p:blipFill>
          <p:spPr>
            <a:xfrm>
              <a:off x="1500165" y="3536162"/>
              <a:ext cx="3857651" cy="1446619"/>
            </a:xfrm>
            <a:prstGeom prst="rect">
              <a:avLst/>
            </a:prstGeom>
          </p:spPr>
        </p:pic>
      </p:grpSp>
      <p:sp>
        <p:nvSpPr>
          <p:cNvPr id="11" name="object 11"/>
          <p:cNvSpPr txBox="1"/>
          <p:nvPr/>
        </p:nvSpPr>
        <p:spPr>
          <a:xfrm>
            <a:off x="2543682" y="4043198"/>
            <a:ext cx="1485900" cy="452120"/>
          </a:xfrm>
          <a:prstGeom prst="rect">
            <a:avLst/>
          </a:prstGeom>
        </p:spPr>
        <p:txBody>
          <a:bodyPr vert="horz" wrap="square" lIns="0" tIns="12700" rIns="0" bIns="0" rtlCol="0">
            <a:spAutoFit/>
          </a:bodyPr>
          <a:lstStyle/>
          <a:p>
            <a:pPr marL="12700">
              <a:lnSpc>
                <a:spcPct val="100000"/>
              </a:lnSpc>
              <a:spcBef>
                <a:spcPts val="100"/>
              </a:spcBef>
            </a:pPr>
            <a:r>
              <a:rPr sz="2800" b="1" spc="-5" dirty="0">
                <a:latin typeface="Arial"/>
                <a:cs typeface="Arial"/>
              </a:rPr>
              <a:t>OUTPUT</a:t>
            </a:r>
            <a:endParaRPr sz="2800">
              <a:latin typeface="Arial"/>
              <a:cs typeface="Arial"/>
            </a:endParaRPr>
          </a:p>
        </p:txBody>
      </p:sp>
      <p:grpSp>
        <p:nvGrpSpPr>
          <p:cNvPr id="12" name="object 12"/>
          <p:cNvGrpSpPr/>
          <p:nvPr/>
        </p:nvGrpSpPr>
        <p:grpSpPr>
          <a:xfrm>
            <a:off x="4674876" y="4215684"/>
            <a:ext cx="1365885" cy="401955"/>
            <a:chOff x="4674876" y="4215684"/>
            <a:chExt cx="1365885" cy="401955"/>
          </a:xfrm>
        </p:grpSpPr>
        <p:pic>
          <p:nvPicPr>
            <p:cNvPr id="13" name="object 13"/>
            <p:cNvPicPr/>
            <p:nvPr/>
          </p:nvPicPr>
          <p:blipFill>
            <a:blip r:embed="rId8" cstate="print"/>
            <a:stretch>
              <a:fillRect/>
            </a:stretch>
          </p:blipFill>
          <p:spPr>
            <a:xfrm>
              <a:off x="4674876" y="4215684"/>
              <a:ext cx="1365884" cy="401471"/>
            </a:xfrm>
            <a:prstGeom prst="rect">
              <a:avLst/>
            </a:prstGeom>
          </p:spPr>
        </p:pic>
        <p:pic>
          <p:nvPicPr>
            <p:cNvPr id="14" name="object 14"/>
            <p:cNvPicPr/>
            <p:nvPr/>
          </p:nvPicPr>
          <p:blipFill>
            <a:blip r:embed="rId9" cstate="print"/>
            <a:stretch>
              <a:fillRect/>
            </a:stretch>
          </p:blipFill>
          <p:spPr>
            <a:xfrm>
              <a:off x="4714876" y="4232684"/>
              <a:ext cx="1285883" cy="321470"/>
            </a:xfrm>
            <a:prstGeom prst="rect">
              <a:avLst/>
            </a:prstGeom>
          </p:spPr>
        </p:pic>
      </p:grpSp>
      <p:sp>
        <p:nvSpPr>
          <p:cNvPr id="15" name="object 15"/>
          <p:cNvSpPr txBox="1"/>
          <p:nvPr/>
        </p:nvSpPr>
        <p:spPr>
          <a:xfrm>
            <a:off x="6288099" y="1194965"/>
            <a:ext cx="2566670" cy="848360"/>
          </a:xfrm>
          <a:prstGeom prst="rect">
            <a:avLst/>
          </a:prstGeom>
        </p:spPr>
        <p:txBody>
          <a:bodyPr vert="horz" wrap="square" lIns="0" tIns="12700" rIns="0" bIns="0" rtlCol="0">
            <a:spAutoFit/>
          </a:bodyPr>
          <a:lstStyle/>
          <a:p>
            <a:pPr marL="12700" marR="5080" algn="just">
              <a:lnSpc>
                <a:spcPct val="100000"/>
              </a:lnSpc>
              <a:spcBef>
                <a:spcPts val="100"/>
              </a:spcBef>
            </a:pPr>
            <a:r>
              <a:rPr sz="1800" spc="-20" dirty="0">
                <a:latin typeface="Arial MT"/>
                <a:cs typeface="Arial MT"/>
              </a:rPr>
              <a:t>Till</a:t>
            </a:r>
            <a:r>
              <a:rPr sz="1800" spc="-15" dirty="0">
                <a:latin typeface="Arial MT"/>
                <a:cs typeface="Arial MT"/>
              </a:rPr>
              <a:t> </a:t>
            </a:r>
            <a:r>
              <a:rPr sz="1800" spc="-5" dirty="0">
                <a:latin typeface="Arial MT"/>
                <a:cs typeface="Arial MT"/>
              </a:rPr>
              <a:t>the</a:t>
            </a:r>
            <a:r>
              <a:rPr sz="1800" dirty="0">
                <a:latin typeface="Arial MT"/>
                <a:cs typeface="Arial MT"/>
              </a:rPr>
              <a:t> </a:t>
            </a:r>
            <a:r>
              <a:rPr sz="1800" spc="-5" dirty="0">
                <a:latin typeface="Arial MT"/>
                <a:cs typeface="Arial MT"/>
              </a:rPr>
              <a:t>list</a:t>
            </a:r>
            <a:r>
              <a:rPr sz="1800" dirty="0">
                <a:latin typeface="Arial MT"/>
                <a:cs typeface="Arial MT"/>
              </a:rPr>
              <a:t> </a:t>
            </a:r>
            <a:r>
              <a:rPr sz="1800" spc="-5" dirty="0">
                <a:latin typeface="Arial MT"/>
                <a:cs typeface="Arial MT"/>
              </a:rPr>
              <a:t>exhaust</a:t>
            </a:r>
            <a:r>
              <a:rPr sz="1800" dirty="0">
                <a:latin typeface="Arial MT"/>
                <a:cs typeface="Arial MT"/>
              </a:rPr>
              <a:t> </a:t>
            </a:r>
            <a:r>
              <a:rPr sz="1800" spc="-5" dirty="0">
                <a:latin typeface="Arial MT"/>
                <a:cs typeface="Arial MT"/>
              </a:rPr>
              <a:t>for </a:t>
            </a:r>
            <a:r>
              <a:rPr sz="1800" dirty="0">
                <a:latin typeface="Arial MT"/>
                <a:cs typeface="Arial MT"/>
              </a:rPr>
              <a:t> </a:t>
            </a:r>
            <a:r>
              <a:rPr sz="1800" spc="-5" dirty="0">
                <a:latin typeface="Arial MT"/>
                <a:cs typeface="Arial MT"/>
              </a:rPr>
              <a:t>loop</a:t>
            </a:r>
            <a:r>
              <a:rPr sz="1800" dirty="0">
                <a:latin typeface="Arial MT"/>
                <a:cs typeface="Arial MT"/>
              </a:rPr>
              <a:t> </a:t>
            </a:r>
            <a:r>
              <a:rPr sz="1800" spc="-5" dirty="0">
                <a:latin typeface="Arial MT"/>
                <a:cs typeface="Arial MT"/>
              </a:rPr>
              <a:t>will</a:t>
            </a:r>
            <a:r>
              <a:rPr sz="1800" dirty="0">
                <a:latin typeface="Arial MT"/>
                <a:cs typeface="Arial MT"/>
              </a:rPr>
              <a:t> continue</a:t>
            </a:r>
            <a:r>
              <a:rPr sz="1800" spc="5" dirty="0">
                <a:latin typeface="Arial MT"/>
                <a:cs typeface="Arial MT"/>
              </a:rPr>
              <a:t> </a:t>
            </a:r>
            <a:r>
              <a:rPr sz="1800" spc="-5" dirty="0">
                <a:latin typeface="Arial MT"/>
                <a:cs typeface="Arial MT"/>
              </a:rPr>
              <a:t>to </a:t>
            </a:r>
            <a:r>
              <a:rPr sz="1800" dirty="0">
                <a:latin typeface="Arial MT"/>
                <a:cs typeface="Arial MT"/>
              </a:rPr>
              <a:t> </a:t>
            </a:r>
            <a:r>
              <a:rPr sz="1800" spc="-5" dirty="0">
                <a:latin typeface="Arial MT"/>
                <a:cs typeface="Arial MT"/>
              </a:rPr>
              <a:t>execute</a:t>
            </a:r>
            <a:endParaRPr sz="1800">
              <a:latin typeface="Arial MT"/>
              <a:cs typeface="Arial MT"/>
            </a:endParaRPr>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1531604" y="197296"/>
            <a:ext cx="6438265" cy="830580"/>
            <a:chOff x="1531604" y="197296"/>
            <a:chExt cx="6438265" cy="830580"/>
          </a:xfrm>
        </p:grpSpPr>
        <p:pic>
          <p:nvPicPr>
            <p:cNvPr id="3" name="object 3"/>
            <p:cNvPicPr/>
            <p:nvPr/>
          </p:nvPicPr>
          <p:blipFill>
            <a:blip r:embed="rId2" cstate="print"/>
            <a:stretch>
              <a:fillRect/>
            </a:stretch>
          </p:blipFill>
          <p:spPr>
            <a:xfrm>
              <a:off x="1531604" y="197296"/>
              <a:ext cx="6437982" cy="830099"/>
            </a:xfrm>
            <a:prstGeom prst="rect">
              <a:avLst/>
            </a:prstGeom>
          </p:spPr>
        </p:pic>
        <p:pic>
          <p:nvPicPr>
            <p:cNvPr id="4" name="object 4"/>
            <p:cNvPicPr/>
            <p:nvPr/>
          </p:nvPicPr>
          <p:blipFill>
            <a:blip r:embed="rId3" cstate="print"/>
            <a:stretch>
              <a:fillRect/>
            </a:stretch>
          </p:blipFill>
          <p:spPr>
            <a:xfrm>
              <a:off x="1571604" y="214296"/>
              <a:ext cx="6357981" cy="750098"/>
            </a:xfrm>
            <a:prstGeom prst="rect">
              <a:avLst/>
            </a:prstGeom>
          </p:spPr>
        </p:pic>
      </p:grpSp>
      <p:sp>
        <p:nvSpPr>
          <p:cNvPr id="5" name="object 5"/>
          <p:cNvSpPr txBox="1"/>
          <p:nvPr/>
        </p:nvSpPr>
        <p:spPr>
          <a:xfrm>
            <a:off x="1571603" y="214296"/>
            <a:ext cx="6358255" cy="750570"/>
          </a:xfrm>
          <a:prstGeom prst="rect">
            <a:avLst/>
          </a:prstGeom>
        </p:spPr>
        <p:txBody>
          <a:bodyPr vert="horz" wrap="square" lIns="0" tIns="179705" rIns="0" bIns="0" rtlCol="0">
            <a:spAutoFit/>
          </a:bodyPr>
          <a:lstStyle/>
          <a:p>
            <a:pPr algn="ctr">
              <a:lnSpc>
                <a:spcPct val="100000"/>
              </a:lnSpc>
              <a:spcBef>
                <a:spcPts val="1415"/>
              </a:spcBef>
            </a:pPr>
            <a:r>
              <a:rPr sz="2400" b="1" dirty="0">
                <a:latin typeface="Arial"/>
                <a:cs typeface="Arial"/>
              </a:rPr>
              <a:t>for</a:t>
            </a:r>
            <a:r>
              <a:rPr sz="2400" b="1" spc="-25" dirty="0">
                <a:latin typeface="Arial"/>
                <a:cs typeface="Arial"/>
              </a:rPr>
              <a:t> </a:t>
            </a:r>
            <a:r>
              <a:rPr sz="2400" b="1" spc="-5" dirty="0">
                <a:latin typeface="Arial"/>
                <a:cs typeface="Arial"/>
              </a:rPr>
              <a:t>LOOP</a:t>
            </a:r>
            <a:r>
              <a:rPr sz="2400" b="1" spc="-65" dirty="0">
                <a:latin typeface="Arial"/>
                <a:cs typeface="Arial"/>
              </a:rPr>
              <a:t> </a:t>
            </a:r>
            <a:r>
              <a:rPr sz="2400" b="1" dirty="0">
                <a:latin typeface="Arial"/>
                <a:cs typeface="Arial"/>
              </a:rPr>
              <a:t>-</a:t>
            </a:r>
            <a:r>
              <a:rPr sz="2400" b="1" spc="-25" dirty="0">
                <a:latin typeface="Arial"/>
                <a:cs typeface="Arial"/>
              </a:rPr>
              <a:t> </a:t>
            </a:r>
            <a:r>
              <a:rPr sz="2400" b="1" spc="-5" dirty="0">
                <a:latin typeface="Arial"/>
                <a:cs typeface="Arial"/>
              </a:rPr>
              <a:t>range</a:t>
            </a:r>
            <a:r>
              <a:rPr sz="2400" b="1" spc="-20" dirty="0">
                <a:latin typeface="Arial"/>
                <a:cs typeface="Arial"/>
              </a:rPr>
              <a:t> </a:t>
            </a:r>
            <a:r>
              <a:rPr sz="2400" b="1" spc="-5" dirty="0">
                <a:latin typeface="Arial"/>
                <a:cs typeface="Arial"/>
              </a:rPr>
              <a:t>KEYWORD</a:t>
            </a:r>
            <a:endParaRPr sz="2400">
              <a:latin typeface="Arial"/>
              <a:cs typeface="Arial"/>
            </a:endParaRPr>
          </a:p>
        </p:txBody>
      </p:sp>
      <p:sp>
        <p:nvSpPr>
          <p:cNvPr id="6" name="object 6"/>
          <p:cNvSpPr txBox="1">
            <a:spLocks noGrp="1"/>
          </p:cNvSpPr>
          <p:nvPr>
            <p:ph type="title"/>
          </p:nvPr>
        </p:nvSpPr>
        <p:spPr>
          <a:xfrm>
            <a:off x="1787505" y="1297042"/>
            <a:ext cx="6705600" cy="1732280"/>
          </a:xfrm>
          <a:prstGeom prst="rect">
            <a:avLst/>
          </a:prstGeom>
        </p:spPr>
        <p:txBody>
          <a:bodyPr vert="horz" wrap="square" lIns="0" tIns="12700" rIns="0" bIns="0" rtlCol="0">
            <a:spAutoFit/>
          </a:bodyPr>
          <a:lstStyle/>
          <a:p>
            <a:pPr marL="12700" marR="5080" algn="just">
              <a:lnSpc>
                <a:spcPct val="100000"/>
              </a:lnSpc>
              <a:spcBef>
                <a:spcPts val="100"/>
              </a:spcBef>
            </a:pPr>
            <a:r>
              <a:rPr b="0" spc="-5" dirty="0">
                <a:latin typeface="Arial MT"/>
                <a:cs typeface="Arial MT"/>
              </a:rPr>
              <a:t>The</a:t>
            </a:r>
            <a:r>
              <a:rPr b="0" spc="509" dirty="0">
                <a:latin typeface="Arial MT"/>
                <a:cs typeface="Arial MT"/>
              </a:rPr>
              <a:t> </a:t>
            </a:r>
            <a:r>
              <a:rPr b="0" dirty="0">
                <a:latin typeface="Arial MT"/>
                <a:cs typeface="Arial MT"/>
              </a:rPr>
              <a:t>range()</a:t>
            </a:r>
            <a:r>
              <a:rPr b="0" spc="515" dirty="0">
                <a:latin typeface="Arial MT"/>
                <a:cs typeface="Arial MT"/>
              </a:rPr>
              <a:t> </a:t>
            </a:r>
            <a:r>
              <a:rPr b="0" spc="-5" dirty="0">
                <a:latin typeface="Arial MT"/>
                <a:cs typeface="Arial MT"/>
              </a:rPr>
              <a:t>function</a:t>
            </a:r>
            <a:r>
              <a:rPr b="0" spc="509" dirty="0">
                <a:latin typeface="Arial MT"/>
                <a:cs typeface="Arial MT"/>
              </a:rPr>
              <a:t> </a:t>
            </a:r>
            <a:r>
              <a:rPr b="0" dirty="0">
                <a:latin typeface="Arial MT"/>
                <a:cs typeface="Arial MT"/>
              </a:rPr>
              <a:t>returns</a:t>
            </a:r>
            <a:r>
              <a:rPr b="0" spc="515" dirty="0">
                <a:latin typeface="Arial MT"/>
                <a:cs typeface="Arial MT"/>
              </a:rPr>
              <a:t> </a:t>
            </a:r>
            <a:r>
              <a:rPr b="0" dirty="0">
                <a:latin typeface="Arial MT"/>
                <a:cs typeface="Arial MT"/>
              </a:rPr>
              <a:t>a</a:t>
            </a:r>
            <a:r>
              <a:rPr b="0" spc="515" dirty="0">
                <a:latin typeface="Arial MT"/>
                <a:cs typeface="Arial MT"/>
              </a:rPr>
              <a:t> </a:t>
            </a:r>
            <a:r>
              <a:rPr b="0" dirty="0">
                <a:latin typeface="Arial MT"/>
                <a:cs typeface="Arial MT"/>
              </a:rPr>
              <a:t>sequence </a:t>
            </a:r>
            <a:r>
              <a:rPr b="0" spc="-770" dirty="0">
                <a:latin typeface="Arial MT"/>
                <a:cs typeface="Arial MT"/>
              </a:rPr>
              <a:t> </a:t>
            </a:r>
            <a:r>
              <a:rPr b="0" spc="-5" dirty="0">
                <a:latin typeface="Arial MT"/>
                <a:cs typeface="Arial MT"/>
              </a:rPr>
              <a:t>of numbers, </a:t>
            </a:r>
            <a:r>
              <a:rPr b="0" dirty="0">
                <a:latin typeface="Arial MT"/>
                <a:cs typeface="Arial MT"/>
              </a:rPr>
              <a:t>starting </a:t>
            </a:r>
            <a:r>
              <a:rPr b="0" spc="-5" dirty="0">
                <a:latin typeface="Arial MT"/>
                <a:cs typeface="Arial MT"/>
              </a:rPr>
              <a:t>from </a:t>
            </a:r>
            <a:r>
              <a:rPr b="0" dirty="0">
                <a:latin typeface="Arial MT"/>
                <a:cs typeface="Arial MT"/>
              </a:rPr>
              <a:t>0 </a:t>
            </a:r>
            <a:r>
              <a:rPr b="0" spc="-5" dirty="0">
                <a:latin typeface="Arial MT"/>
                <a:cs typeface="Arial MT"/>
              </a:rPr>
              <a:t>by default, and </a:t>
            </a:r>
            <a:r>
              <a:rPr b="0" spc="-765" dirty="0">
                <a:latin typeface="Arial MT"/>
                <a:cs typeface="Arial MT"/>
              </a:rPr>
              <a:t> </a:t>
            </a:r>
            <a:r>
              <a:rPr b="0" spc="-5" dirty="0">
                <a:latin typeface="Arial MT"/>
                <a:cs typeface="Arial MT"/>
              </a:rPr>
              <a:t>increments</a:t>
            </a:r>
            <a:r>
              <a:rPr b="0" spc="250" dirty="0">
                <a:latin typeface="Arial MT"/>
                <a:cs typeface="Arial MT"/>
              </a:rPr>
              <a:t> </a:t>
            </a:r>
            <a:r>
              <a:rPr b="0" spc="-5" dirty="0">
                <a:latin typeface="Arial MT"/>
                <a:cs typeface="Arial MT"/>
              </a:rPr>
              <a:t>by</a:t>
            </a:r>
            <a:r>
              <a:rPr b="0" spc="254" dirty="0">
                <a:latin typeface="Arial MT"/>
                <a:cs typeface="Arial MT"/>
              </a:rPr>
              <a:t> </a:t>
            </a:r>
            <a:r>
              <a:rPr b="0" dirty="0">
                <a:latin typeface="Arial MT"/>
                <a:cs typeface="Arial MT"/>
              </a:rPr>
              <a:t>1</a:t>
            </a:r>
            <a:r>
              <a:rPr b="0" spc="254" dirty="0">
                <a:latin typeface="Arial MT"/>
                <a:cs typeface="Arial MT"/>
              </a:rPr>
              <a:t> </a:t>
            </a:r>
            <a:r>
              <a:rPr b="0" dirty="0">
                <a:latin typeface="Arial MT"/>
                <a:cs typeface="Arial MT"/>
              </a:rPr>
              <a:t>(by</a:t>
            </a:r>
            <a:r>
              <a:rPr b="0" spc="254" dirty="0">
                <a:latin typeface="Arial MT"/>
                <a:cs typeface="Arial MT"/>
              </a:rPr>
              <a:t> </a:t>
            </a:r>
            <a:r>
              <a:rPr b="0" spc="-5" dirty="0">
                <a:latin typeface="Arial MT"/>
                <a:cs typeface="Arial MT"/>
              </a:rPr>
              <a:t>default),</a:t>
            </a:r>
            <a:r>
              <a:rPr b="0" spc="254" dirty="0">
                <a:latin typeface="Arial MT"/>
                <a:cs typeface="Arial MT"/>
              </a:rPr>
              <a:t> </a:t>
            </a:r>
            <a:r>
              <a:rPr b="0" spc="-5" dirty="0">
                <a:latin typeface="Arial MT"/>
                <a:cs typeface="Arial MT"/>
              </a:rPr>
              <a:t>and</a:t>
            </a:r>
            <a:r>
              <a:rPr b="0" spc="254" dirty="0">
                <a:latin typeface="Arial MT"/>
                <a:cs typeface="Arial MT"/>
              </a:rPr>
              <a:t> </a:t>
            </a:r>
            <a:r>
              <a:rPr b="0" spc="-5" dirty="0">
                <a:latin typeface="Arial MT"/>
                <a:cs typeface="Arial MT"/>
              </a:rPr>
              <a:t>ends</a:t>
            </a:r>
            <a:r>
              <a:rPr b="0" spc="254" dirty="0">
                <a:latin typeface="Arial MT"/>
                <a:cs typeface="Arial MT"/>
              </a:rPr>
              <a:t> </a:t>
            </a:r>
            <a:r>
              <a:rPr b="0" spc="-5" dirty="0">
                <a:latin typeface="Arial MT"/>
                <a:cs typeface="Arial MT"/>
              </a:rPr>
              <a:t>at </a:t>
            </a:r>
            <a:r>
              <a:rPr b="0" spc="-765" dirty="0">
                <a:latin typeface="Arial MT"/>
                <a:cs typeface="Arial MT"/>
              </a:rPr>
              <a:t> </a:t>
            </a:r>
            <a:r>
              <a:rPr b="0" dirty="0">
                <a:latin typeface="Arial MT"/>
                <a:cs typeface="Arial MT"/>
              </a:rPr>
              <a:t>a</a:t>
            </a:r>
            <a:r>
              <a:rPr b="0" spc="-10" dirty="0">
                <a:latin typeface="Arial MT"/>
                <a:cs typeface="Arial MT"/>
              </a:rPr>
              <a:t> </a:t>
            </a:r>
            <a:r>
              <a:rPr b="0" dirty="0">
                <a:latin typeface="Arial MT"/>
                <a:cs typeface="Arial MT"/>
              </a:rPr>
              <a:t>specified</a:t>
            </a:r>
            <a:r>
              <a:rPr b="0" spc="-5" dirty="0">
                <a:latin typeface="Arial MT"/>
                <a:cs typeface="Arial MT"/>
              </a:rPr>
              <a:t> </a:t>
            </a:r>
            <a:r>
              <a:rPr b="0" spc="-30" dirty="0">
                <a:latin typeface="Arial MT"/>
                <a:cs typeface="Arial MT"/>
              </a:rPr>
              <a:t>number.</a:t>
            </a:r>
          </a:p>
        </p:txBody>
      </p:sp>
      <p:sp>
        <p:nvSpPr>
          <p:cNvPr id="7" name="object 7"/>
          <p:cNvSpPr txBox="1"/>
          <p:nvPr/>
        </p:nvSpPr>
        <p:spPr>
          <a:xfrm>
            <a:off x="1287439" y="3708075"/>
            <a:ext cx="2948305" cy="878840"/>
          </a:xfrm>
          <a:prstGeom prst="rect">
            <a:avLst/>
          </a:prstGeom>
        </p:spPr>
        <p:txBody>
          <a:bodyPr vert="horz" wrap="square" lIns="0" tIns="12700" rIns="0" bIns="0" rtlCol="0">
            <a:spAutoFit/>
          </a:bodyPr>
          <a:lstStyle/>
          <a:p>
            <a:pPr marL="209550" marR="5080" indent="-197485">
              <a:lnSpc>
                <a:spcPct val="100000"/>
              </a:lnSpc>
              <a:spcBef>
                <a:spcPts val="100"/>
              </a:spcBef>
            </a:pPr>
            <a:r>
              <a:rPr sz="2800" spc="-5" dirty="0">
                <a:latin typeface="Arial MT"/>
                <a:cs typeface="Arial MT"/>
              </a:rPr>
              <a:t>for</a:t>
            </a:r>
            <a:r>
              <a:rPr sz="2800" spc="-40" dirty="0">
                <a:latin typeface="Arial MT"/>
                <a:cs typeface="Arial MT"/>
              </a:rPr>
              <a:t> </a:t>
            </a:r>
            <a:r>
              <a:rPr sz="2800" dirty="0">
                <a:latin typeface="Arial MT"/>
                <a:cs typeface="Arial MT"/>
              </a:rPr>
              <a:t>n</a:t>
            </a:r>
            <a:r>
              <a:rPr sz="2800" spc="-35" dirty="0">
                <a:latin typeface="Arial MT"/>
                <a:cs typeface="Arial MT"/>
              </a:rPr>
              <a:t> </a:t>
            </a:r>
            <a:r>
              <a:rPr sz="2800" spc="-5" dirty="0">
                <a:latin typeface="Arial MT"/>
                <a:cs typeface="Arial MT"/>
              </a:rPr>
              <a:t>in</a:t>
            </a:r>
            <a:r>
              <a:rPr sz="2800" spc="-35" dirty="0">
                <a:latin typeface="Arial MT"/>
                <a:cs typeface="Arial MT"/>
              </a:rPr>
              <a:t> </a:t>
            </a:r>
            <a:r>
              <a:rPr sz="2800" dirty="0">
                <a:latin typeface="Arial MT"/>
                <a:cs typeface="Arial MT"/>
              </a:rPr>
              <a:t>range(3,6): </a:t>
            </a:r>
            <a:r>
              <a:rPr sz="2800" spc="-765" dirty="0">
                <a:latin typeface="Arial MT"/>
                <a:cs typeface="Arial MT"/>
              </a:rPr>
              <a:t> </a:t>
            </a:r>
            <a:r>
              <a:rPr sz="2800" spc="-5" dirty="0">
                <a:latin typeface="Arial MT"/>
                <a:cs typeface="Arial MT"/>
              </a:rPr>
              <a:t>print(n)</a:t>
            </a:r>
            <a:endParaRPr sz="2800">
              <a:latin typeface="Arial MT"/>
              <a:cs typeface="Arial MT"/>
            </a:endParaRPr>
          </a:p>
        </p:txBody>
      </p:sp>
      <p:sp>
        <p:nvSpPr>
          <p:cNvPr id="8" name="object 8"/>
          <p:cNvSpPr txBox="1"/>
          <p:nvPr/>
        </p:nvSpPr>
        <p:spPr>
          <a:xfrm>
            <a:off x="3342374" y="2887225"/>
            <a:ext cx="5292090" cy="1112520"/>
          </a:xfrm>
          <a:prstGeom prst="rect">
            <a:avLst/>
          </a:prstGeom>
        </p:spPr>
        <p:txBody>
          <a:bodyPr vert="horz" wrap="square" lIns="0" tIns="128905" rIns="0" bIns="0" rtlCol="0">
            <a:spAutoFit/>
          </a:bodyPr>
          <a:lstStyle/>
          <a:p>
            <a:pPr marL="12700">
              <a:lnSpc>
                <a:spcPct val="100000"/>
              </a:lnSpc>
              <a:spcBef>
                <a:spcPts val="1015"/>
              </a:spcBef>
            </a:pPr>
            <a:r>
              <a:rPr sz="2800" spc="-5" dirty="0">
                <a:latin typeface="Arial MT"/>
                <a:cs typeface="Arial MT"/>
              </a:rPr>
              <a:t>range</a:t>
            </a:r>
            <a:r>
              <a:rPr sz="2800" i="1" spc="-5" dirty="0">
                <a:latin typeface="Arial"/>
                <a:cs typeface="Arial"/>
              </a:rPr>
              <a:t>(start,</a:t>
            </a:r>
            <a:r>
              <a:rPr sz="2800" i="1" spc="-20" dirty="0">
                <a:latin typeface="Arial"/>
                <a:cs typeface="Arial"/>
              </a:rPr>
              <a:t> </a:t>
            </a:r>
            <a:r>
              <a:rPr sz="2800" i="1" dirty="0">
                <a:latin typeface="Arial"/>
                <a:cs typeface="Arial"/>
              </a:rPr>
              <a:t>stop,</a:t>
            </a:r>
            <a:r>
              <a:rPr sz="2800" i="1" spc="-20" dirty="0">
                <a:latin typeface="Arial"/>
                <a:cs typeface="Arial"/>
              </a:rPr>
              <a:t> </a:t>
            </a:r>
            <a:r>
              <a:rPr sz="2800" i="1" dirty="0">
                <a:latin typeface="Arial"/>
                <a:cs typeface="Arial"/>
              </a:rPr>
              <a:t>step</a:t>
            </a:r>
            <a:r>
              <a:rPr sz="2800" dirty="0">
                <a:latin typeface="Arial MT"/>
                <a:cs typeface="Arial MT"/>
              </a:rPr>
              <a:t>)</a:t>
            </a:r>
            <a:endParaRPr sz="2800">
              <a:latin typeface="Arial MT"/>
              <a:cs typeface="Arial MT"/>
            </a:endParaRPr>
          </a:p>
          <a:p>
            <a:pPr marL="2957830">
              <a:lnSpc>
                <a:spcPct val="100000"/>
              </a:lnSpc>
              <a:spcBef>
                <a:spcPts val="919"/>
              </a:spcBef>
            </a:pPr>
            <a:r>
              <a:rPr sz="2800" dirty="0">
                <a:latin typeface="Arial MT"/>
                <a:cs typeface="Arial MT"/>
              </a:rPr>
              <a:t>x</a:t>
            </a:r>
            <a:r>
              <a:rPr sz="2800" spc="-40" dirty="0">
                <a:latin typeface="Arial MT"/>
                <a:cs typeface="Arial MT"/>
              </a:rPr>
              <a:t> </a:t>
            </a:r>
            <a:r>
              <a:rPr sz="2800" dirty="0">
                <a:latin typeface="Arial MT"/>
                <a:cs typeface="Arial MT"/>
              </a:rPr>
              <a:t>=</a:t>
            </a:r>
            <a:r>
              <a:rPr sz="2800" spc="-40" dirty="0">
                <a:latin typeface="Arial MT"/>
                <a:cs typeface="Arial MT"/>
              </a:rPr>
              <a:t> </a:t>
            </a:r>
            <a:r>
              <a:rPr sz="2800" dirty="0">
                <a:latin typeface="Arial MT"/>
                <a:cs typeface="Arial MT"/>
              </a:rPr>
              <a:t>range(3,</a:t>
            </a:r>
            <a:r>
              <a:rPr sz="2800" spc="-35" dirty="0">
                <a:latin typeface="Arial MT"/>
                <a:cs typeface="Arial MT"/>
              </a:rPr>
              <a:t> </a:t>
            </a:r>
            <a:r>
              <a:rPr sz="2800" spc="-5" dirty="0">
                <a:latin typeface="Arial MT"/>
                <a:cs typeface="Arial MT"/>
              </a:rPr>
              <a:t>6)</a:t>
            </a:r>
            <a:endParaRPr sz="2800">
              <a:latin typeface="Arial MT"/>
              <a:cs typeface="Arial MT"/>
            </a:endParaRPr>
          </a:p>
        </p:txBody>
      </p:sp>
      <p:sp>
        <p:nvSpPr>
          <p:cNvPr id="9" name="object 9"/>
          <p:cNvSpPr txBox="1"/>
          <p:nvPr/>
        </p:nvSpPr>
        <p:spPr>
          <a:xfrm>
            <a:off x="6288099" y="3974060"/>
            <a:ext cx="1485265" cy="878840"/>
          </a:xfrm>
          <a:prstGeom prst="rect">
            <a:avLst/>
          </a:prstGeom>
        </p:spPr>
        <p:txBody>
          <a:bodyPr vert="horz" wrap="square" lIns="0" tIns="12700" rIns="0" bIns="0" rtlCol="0">
            <a:spAutoFit/>
          </a:bodyPr>
          <a:lstStyle/>
          <a:p>
            <a:pPr marL="209550" marR="5080" indent="-197485">
              <a:lnSpc>
                <a:spcPct val="100000"/>
              </a:lnSpc>
              <a:spcBef>
                <a:spcPts val="100"/>
              </a:spcBef>
            </a:pPr>
            <a:r>
              <a:rPr sz="2800" spc="-5" dirty="0">
                <a:latin typeface="Arial MT"/>
                <a:cs typeface="Arial MT"/>
              </a:rPr>
              <a:t>for</a:t>
            </a:r>
            <a:r>
              <a:rPr sz="2800" spc="-40" dirty="0">
                <a:latin typeface="Arial MT"/>
                <a:cs typeface="Arial MT"/>
              </a:rPr>
              <a:t> </a:t>
            </a:r>
            <a:r>
              <a:rPr sz="2800" dirty="0">
                <a:latin typeface="Arial MT"/>
                <a:cs typeface="Arial MT"/>
              </a:rPr>
              <a:t>n</a:t>
            </a:r>
            <a:r>
              <a:rPr sz="2800" spc="-35" dirty="0">
                <a:latin typeface="Arial MT"/>
                <a:cs typeface="Arial MT"/>
              </a:rPr>
              <a:t> </a:t>
            </a:r>
            <a:r>
              <a:rPr sz="2800" spc="-5" dirty="0">
                <a:latin typeface="Arial MT"/>
                <a:cs typeface="Arial MT"/>
              </a:rPr>
              <a:t>in</a:t>
            </a:r>
            <a:r>
              <a:rPr sz="2800" spc="-35" dirty="0">
                <a:latin typeface="Arial MT"/>
                <a:cs typeface="Arial MT"/>
              </a:rPr>
              <a:t> </a:t>
            </a:r>
            <a:r>
              <a:rPr sz="2800" dirty="0">
                <a:latin typeface="Arial MT"/>
                <a:cs typeface="Arial MT"/>
              </a:rPr>
              <a:t>x: </a:t>
            </a:r>
            <a:r>
              <a:rPr sz="2800" spc="-765" dirty="0">
                <a:latin typeface="Arial MT"/>
                <a:cs typeface="Arial MT"/>
              </a:rPr>
              <a:t> </a:t>
            </a:r>
            <a:r>
              <a:rPr sz="2800" spc="-5" dirty="0">
                <a:latin typeface="Arial MT"/>
                <a:cs typeface="Arial MT"/>
              </a:rPr>
              <a:t>print(n)</a:t>
            </a:r>
            <a:endParaRPr sz="2800">
              <a:latin typeface="Arial MT"/>
              <a:cs typeface="Arial MT"/>
            </a:endParaRPr>
          </a:p>
        </p:txBody>
      </p:sp>
      <p:grpSp>
        <p:nvGrpSpPr>
          <p:cNvPr id="10" name="object 10"/>
          <p:cNvGrpSpPr/>
          <p:nvPr/>
        </p:nvGrpSpPr>
        <p:grpSpPr>
          <a:xfrm>
            <a:off x="4460562" y="3679899"/>
            <a:ext cx="1643380" cy="937260"/>
            <a:chOff x="4460562" y="3679899"/>
            <a:chExt cx="1643380" cy="937260"/>
          </a:xfrm>
        </p:grpSpPr>
        <p:pic>
          <p:nvPicPr>
            <p:cNvPr id="11" name="object 11"/>
            <p:cNvPicPr/>
            <p:nvPr/>
          </p:nvPicPr>
          <p:blipFill>
            <a:blip r:embed="rId4" cstate="print"/>
            <a:stretch>
              <a:fillRect/>
            </a:stretch>
          </p:blipFill>
          <p:spPr>
            <a:xfrm>
              <a:off x="4460562" y="3679899"/>
              <a:ext cx="1643012" cy="937256"/>
            </a:xfrm>
            <a:prstGeom prst="rect">
              <a:avLst/>
            </a:prstGeom>
          </p:spPr>
        </p:pic>
        <p:pic>
          <p:nvPicPr>
            <p:cNvPr id="12" name="object 12"/>
            <p:cNvPicPr/>
            <p:nvPr/>
          </p:nvPicPr>
          <p:blipFill>
            <a:blip r:embed="rId5" cstate="print"/>
            <a:stretch>
              <a:fillRect/>
            </a:stretch>
          </p:blipFill>
          <p:spPr>
            <a:xfrm>
              <a:off x="4500562" y="3696898"/>
              <a:ext cx="1563011" cy="857256"/>
            </a:xfrm>
            <a:prstGeom prst="rect">
              <a:avLst/>
            </a:prstGeom>
          </p:spPr>
        </p:pic>
      </p:grpSp>
      <p:sp>
        <p:nvSpPr>
          <p:cNvPr id="13" name="object 13"/>
          <p:cNvSpPr txBox="1"/>
          <p:nvPr/>
        </p:nvSpPr>
        <p:spPr>
          <a:xfrm>
            <a:off x="4926468" y="3820218"/>
            <a:ext cx="710565" cy="574040"/>
          </a:xfrm>
          <a:prstGeom prst="rect">
            <a:avLst/>
          </a:prstGeom>
        </p:spPr>
        <p:txBody>
          <a:bodyPr vert="horz" wrap="square" lIns="0" tIns="12700" rIns="0" bIns="0" rtlCol="0">
            <a:spAutoFit/>
          </a:bodyPr>
          <a:lstStyle/>
          <a:p>
            <a:pPr marL="12700">
              <a:lnSpc>
                <a:spcPct val="100000"/>
              </a:lnSpc>
              <a:spcBef>
                <a:spcPts val="100"/>
              </a:spcBef>
            </a:pPr>
            <a:r>
              <a:rPr sz="3600" b="1" spc="-5" dirty="0">
                <a:solidFill>
                  <a:srgbClr val="FFFF00"/>
                </a:solidFill>
                <a:latin typeface="Arial"/>
                <a:cs typeface="Arial"/>
              </a:rPr>
              <a:t>OR</a:t>
            </a:r>
            <a:endParaRPr sz="3600">
              <a:latin typeface="Arial"/>
              <a:cs typeface="Arial"/>
            </a:endParaRPr>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82398" y="2124568"/>
            <a:ext cx="2043430" cy="513080"/>
          </a:xfrm>
          <a:prstGeom prst="rect">
            <a:avLst/>
          </a:prstGeom>
        </p:spPr>
        <p:txBody>
          <a:bodyPr vert="horz" wrap="square" lIns="0" tIns="12700" rIns="0" bIns="0" rtlCol="0">
            <a:spAutoFit/>
          </a:bodyPr>
          <a:lstStyle/>
          <a:p>
            <a:pPr marL="12700">
              <a:lnSpc>
                <a:spcPct val="100000"/>
              </a:lnSpc>
              <a:spcBef>
                <a:spcPts val="100"/>
              </a:spcBef>
            </a:pPr>
            <a:r>
              <a:rPr b="1" i="0" spc="-50" dirty="0">
                <a:latin typeface="Cambria"/>
                <a:cs typeface="Cambria"/>
              </a:rPr>
              <a:t>6.1</a:t>
            </a:r>
            <a:r>
              <a:rPr b="1" i="0" spc="65" dirty="0">
                <a:latin typeface="Cambria"/>
                <a:cs typeface="Cambria"/>
              </a:rPr>
              <a:t> </a:t>
            </a:r>
            <a:r>
              <a:rPr b="1" i="0" spc="484" dirty="0">
                <a:latin typeface="Cambria"/>
                <a:cs typeface="Cambria"/>
              </a:rPr>
              <a:t>LISTS</a:t>
            </a:r>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033344" y="361808"/>
            <a:ext cx="1078230" cy="513080"/>
          </a:xfrm>
          <a:prstGeom prst="rect">
            <a:avLst/>
          </a:prstGeom>
        </p:spPr>
        <p:txBody>
          <a:bodyPr vert="horz" wrap="square" lIns="0" tIns="12700" rIns="0" bIns="0" rtlCol="0">
            <a:spAutoFit/>
          </a:bodyPr>
          <a:lstStyle/>
          <a:p>
            <a:pPr marL="12700">
              <a:lnSpc>
                <a:spcPct val="100000"/>
              </a:lnSpc>
              <a:spcBef>
                <a:spcPts val="100"/>
              </a:spcBef>
            </a:pPr>
            <a:r>
              <a:rPr spc="95" dirty="0"/>
              <a:t>Li</a:t>
            </a:r>
            <a:r>
              <a:rPr spc="130" dirty="0"/>
              <a:t>s</a:t>
            </a:r>
            <a:r>
              <a:rPr spc="795" dirty="0"/>
              <a:t>t</a:t>
            </a:r>
            <a:r>
              <a:rPr spc="409" dirty="0"/>
              <a:t>s</a:t>
            </a:r>
          </a:p>
        </p:txBody>
      </p:sp>
      <p:sp>
        <p:nvSpPr>
          <p:cNvPr id="3" name="object 3"/>
          <p:cNvSpPr txBox="1">
            <a:spLocks noGrp="1"/>
          </p:cNvSpPr>
          <p:nvPr>
            <p:ph type="body" idx="1"/>
          </p:nvPr>
        </p:nvSpPr>
        <p:spPr>
          <a:prstGeom prst="rect">
            <a:avLst/>
          </a:prstGeom>
        </p:spPr>
        <p:txBody>
          <a:bodyPr vert="horz" wrap="square" lIns="0" tIns="14605" rIns="0" bIns="0" rtlCol="0">
            <a:spAutoFit/>
          </a:bodyPr>
          <a:lstStyle/>
          <a:p>
            <a:pPr marL="238125" indent="-226060">
              <a:lnSpc>
                <a:spcPts val="1955"/>
              </a:lnSpc>
              <a:spcBef>
                <a:spcPts val="115"/>
              </a:spcBef>
              <a:buChar char="•"/>
              <a:tabLst>
                <a:tab pos="237490" algn="l"/>
                <a:tab pos="238760" algn="l"/>
              </a:tabLst>
            </a:pPr>
            <a:r>
              <a:rPr dirty="0"/>
              <a:t>Lists is </a:t>
            </a:r>
            <a:r>
              <a:rPr spc="5" dirty="0"/>
              <a:t>a</a:t>
            </a:r>
            <a:r>
              <a:rPr dirty="0"/>
              <a:t> built-in data</a:t>
            </a:r>
            <a:r>
              <a:rPr spc="5" dirty="0"/>
              <a:t> </a:t>
            </a:r>
            <a:r>
              <a:rPr dirty="0"/>
              <a:t>type in python to </a:t>
            </a:r>
            <a:r>
              <a:rPr spc="5" dirty="0"/>
              <a:t>store values.</a:t>
            </a:r>
          </a:p>
          <a:p>
            <a:pPr marL="238125" indent="-226060">
              <a:lnSpc>
                <a:spcPts val="1935"/>
              </a:lnSpc>
              <a:buClr>
                <a:srgbClr val="595959"/>
              </a:buClr>
              <a:buChar char="•"/>
              <a:tabLst>
                <a:tab pos="237490" algn="l"/>
                <a:tab pos="238760" algn="l"/>
              </a:tabLst>
            </a:pPr>
            <a:r>
              <a:rPr dirty="0"/>
              <a:t>Lists</a:t>
            </a:r>
            <a:r>
              <a:rPr spc="-10" dirty="0"/>
              <a:t> </a:t>
            </a:r>
            <a:r>
              <a:rPr dirty="0"/>
              <a:t>is</a:t>
            </a:r>
            <a:r>
              <a:rPr spc="-5" dirty="0"/>
              <a:t> </a:t>
            </a:r>
            <a:r>
              <a:rPr dirty="0"/>
              <a:t>Represented</a:t>
            </a:r>
            <a:r>
              <a:rPr spc="-5" dirty="0"/>
              <a:t> </a:t>
            </a:r>
            <a:r>
              <a:rPr dirty="0"/>
              <a:t>in</a:t>
            </a:r>
            <a:r>
              <a:rPr spc="-5" dirty="0"/>
              <a:t> [].</a:t>
            </a:r>
          </a:p>
          <a:p>
            <a:pPr marL="238125" indent="-226060">
              <a:lnSpc>
                <a:spcPts val="1935"/>
              </a:lnSpc>
              <a:buClr>
                <a:srgbClr val="595959"/>
              </a:buClr>
              <a:buChar char="•"/>
              <a:tabLst>
                <a:tab pos="237490" algn="l"/>
                <a:tab pos="238760" algn="l"/>
              </a:tabLst>
            </a:pPr>
            <a:r>
              <a:rPr dirty="0"/>
              <a:t>Lists</a:t>
            </a:r>
            <a:r>
              <a:rPr spc="-10" dirty="0"/>
              <a:t> </a:t>
            </a:r>
            <a:r>
              <a:rPr dirty="0"/>
              <a:t>index</a:t>
            </a:r>
            <a:r>
              <a:rPr spc="-10" dirty="0"/>
              <a:t> </a:t>
            </a:r>
            <a:r>
              <a:rPr spc="5" dirty="0"/>
              <a:t>starts</a:t>
            </a:r>
            <a:r>
              <a:rPr spc="-10" dirty="0"/>
              <a:t> </a:t>
            </a:r>
            <a:r>
              <a:rPr dirty="0"/>
              <a:t>from</a:t>
            </a:r>
            <a:r>
              <a:rPr spc="-10" dirty="0"/>
              <a:t> </a:t>
            </a:r>
            <a:r>
              <a:rPr dirty="0"/>
              <a:t>[0].</a:t>
            </a:r>
          </a:p>
          <a:p>
            <a:pPr marL="238125" marR="5080" indent="-226060">
              <a:lnSpc>
                <a:spcPts val="1600"/>
              </a:lnSpc>
              <a:spcBef>
                <a:spcPts val="345"/>
              </a:spcBef>
              <a:buClr>
                <a:srgbClr val="595959"/>
              </a:buClr>
              <a:buChar char="•"/>
              <a:tabLst>
                <a:tab pos="237490" algn="l"/>
                <a:tab pos="238760" algn="l"/>
              </a:tabLst>
            </a:pPr>
            <a:r>
              <a:rPr dirty="0"/>
              <a:t>Lists </a:t>
            </a:r>
            <a:r>
              <a:rPr spc="5" dirty="0"/>
              <a:t>can be created </a:t>
            </a:r>
            <a:r>
              <a:rPr dirty="0"/>
              <a:t>to</a:t>
            </a:r>
            <a:r>
              <a:rPr spc="5" dirty="0"/>
              <a:t> store </a:t>
            </a:r>
            <a:r>
              <a:rPr spc="-5" dirty="0"/>
              <a:t>different</a:t>
            </a:r>
            <a:r>
              <a:rPr spc="5" dirty="0"/>
              <a:t> </a:t>
            </a:r>
            <a:r>
              <a:rPr dirty="0"/>
              <a:t>data</a:t>
            </a:r>
            <a:r>
              <a:rPr spc="5" dirty="0"/>
              <a:t> </a:t>
            </a:r>
            <a:r>
              <a:rPr dirty="0"/>
              <a:t>types</a:t>
            </a:r>
            <a:r>
              <a:rPr spc="5" dirty="0"/>
              <a:t> </a:t>
            </a:r>
            <a:r>
              <a:rPr dirty="0"/>
              <a:t>.i.e. </a:t>
            </a:r>
            <a:r>
              <a:rPr spc="5" dirty="0"/>
              <a:t>a </a:t>
            </a:r>
            <a:r>
              <a:rPr dirty="0"/>
              <a:t>list</a:t>
            </a:r>
            <a:r>
              <a:rPr spc="5" dirty="0"/>
              <a:t> can store </a:t>
            </a:r>
            <a:r>
              <a:rPr spc="-5" dirty="0"/>
              <a:t>different </a:t>
            </a:r>
            <a:r>
              <a:rPr spc="-445" dirty="0"/>
              <a:t> </a:t>
            </a:r>
            <a:r>
              <a:rPr dirty="0"/>
              <a:t>data</a:t>
            </a:r>
            <a:r>
              <a:rPr spc="-5" dirty="0"/>
              <a:t> </a:t>
            </a:r>
            <a:r>
              <a:rPr dirty="0"/>
              <a:t>type </a:t>
            </a:r>
            <a:r>
              <a:rPr spc="5" dirty="0"/>
              <a:t>values</a:t>
            </a:r>
            <a:r>
              <a:rPr dirty="0"/>
              <a:t> </a:t>
            </a:r>
            <a:r>
              <a:rPr spc="5" dirty="0"/>
              <a:t>such</a:t>
            </a:r>
            <a:r>
              <a:rPr dirty="0"/>
              <a:t> </a:t>
            </a:r>
            <a:r>
              <a:rPr spc="5" dirty="0"/>
              <a:t>as</a:t>
            </a:r>
            <a:r>
              <a:rPr dirty="0"/>
              <a:t> float, </a:t>
            </a:r>
            <a:r>
              <a:rPr spc="-10" dirty="0"/>
              <a:t>integer,</a:t>
            </a:r>
            <a:r>
              <a:rPr dirty="0"/>
              <a:t> Boolean,</a:t>
            </a:r>
            <a:r>
              <a:rPr spc="-5" dirty="0"/>
              <a:t> </a:t>
            </a:r>
            <a:r>
              <a:rPr spc="5" dirty="0"/>
              <a:t>string.</a:t>
            </a:r>
          </a:p>
          <a:p>
            <a:pPr marL="238125" indent="-226060">
              <a:lnSpc>
                <a:spcPts val="1920"/>
              </a:lnSpc>
              <a:buClr>
                <a:srgbClr val="595959"/>
              </a:buClr>
              <a:buChar char="•"/>
              <a:tabLst>
                <a:tab pos="237490" algn="l"/>
                <a:tab pos="238760" algn="l"/>
              </a:tabLst>
            </a:pPr>
            <a:r>
              <a:rPr b="1" dirty="0">
                <a:latin typeface="Arial"/>
                <a:cs typeface="Arial"/>
              </a:rPr>
              <a:t>Example</a:t>
            </a:r>
            <a:r>
              <a:rPr b="1" spc="5" dirty="0">
                <a:latin typeface="Arial"/>
                <a:cs typeface="Arial"/>
              </a:rPr>
              <a:t> </a:t>
            </a:r>
            <a:r>
              <a:rPr dirty="0"/>
              <a:t>of</a:t>
            </a:r>
            <a:r>
              <a:rPr spc="5" dirty="0"/>
              <a:t> a</a:t>
            </a:r>
            <a:r>
              <a:rPr dirty="0"/>
              <a:t> python</a:t>
            </a:r>
            <a:r>
              <a:rPr spc="5" dirty="0"/>
              <a:t> </a:t>
            </a:r>
            <a:r>
              <a:rPr dirty="0"/>
              <a:t>program is</a:t>
            </a:r>
            <a:r>
              <a:rPr spc="5" dirty="0"/>
              <a:t> </a:t>
            </a:r>
            <a:r>
              <a:rPr dirty="0"/>
              <a:t>given</a:t>
            </a:r>
            <a:r>
              <a:rPr spc="5" dirty="0"/>
              <a:t> </a:t>
            </a:r>
            <a:r>
              <a:rPr dirty="0"/>
              <a:t>below:</a:t>
            </a:r>
          </a:p>
          <a:p>
            <a:pPr marL="238125" indent="-226060">
              <a:lnSpc>
                <a:spcPts val="1764"/>
              </a:lnSpc>
              <a:buClr>
                <a:srgbClr val="595959"/>
              </a:buClr>
              <a:buChar char="•"/>
              <a:tabLst>
                <a:tab pos="237490" algn="l"/>
                <a:tab pos="238760" algn="l"/>
              </a:tabLst>
            </a:pPr>
            <a:r>
              <a:rPr dirty="0"/>
              <a:t>List</a:t>
            </a:r>
            <a:r>
              <a:rPr spc="-15" dirty="0"/>
              <a:t> </a:t>
            </a:r>
            <a:r>
              <a:rPr spc="5" dirty="0"/>
              <a:t>=</a:t>
            </a:r>
            <a:r>
              <a:rPr spc="-15" dirty="0"/>
              <a:t> </a:t>
            </a:r>
            <a:r>
              <a:rPr spc="-5" dirty="0"/>
              <a:t>[1,”idly”,True]</a:t>
            </a:r>
          </a:p>
          <a:p>
            <a:pPr marL="238125">
              <a:lnSpc>
                <a:spcPts val="1789"/>
              </a:lnSpc>
              <a:tabLst>
                <a:tab pos="2645410" algn="l"/>
              </a:tabLst>
            </a:pPr>
            <a:r>
              <a:rPr dirty="0"/>
              <a:t>print(List)	</a:t>
            </a:r>
            <a:r>
              <a:rPr b="1" dirty="0">
                <a:latin typeface="Arial"/>
                <a:cs typeface="Arial"/>
              </a:rPr>
              <a:t>OP:-</a:t>
            </a:r>
            <a:r>
              <a:rPr b="1" spc="-10" dirty="0">
                <a:latin typeface="Arial"/>
                <a:cs typeface="Arial"/>
              </a:rPr>
              <a:t> </a:t>
            </a:r>
            <a:r>
              <a:rPr spc="-5" dirty="0"/>
              <a:t>[1,”idly”,True]</a:t>
            </a:r>
          </a:p>
        </p:txBody>
      </p:sp>
      <p:sp>
        <p:nvSpPr>
          <p:cNvPr id="4" name="object 4"/>
          <p:cNvSpPr txBox="1"/>
          <p:nvPr/>
        </p:nvSpPr>
        <p:spPr>
          <a:xfrm>
            <a:off x="714364" y="2819225"/>
            <a:ext cx="99695" cy="279400"/>
          </a:xfrm>
          <a:prstGeom prst="rect">
            <a:avLst/>
          </a:prstGeom>
        </p:spPr>
        <p:txBody>
          <a:bodyPr vert="horz" wrap="square" lIns="0" tIns="14605" rIns="0" bIns="0" rtlCol="0">
            <a:spAutoFit/>
          </a:bodyPr>
          <a:lstStyle/>
          <a:p>
            <a:pPr marL="12700">
              <a:lnSpc>
                <a:spcPct val="100000"/>
              </a:lnSpc>
              <a:spcBef>
                <a:spcPts val="115"/>
              </a:spcBef>
            </a:pPr>
            <a:r>
              <a:rPr sz="1650" spc="5" dirty="0">
                <a:solidFill>
                  <a:srgbClr val="595959"/>
                </a:solidFill>
                <a:latin typeface="Arial MT"/>
                <a:cs typeface="Arial MT"/>
              </a:rPr>
              <a:t>•</a:t>
            </a:r>
            <a:endParaRPr sz="1650">
              <a:latin typeface="Arial MT"/>
              <a:cs typeface="Arial MT"/>
            </a:endParaRPr>
          </a:p>
        </p:txBody>
      </p:sp>
      <p:sp>
        <p:nvSpPr>
          <p:cNvPr id="5" name="object 5"/>
          <p:cNvSpPr txBox="1"/>
          <p:nvPr/>
        </p:nvSpPr>
        <p:spPr>
          <a:xfrm>
            <a:off x="994566" y="2819225"/>
            <a:ext cx="6910705" cy="279400"/>
          </a:xfrm>
          <a:prstGeom prst="rect">
            <a:avLst/>
          </a:prstGeom>
        </p:spPr>
        <p:txBody>
          <a:bodyPr vert="horz" wrap="square" lIns="0" tIns="14605" rIns="0" bIns="0" rtlCol="0">
            <a:spAutoFit/>
          </a:bodyPr>
          <a:lstStyle/>
          <a:p>
            <a:pPr marL="12700">
              <a:lnSpc>
                <a:spcPct val="100000"/>
              </a:lnSpc>
              <a:spcBef>
                <a:spcPts val="115"/>
              </a:spcBef>
            </a:pPr>
            <a:r>
              <a:rPr sz="1650" dirty="0">
                <a:latin typeface="Arial MT"/>
                <a:cs typeface="Arial MT"/>
              </a:rPr>
              <a:t>This is</a:t>
            </a:r>
            <a:r>
              <a:rPr sz="1650" spc="5" dirty="0">
                <a:latin typeface="Arial MT"/>
                <a:cs typeface="Arial MT"/>
              </a:rPr>
              <a:t> a </a:t>
            </a:r>
            <a:r>
              <a:rPr sz="1650" dirty="0">
                <a:latin typeface="Arial MT"/>
                <a:cs typeface="Arial MT"/>
              </a:rPr>
              <a:t>list</a:t>
            </a:r>
            <a:r>
              <a:rPr sz="1650" spc="5" dirty="0">
                <a:latin typeface="Arial MT"/>
                <a:cs typeface="Arial MT"/>
              </a:rPr>
              <a:t> containing values </a:t>
            </a:r>
            <a:r>
              <a:rPr sz="1650" dirty="0">
                <a:latin typeface="Arial MT"/>
                <a:cs typeface="Arial MT"/>
              </a:rPr>
              <a:t>of</a:t>
            </a:r>
            <a:r>
              <a:rPr sz="1650" spc="5" dirty="0">
                <a:latin typeface="Arial MT"/>
                <a:cs typeface="Arial MT"/>
              </a:rPr>
              <a:t> </a:t>
            </a:r>
            <a:r>
              <a:rPr sz="1650" spc="-5" dirty="0">
                <a:latin typeface="Arial MT"/>
                <a:cs typeface="Arial MT"/>
              </a:rPr>
              <a:t>different</a:t>
            </a:r>
            <a:r>
              <a:rPr sz="1650" spc="5" dirty="0">
                <a:latin typeface="Arial MT"/>
                <a:cs typeface="Arial MT"/>
              </a:rPr>
              <a:t> </a:t>
            </a:r>
            <a:r>
              <a:rPr sz="1650" dirty="0">
                <a:latin typeface="Arial MT"/>
                <a:cs typeface="Arial MT"/>
              </a:rPr>
              <a:t>data</a:t>
            </a:r>
            <a:r>
              <a:rPr sz="1650" spc="5" dirty="0">
                <a:latin typeface="Arial MT"/>
                <a:cs typeface="Arial MT"/>
              </a:rPr>
              <a:t> </a:t>
            </a:r>
            <a:r>
              <a:rPr sz="1650" dirty="0">
                <a:latin typeface="Arial MT"/>
                <a:cs typeface="Arial MT"/>
              </a:rPr>
              <a:t>types </a:t>
            </a:r>
            <a:r>
              <a:rPr sz="1650" spc="5" dirty="0">
                <a:latin typeface="Arial MT"/>
                <a:cs typeface="Arial MT"/>
              </a:rPr>
              <a:t>such as </a:t>
            </a:r>
            <a:r>
              <a:rPr sz="1650" dirty="0">
                <a:latin typeface="Arial MT"/>
                <a:cs typeface="Arial MT"/>
              </a:rPr>
              <a:t>integer</a:t>
            </a:r>
            <a:r>
              <a:rPr sz="1650" spc="5" dirty="0">
                <a:latin typeface="Arial MT"/>
                <a:cs typeface="Arial MT"/>
              </a:rPr>
              <a:t> </a:t>
            </a:r>
            <a:r>
              <a:rPr sz="1650" dirty="0">
                <a:latin typeface="Arial MT"/>
                <a:cs typeface="Arial MT"/>
              </a:rPr>
              <a:t>type,</a:t>
            </a:r>
            <a:endParaRPr sz="1650">
              <a:latin typeface="Arial MT"/>
              <a:cs typeface="Arial MT"/>
            </a:endParaRPr>
          </a:p>
        </p:txBody>
      </p:sp>
      <p:sp>
        <p:nvSpPr>
          <p:cNvPr id="6" name="object 6"/>
          <p:cNvSpPr txBox="1"/>
          <p:nvPr/>
        </p:nvSpPr>
        <p:spPr>
          <a:xfrm>
            <a:off x="714364" y="3022222"/>
            <a:ext cx="7401559" cy="1176655"/>
          </a:xfrm>
          <a:prstGeom prst="rect">
            <a:avLst/>
          </a:prstGeom>
        </p:spPr>
        <p:txBody>
          <a:bodyPr vert="horz" wrap="square" lIns="0" tIns="14605" rIns="0" bIns="0" rtlCol="0">
            <a:spAutoFit/>
          </a:bodyPr>
          <a:lstStyle/>
          <a:p>
            <a:pPr marL="238125">
              <a:lnSpc>
                <a:spcPts val="1955"/>
              </a:lnSpc>
              <a:spcBef>
                <a:spcPts val="115"/>
              </a:spcBef>
            </a:pPr>
            <a:r>
              <a:rPr sz="1650" dirty="0">
                <a:latin typeface="Arial MT"/>
                <a:cs typeface="Arial MT"/>
              </a:rPr>
              <a:t>String</a:t>
            </a:r>
            <a:r>
              <a:rPr sz="1650" spc="-15" dirty="0">
                <a:latin typeface="Arial MT"/>
                <a:cs typeface="Arial MT"/>
              </a:rPr>
              <a:t> </a:t>
            </a:r>
            <a:r>
              <a:rPr sz="1650" dirty="0">
                <a:latin typeface="Arial MT"/>
                <a:cs typeface="Arial MT"/>
              </a:rPr>
              <a:t>type</a:t>
            </a:r>
            <a:r>
              <a:rPr sz="1650" spc="-10" dirty="0">
                <a:latin typeface="Arial MT"/>
                <a:cs typeface="Arial MT"/>
              </a:rPr>
              <a:t> </a:t>
            </a:r>
            <a:r>
              <a:rPr sz="1650" spc="5" dirty="0">
                <a:latin typeface="Arial MT"/>
                <a:cs typeface="Arial MT"/>
              </a:rPr>
              <a:t>and</a:t>
            </a:r>
            <a:r>
              <a:rPr sz="1650" spc="-5" dirty="0">
                <a:latin typeface="Arial MT"/>
                <a:cs typeface="Arial MT"/>
              </a:rPr>
              <a:t> </a:t>
            </a:r>
            <a:r>
              <a:rPr sz="1650" dirty="0">
                <a:latin typeface="Arial MT"/>
                <a:cs typeface="Arial MT"/>
              </a:rPr>
              <a:t>Boolean</a:t>
            </a:r>
            <a:r>
              <a:rPr sz="1650" spc="-15" dirty="0">
                <a:latin typeface="Arial MT"/>
                <a:cs typeface="Arial MT"/>
              </a:rPr>
              <a:t> </a:t>
            </a:r>
            <a:r>
              <a:rPr sz="1650" dirty="0">
                <a:latin typeface="Arial MT"/>
                <a:cs typeface="Arial MT"/>
              </a:rPr>
              <a:t>type.</a:t>
            </a:r>
            <a:endParaRPr sz="1650">
              <a:latin typeface="Arial MT"/>
              <a:cs typeface="Arial MT"/>
            </a:endParaRPr>
          </a:p>
          <a:p>
            <a:pPr marL="238125" marR="5080" indent="-226060">
              <a:lnSpc>
                <a:spcPts val="1600"/>
              </a:lnSpc>
              <a:spcBef>
                <a:spcPts val="345"/>
              </a:spcBef>
              <a:buClr>
                <a:srgbClr val="595959"/>
              </a:buClr>
              <a:buChar char="•"/>
              <a:tabLst>
                <a:tab pos="237490" algn="l"/>
                <a:tab pos="238760" algn="l"/>
              </a:tabLst>
            </a:pPr>
            <a:r>
              <a:rPr sz="1650" dirty="0">
                <a:latin typeface="Arial MT"/>
                <a:cs typeface="Arial MT"/>
              </a:rPr>
              <a:t>List items</a:t>
            </a:r>
            <a:r>
              <a:rPr sz="1650" spc="5" dirty="0">
                <a:latin typeface="Arial MT"/>
                <a:cs typeface="Arial MT"/>
              </a:rPr>
              <a:t> </a:t>
            </a:r>
            <a:r>
              <a:rPr sz="1650" dirty="0">
                <a:latin typeface="Arial MT"/>
                <a:cs typeface="Arial MT"/>
              </a:rPr>
              <a:t>are</a:t>
            </a:r>
            <a:r>
              <a:rPr sz="1650" spc="5" dirty="0">
                <a:latin typeface="Arial MT"/>
                <a:cs typeface="Arial MT"/>
              </a:rPr>
              <a:t> </a:t>
            </a:r>
            <a:r>
              <a:rPr sz="1650" dirty="0">
                <a:latin typeface="Arial MT"/>
                <a:cs typeface="Arial MT"/>
              </a:rPr>
              <a:t>ordered</a:t>
            </a:r>
            <a:r>
              <a:rPr sz="1650" spc="5" dirty="0">
                <a:latin typeface="Arial MT"/>
                <a:cs typeface="Arial MT"/>
              </a:rPr>
              <a:t> </a:t>
            </a:r>
            <a:r>
              <a:rPr sz="1650" dirty="0">
                <a:latin typeface="Arial MT"/>
                <a:cs typeface="Arial MT"/>
              </a:rPr>
              <a:t>i.e.</a:t>
            </a:r>
            <a:r>
              <a:rPr sz="1650" spc="5" dirty="0">
                <a:latin typeface="Arial MT"/>
                <a:cs typeface="Arial MT"/>
              </a:rPr>
              <a:t> </a:t>
            </a:r>
            <a:r>
              <a:rPr sz="1650" dirty="0">
                <a:latin typeface="Arial MT"/>
                <a:cs typeface="Arial MT"/>
              </a:rPr>
              <a:t>they</a:t>
            </a:r>
            <a:r>
              <a:rPr sz="1650" spc="5" dirty="0">
                <a:latin typeface="Arial MT"/>
                <a:cs typeface="Arial MT"/>
              </a:rPr>
              <a:t> </a:t>
            </a:r>
            <a:r>
              <a:rPr sz="1650" dirty="0">
                <a:latin typeface="Arial MT"/>
                <a:cs typeface="Arial MT"/>
              </a:rPr>
              <a:t>are</a:t>
            </a:r>
            <a:r>
              <a:rPr sz="1650" spc="5" dirty="0">
                <a:latin typeface="Arial MT"/>
                <a:cs typeface="Arial MT"/>
              </a:rPr>
              <a:t> </a:t>
            </a:r>
            <a:r>
              <a:rPr sz="1650" dirty="0">
                <a:latin typeface="Arial MT"/>
                <a:cs typeface="Arial MT"/>
              </a:rPr>
              <a:t>having</a:t>
            </a:r>
            <a:r>
              <a:rPr sz="1650" spc="5" dirty="0">
                <a:latin typeface="Arial MT"/>
                <a:cs typeface="Arial MT"/>
              </a:rPr>
              <a:t> a </a:t>
            </a:r>
            <a:r>
              <a:rPr sz="1650" dirty="0">
                <a:latin typeface="Arial MT"/>
                <a:cs typeface="Arial MT"/>
              </a:rPr>
              <a:t>defined</a:t>
            </a:r>
            <a:r>
              <a:rPr sz="1650" spc="5" dirty="0">
                <a:latin typeface="Arial MT"/>
                <a:cs typeface="Arial MT"/>
              </a:rPr>
              <a:t> </a:t>
            </a:r>
            <a:r>
              <a:rPr sz="1650" dirty="0">
                <a:latin typeface="Arial MT"/>
                <a:cs typeface="Arial MT"/>
              </a:rPr>
              <a:t>order</a:t>
            </a:r>
            <a:r>
              <a:rPr sz="1650" spc="5" dirty="0">
                <a:latin typeface="Arial MT"/>
                <a:cs typeface="Arial MT"/>
              </a:rPr>
              <a:t> and new </a:t>
            </a:r>
            <a:r>
              <a:rPr sz="1650" dirty="0">
                <a:latin typeface="Arial MT"/>
                <a:cs typeface="Arial MT"/>
              </a:rPr>
              <a:t>items</a:t>
            </a:r>
            <a:r>
              <a:rPr sz="1650" spc="5" dirty="0">
                <a:latin typeface="Arial MT"/>
                <a:cs typeface="Arial MT"/>
              </a:rPr>
              <a:t> </a:t>
            </a:r>
            <a:r>
              <a:rPr sz="1650" dirty="0">
                <a:latin typeface="Arial MT"/>
                <a:cs typeface="Arial MT"/>
              </a:rPr>
              <a:t>are </a:t>
            </a:r>
            <a:r>
              <a:rPr sz="1650" spc="-445" dirty="0">
                <a:latin typeface="Arial MT"/>
                <a:cs typeface="Arial MT"/>
              </a:rPr>
              <a:t> </a:t>
            </a:r>
            <a:r>
              <a:rPr sz="1650" dirty="0">
                <a:latin typeface="Arial MT"/>
                <a:cs typeface="Arial MT"/>
              </a:rPr>
              <a:t>added</a:t>
            </a:r>
            <a:r>
              <a:rPr sz="1650" spc="-5" dirty="0">
                <a:latin typeface="Arial MT"/>
                <a:cs typeface="Arial MT"/>
              </a:rPr>
              <a:t> </a:t>
            </a:r>
            <a:r>
              <a:rPr sz="1650" dirty="0">
                <a:latin typeface="Arial MT"/>
                <a:cs typeface="Arial MT"/>
              </a:rPr>
              <a:t>to the </a:t>
            </a:r>
            <a:r>
              <a:rPr sz="1650" spc="5" dirty="0">
                <a:latin typeface="Arial MT"/>
                <a:cs typeface="Arial MT"/>
              </a:rPr>
              <a:t>end</a:t>
            </a:r>
            <a:r>
              <a:rPr sz="1650" dirty="0">
                <a:latin typeface="Arial MT"/>
                <a:cs typeface="Arial MT"/>
              </a:rPr>
              <a:t> of </a:t>
            </a:r>
            <a:r>
              <a:rPr sz="1650" spc="-5" dirty="0">
                <a:latin typeface="Arial MT"/>
                <a:cs typeface="Arial MT"/>
              </a:rPr>
              <a:t>list.</a:t>
            </a:r>
            <a:endParaRPr sz="1650">
              <a:latin typeface="Arial MT"/>
              <a:cs typeface="Arial MT"/>
            </a:endParaRPr>
          </a:p>
          <a:p>
            <a:pPr marL="238125" marR="155575" indent="-226060">
              <a:lnSpc>
                <a:spcPts val="1600"/>
              </a:lnSpc>
              <a:spcBef>
                <a:spcPts val="334"/>
              </a:spcBef>
              <a:buClr>
                <a:srgbClr val="595959"/>
              </a:buClr>
              <a:buChar char="•"/>
              <a:tabLst>
                <a:tab pos="237490" algn="l"/>
                <a:tab pos="238760" algn="l"/>
              </a:tabLst>
            </a:pPr>
            <a:r>
              <a:rPr sz="1650" dirty="0">
                <a:latin typeface="Arial MT"/>
                <a:cs typeface="Arial MT"/>
              </a:rPr>
              <a:t>Items</a:t>
            </a:r>
            <a:r>
              <a:rPr sz="1650" spc="5" dirty="0">
                <a:latin typeface="Arial MT"/>
                <a:cs typeface="Arial MT"/>
              </a:rPr>
              <a:t> </a:t>
            </a:r>
            <a:r>
              <a:rPr sz="1650" dirty="0">
                <a:latin typeface="Arial MT"/>
                <a:cs typeface="Arial MT"/>
              </a:rPr>
              <a:t>are</a:t>
            </a:r>
            <a:r>
              <a:rPr sz="1650" spc="5" dirty="0">
                <a:latin typeface="Arial MT"/>
                <a:cs typeface="Arial MT"/>
              </a:rPr>
              <a:t> changeable </a:t>
            </a:r>
            <a:r>
              <a:rPr sz="1650" dirty="0">
                <a:latin typeface="Arial MT"/>
                <a:cs typeface="Arial MT"/>
              </a:rPr>
              <a:t>i.e.</a:t>
            </a:r>
            <a:r>
              <a:rPr sz="1650" spc="5" dirty="0">
                <a:latin typeface="Arial MT"/>
                <a:cs typeface="Arial MT"/>
              </a:rPr>
              <a:t> </a:t>
            </a:r>
            <a:r>
              <a:rPr sz="1650" dirty="0">
                <a:latin typeface="Arial MT"/>
                <a:cs typeface="Arial MT"/>
              </a:rPr>
              <a:t>after</a:t>
            </a:r>
            <a:r>
              <a:rPr sz="1650" spc="5" dirty="0">
                <a:latin typeface="Arial MT"/>
                <a:cs typeface="Arial MT"/>
              </a:rPr>
              <a:t> creating </a:t>
            </a:r>
            <a:r>
              <a:rPr sz="1650" dirty="0">
                <a:latin typeface="Arial MT"/>
                <a:cs typeface="Arial MT"/>
              </a:rPr>
              <a:t>list,</a:t>
            </a:r>
            <a:r>
              <a:rPr sz="1650" spc="5" dirty="0">
                <a:latin typeface="Arial MT"/>
                <a:cs typeface="Arial MT"/>
              </a:rPr>
              <a:t> we can </a:t>
            </a:r>
            <a:r>
              <a:rPr sz="1650" dirty="0">
                <a:latin typeface="Arial MT"/>
                <a:cs typeface="Arial MT"/>
              </a:rPr>
              <a:t>add,</a:t>
            </a:r>
            <a:r>
              <a:rPr sz="1650" spc="5" dirty="0">
                <a:latin typeface="Arial MT"/>
                <a:cs typeface="Arial MT"/>
              </a:rPr>
              <a:t> remove </a:t>
            </a:r>
            <a:r>
              <a:rPr sz="1650" dirty="0">
                <a:latin typeface="Arial MT"/>
                <a:cs typeface="Arial MT"/>
              </a:rPr>
              <a:t>or</a:t>
            </a:r>
            <a:r>
              <a:rPr sz="1650" spc="5" dirty="0">
                <a:latin typeface="Arial MT"/>
                <a:cs typeface="Arial MT"/>
              </a:rPr>
              <a:t> change </a:t>
            </a:r>
            <a:r>
              <a:rPr sz="1650" spc="-445" dirty="0">
                <a:latin typeface="Arial MT"/>
                <a:cs typeface="Arial MT"/>
              </a:rPr>
              <a:t> </a:t>
            </a:r>
            <a:r>
              <a:rPr sz="1650" dirty="0">
                <a:latin typeface="Arial MT"/>
                <a:cs typeface="Arial MT"/>
              </a:rPr>
              <a:t>particular items in the list, </a:t>
            </a:r>
            <a:r>
              <a:rPr sz="1650" spc="5" dirty="0">
                <a:latin typeface="Arial MT"/>
                <a:cs typeface="Arial MT"/>
              </a:rPr>
              <a:t>and</a:t>
            </a:r>
            <a:r>
              <a:rPr sz="1650" dirty="0">
                <a:latin typeface="Arial MT"/>
                <a:cs typeface="Arial MT"/>
              </a:rPr>
              <a:t> it allows</a:t>
            </a:r>
            <a:r>
              <a:rPr sz="1650" spc="5" dirty="0">
                <a:latin typeface="Arial MT"/>
                <a:cs typeface="Arial MT"/>
              </a:rPr>
              <a:t> </a:t>
            </a:r>
            <a:r>
              <a:rPr sz="1650" dirty="0">
                <a:latin typeface="Arial MT"/>
                <a:cs typeface="Arial MT"/>
              </a:rPr>
              <a:t>to </a:t>
            </a:r>
            <a:r>
              <a:rPr sz="1650" spc="5" dirty="0">
                <a:latin typeface="Arial MT"/>
                <a:cs typeface="Arial MT"/>
              </a:rPr>
              <a:t>store</a:t>
            </a:r>
            <a:r>
              <a:rPr sz="1650" dirty="0">
                <a:latin typeface="Arial MT"/>
                <a:cs typeface="Arial MT"/>
              </a:rPr>
              <a:t> duplicate </a:t>
            </a:r>
            <a:r>
              <a:rPr sz="1650" spc="5" dirty="0">
                <a:latin typeface="Arial MT"/>
                <a:cs typeface="Arial MT"/>
              </a:rPr>
              <a:t>values.</a:t>
            </a:r>
            <a:endParaRPr sz="1650">
              <a:latin typeface="Arial MT"/>
              <a:cs typeface="Arial MT"/>
            </a:endParaRPr>
          </a:p>
        </p:txBody>
      </p:sp>
      <p:sp>
        <p:nvSpPr>
          <p:cNvPr id="7" name="object 7"/>
          <p:cNvSpPr txBox="1"/>
          <p:nvPr/>
        </p:nvSpPr>
        <p:spPr>
          <a:xfrm>
            <a:off x="3360406" y="4165222"/>
            <a:ext cx="4040504" cy="279400"/>
          </a:xfrm>
          <a:prstGeom prst="rect">
            <a:avLst/>
          </a:prstGeom>
        </p:spPr>
        <p:txBody>
          <a:bodyPr vert="horz" wrap="square" lIns="0" tIns="14605" rIns="0" bIns="0" rtlCol="0">
            <a:spAutoFit/>
          </a:bodyPr>
          <a:lstStyle/>
          <a:p>
            <a:pPr marL="12700">
              <a:lnSpc>
                <a:spcPct val="100000"/>
              </a:lnSpc>
              <a:spcBef>
                <a:spcPts val="115"/>
              </a:spcBef>
            </a:pPr>
            <a:r>
              <a:rPr sz="1650" dirty="0">
                <a:latin typeface="Arial MT"/>
                <a:cs typeface="Arial MT"/>
              </a:rPr>
              <a:t>//</a:t>
            </a:r>
            <a:r>
              <a:rPr sz="1650" spc="-5" dirty="0">
                <a:latin typeface="Arial MT"/>
                <a:cs typeface="Arial MT"/>
              </a:rPr>
              <a:t> </a:t>
            </a:r>
            <a:r>
              <a:rPr sz="1650" dirty="0">
                <a:latin typeface="Arial MT"/>
                <a:cs typeface="Arial MT"/>
              </a:rPr>
              <a:t>Here it </a:t>
            </a:r>
            <a:r>
              <a:rPr sz="1650" spc="5" dirty="0">
                <a:latin typeface="Arial MT"/>
                <a:cs typeface="Arial MT"/>
              </a:rPr>
              <a:t>stores</a:t>
            </a:r>
            <a:r>
              <a:rPr sz="1650" spc="-5" dirty="0">
                <a:latin typeface="Arial MT"/>
                <a:cs typeface="Arial MT"/>
              </a:rPr>
              <a:t> </a:t>
            </a:r>
            <a:r>
              <a:rPr sz="1650" dirty="0">
                <a:latin typeface="Arial MT"/>
                <a:cs typeface="Arial MT"/>
              </a:rPr>
              <a:t>both the </a:t>
            </a:r>
            <a:r>
              <a:rPr sz="1650" spc="5" dirty="0">
                <a:latin typeface="Arial MT"/>
                <a:cs typeface="Arial MT"/>
              </a:rPr>
              <a:t>values</a:t>
            </a:r>
            <a:r>
              <a:rPr sz="1650" dirty="0">
                <a:latin typeface="Arial MT"/>
                <a:cs typeface="Arial MT"/>
              </a:rPr>
              <a:t> </a:t>
            </a:r>
            <a:r>
              <a:rPr sz="1650" spc="5" dirty="0">
                <a:latin typeface="Arial MT"/>
                <a:cs typeface="Arial MT"/>
              </a:rPr>
              <a:t>as</a:t>
            </a:r>
            <a:r>
              <a:rPr sz="1650" spc="-5" dirty="0">
                <a:latin typeface="Arial MT"/>
                <a:cs typeface="Arial MT"/>
              </a:rPr>
              <a:t> </a:t>
            </a:r>
            <a:r>
              <a:rPr sz="1650" dirty="0">
                <a:latin typeface="Arial MT"/>
                <a:cs typeface="Arial MT"/>
              </a:rPr>
              <a:t>it allows</a:t>
            </a:r>
            <a:endParaRPr sz="1650">
              <a:latin typeface="Arial MT"/>
              <a:cs typeface="Arial MT"/>
            </a:endParaRPr>
          </a:p>
        </p:txBody>
      </p:sp>
      <p:sp>
        <p:nvSpPr>
          <p:cNvPr id="8" name="object 8"/>
          <p:cNvSpPr txBox="1"/>
          <p:nvPr/>
        </p:nvSpPr>
        <p:spPr>
          <a:xfrm>
            <a:off x="714364" y="4165222"/>
            <a:ext cx="1766570" cy="728345"/>
          </a:xfrm>
          <a:prstGeom prst="rect">
            <a:avLst/>
          </a:prstGeom>
        </p:spPr>
        <p:txBody>
          <a:bodyPr vert="horz" wrap="square" lIns="0" tIns="61594" rIns="0" bIns="0" rtlCol="0">
            <a:spAutoFit/>
          </a:bodyPr>
          <a:lstStyle/>
          <a:p>
            <a:pPr marL="238125" marR="5080" indent="-226060">
              <a:lnSpc>
                <a:spcPts val="1600"/>
              </a:lnSpc>
              <a:spcBef>
                <a:spcPts val="484"/>
              </a:spcBef>
              <a:buChar char="•"/>
              <a:tabLst>
                <a:tab pos="237490" algn="l"/>
                <a:tab pos="238760" algn="l"/>
              </a:tabLst>
            </a:pPr>
            <a:r>
              <a:rPr sz="1650" b="1" dirty="0">
                <a:latin typeface="Arial"/>
                <a:cs typeface="Arial"/>
              </a:rPr>
              <a:t>Ex: </a:t>
            </a:r>
            <a:r>
              <a:rPr sz="1650" dirty="0">
                <a:latin typeface="Arial MT"/>
                <a:cs typeface="Arial MT"/>
              </a:rPr>
              <a:t>List </a:t>
            </a:r>
            <a:r>
              <a:rPr sz="1650" spc="5" dirty="0">
                <a:latin typeface="Arial MT"/>
                <a:cs typeface="Arial MT"/>
              </a:rPr>
              <a:t>= </a:t>
            </a:r>
            <a:r>
              <a:rPr sz="1650" dirty="0">
                <a:latin typeface="Arial MT"/>
                <a:cs typeface="Arial MT"/>
              </a:rPr>
              <a:t>[1,1] </a:t>
            </a:r>
            <a:r>
              <a:rPr sz="1650" spc="5" dirty="0">
                <a:latin typeface="Arial MT"/>
                <a:cs typeface="Arial MT"/>
              </a:rPr>
              <a:t> </a:t>
            </a:r>
            <a:r>
              <a:rPr sz="1650" dirty="0">
                <a:latin typeface="Arial MT"/>
                <a:cs typeface="Arial MT"/>
              </a:rPr>
              <a:t>duplicate</a:t>
            </a:r>
            <a:r>
              <a:rPr sz="1650" spc="-65" dirty="0">
                <a:latin typeface="Arial MT"/>
                <a:cs typeface="Arial MT"/>
              </a:rPr>
              <a:t> </a:t>
            </a:r>
            <a:r>
              <a:rPr sz="1650" spc="5" dirty="0">
                <a:latin typeface="Arial MT"/>
                <a:cs typeface="Arial MT"/>
              </a:rPr>
              <a:t>values</a:t>
            </a:r>
            <a:endParaRPr sz="1650">
              <a:latin typeface="Arial MT"/>
              <a:cs typeface="Arial MT"/>
            </a:endParaRPr>
          </a:p>
          <a:p>
            <a:pPr marL="624840">
              <a:lnSpc>
                <a:spcPts val="1945"/>
              </a:lnSpc>
            </a:pPr>
            <a:r>
              <a:rPr sz="1650" dirty="0">
                <a:latin typeface="Arial MT"/>
                <a:cs typeface="Arial MT"/>
              </a:rPr>
              <a:t>Print(List)</a:t>
            </a:r>
            <a:endParaRPr sz="1650">
              <a:latin typeface="Arial MT"/>
              <a:cs typeface="Arial MT"/>
            </a:endParaRPr>
          </a:p>
        </p:txBody>
      </p:sp>
      <p:sp>
        <p:nvSpPr>
          <p:cNvPr id="9" name="object 9"/>
          <p:cNvSpPr txBox="1"/>
          <p:nvPr/>
        </p:nvSpPr>
        <p:spPr>
          <a:xfrm>
            <a:off x="3339872" y="4613887"/>
            <a:ext cx="1208405" cy="279400"/>
          </a:xfrm>
          <a:prstGeom prst="rect">
            <a:avLst/>
          </a:prstGeom>
        </p:spPr>
        <p:txBody>
          <a:bodyPr vert="horz" wrap="square" lIns="0" tIns="14605" rIns="0" bIns="0" rtlCol="0">
            <a:spAutoFit/>
          </a:bodyPr>
          <a:lstStyle/>
          <a:p>
            <a:pPr marL="12700">
              <a:lnSpc>
                <a:spcPct val="100000"/>
              </a:lnSpc>
              <a:spcBef>
                <a:spcPts val="115"/>
              </a:spcBef>
            </a:pPr>
            <a:r>
              <a:rPr sz="1650" dirty="0">
                <a:latin typeface="Arial MT"/>
                <a:cs typeface="Arial MT"/>
              </a:rPr>
              <a:t>//</a:t>
            </a:r>
            <a:r>
              <a:rPr sz="1650" spc="-35" dirty="0">
                <a:latin typeface="Arial MT"/>
                <a:cs typeface="Arial MT"/>
              </a:rPr>
              <a:t> </a:t>
            </a:r>
            <a:r>
              <a:rPr sz="1650" dirty="0">
                <a:latin typeface="Arial MT"/>
                <a:cs typeface="Arial MT"/>
              </a:rPr>
              <a:t>Prints</a:t>
            </a:r>
            <a:r>
              <a:rPr sz="1650" spc="-40" dirty="0">
                <a:latin typeface="Arial MT"/>
                <a:cs typeface="Arial MT"/>
              </a:rPr>
              <a:t> </a:t>
            </a:r>
            <a:r>
              <a:rPr sz="1650" dirty="0">
                <a:latin typeface="Arial MT"/>
                <a:cs typeface="Arial MT"/>
              </a:rPr>
              <a:t>[1,1]</a:t>
            </a:r>
            <a:endParaRPr sz="1650">
              <a:latin typeface="Arial MT"/>
              <a:cs typeface="Arial MT"/>
            </a:endParaRPr>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166910" y="361808"/>
            <a:ext cx="2811780" cy="513080"/>
          </a:xfrm>
          <a:prstGeom prst="rect">
            <a:avLst/>
          </a:prstGeom>
        </p:spPr>
        <p:txBody>
          <a:bodyPr vert="horz" wrap="square" lIns="0" tIns="12700" rIns="0" bIns="0" rtlCol="0">
            <a:spAutoFit/>
          </a:bodyPr>
          <a:lstStyle/>
          <a:p>
            <a:pPr marL="12700">
              <a:lnSpc>
                <a:spcPct val="100000"/>
              </a:lnSpc>
              <a:spcBef>
                <a:spcPts val="100"/>
              </a:spcBef>
            </a:pPr>
            <a:r>
              <a:rPr b="1" i="0" spc="215" dirty="0">
                <a:latin typeface="Cambria"/>
                <a:cs typeface="Cambria"/>
              </a:rPr>
              <a:t>List</a:t>
            </a:r>
            <a:r>
              <a:rPr b="1" i="0" spc="80" dirty="0">
                <a:latin typeface="Cambria"/>
                <a:cs typeface="Cambria"/>
              </a:rPr>
              <a:t> </a:t>
            </a:r>
            <a:r>
              <a:rPr b="1" i="0" spc="300" dirty="0">
                <a:latin typeface="Cambria"/>
                <a:cs typeface="Cambria"/>
              </a:rPr>
              <a:t>Methods</a:t>
            </a:r>
          </a:p>
        </p:txBody>
      </p:sp>
      <p:sp>
        <p:nvSpPr>
          <p:cNvPr id="3" name="object 3"/>
          <p:cNvSpPr txBox="1"/>
          <p:nvPr/>
        </p:nvSpPr>
        <p:spPr>
          <a:xfrm>
            <a:off x="627183" y="1000465"/>
            <a:ext cx="5884545" cy="279400"/>
          </a:xfrm>
          <a:prstGeom prst="rect">
            <a:avLst/>
          </a:prstGeom>
        </p:spPr>
        <p:txBody>
          <a:bodyPr vert="horz" wrap="square" lIns="0" tIns="14605" rIns="0" bIns="0" rtlCol="0">
            <a:spAutoFit/>
          </a:bodyPr>
          <a:lstStyle/>
          <a:p>
            <a:pPr marL="12700">
              <a:lnSpc>
                <a:spcPct val="100000"/>
              </a:lnSpc>
              <a:spcBef>
                <a:spcPts val="115"/>
              </a:spcBef>
            </a:pPr>
            <a:r>
              <a:rPr sz="1650" b="1" dirty="0">
                <a:latin typeface="Arial"/>
                <a:cs typeface="Arial"/>
              </a:rPr>
              <a:t>1.List.sort():-</a:t>
            </a:r>
            <a:r>
              <a:rPr sz="1650" b="1" spc="5" dirty="0">
                <a:latin typeface="Arial"/>
                <a:cs typeface="Arial"/>
              </a:rPr>
              <a:t> </a:t>
            </a:r>
            <a:r>
              <a:rPr sz="1650" dirty="0">
                <a:latin typeface="Arial MT"/>
                <a:cs typeface="Arial MT"/>
              </a:rPr>
              <a:t>Here</a:t>
            </a:r>
            <a:r>
              <a:rPr sz="1650" spc="5" dirty="0">
                <a:latin typeface="Arial MT"/>
                <a:cs typeface="Arial MT"/>
              </a:rPr>
              <a:t> </a:t>
            </a:r>
            <a:r>
              <a:rPr sz="1650" dirty="0">
                <a:latin typeface="Arial MT"/>
                <a:cs typeface="Arial MT"/>
              </a:rPr>
              <a:t>it</a:t>
            </a:r>
            <a:r>
              <a:rPr sz="1650" spc="5" dirty="0">
                <a:latin typeface="Arial MT"/>
                <a:cs typeface="Arial MT"/>
              </a:rPr>
              <a:t> </a:t>
            </a:r>
            <a:r>
              <a:rPr sz="1650" dirty="0">
                <a:latin typeface="Arial MT"/>
                <a:cs typeface="Arial MT"/>
              </a:rPr>
              <a:t>updates</a:t>
            </a:r>
            <a:r>
              <a:rPr sz="1650" spc="5" dirty="0">
                <a:latin typeface="Arial MT"/>
                <a:cs typeface="Arial MT"/>
              </a:rPr>
              <a:t> </a:t>
            </a:r>
            <a:r>
              <a:rPr sz="1650" dirty="0">
                <a:latin typeface="Arial MT"/>
                <a:cs typeface="Arial MT"/>
              </a:rPr>
              <a:t>the</a:t>
            </a:r>
            <a:r>
              <a:rPr sz="1650" spc="5" dirty="0">
                <a:latin typeface="Arial MT"/>
                <a:cs typeface="Arial MT"/>
              </a:rPr>
              <a:t> </a:t>
            </a:r>
            <a:r>
              <a:rPr sz="1650" dirty="0">
                <a:latin typeface="Arial MT"/>
                <a:cs typeface="Arial MT"/>
              </a:rPr>
              <a:t>list</a:t>
            </a:r>
            <a:r>
              <a:rPr sz="1650" spc="5" dirty="0">
                <a:latin typeface="Arial MT"/>
                <a:cs typeface="Arial MT"/>
              </a:rPr>
              <a:t> </a:t>
            </a:r>
            <a:r>
              <a:rPr sz="1650" dirty="0">
                <a:latin typeface="Arial MT"/>
                <a:cs typeface="Arial MT"/>
              </a:rPr>
              <a:t>items</a:t>
            </a:r>
            <a:r>
              <a:rPr sz="1650" spc="5" dirty="0">
                <a:latin typeface="Arial MT"/>
                <a:cs typeface="Arial MT"/>
              </a:rPr>
              <a:t> </a:t>
            </a:r>
            <a:r>
              <a:rPr sz="1650" dirty="0">
                <a:latin typeface="Arial MT"/>
                <a:cs typeface="Arial MT"/>
              </a:rPr>
              <a:t>in</a:t>
            </a:r>
            <a:r>
              <a:rPr sz="1650" spc="5" dirty="0">
                <a:latin typeface="Arial MT"/>
                <a:cs typeface="Arial MT"/>
              </a:rPr>
              <a:t> </a:t>
            </a:r>
            <a:r>
              <a:rPr sz="1650" dirty="0">
                <a:latin typeface="Arial MT"/>
                <a:cs typeface="Arial MT"/>
              </a:rPr>
              <a:t>ascending</a:t>
            </a:r>
            <a:r>
              <a:rPr sz="1650" spc="5" dirty="0">
                <a:latin typeface="Arial MT"/>
                <a:cs typeface="Arial MT"/>
              </a:rPr>
              <a:t> </a:t>
            </a:r>
            <a:r>
              <a:rPr sz="1650" spc="-15" dirty="0">
                <a:latin typeface="Arial MT"/>
                <a:cs typeface="Arial MT"/>
              </a:rPr>
              <a:t>order.</a:t>
            </a:r>
            <a:endParaRPr sz="1650">
              <a:latin typeface="Arial MT"/>
              <a:cs typeface="Arial MT"/>
            </a:endParaRPr>
          </a:p>
        </p:txBody>
      </p:sp>
      <p:sp>
        <p:nvSpPr>
          <p:cNvPr id="4" name="object 4"/>
          <p:cNvSpPr txBox="1"/>
          <p:nvPr/>
        </p:nvSpPr>
        <p:spPr>
          <a:xfrm>
            <a:off x="4331918" y="1271127"/>
            <a:ext cx="1469390" cy="279400"/>
          </a:xfrm>
          <a:prstGeom prst="rect">
            <a:avLst/>
          </a:prstGeom>
        </p:spPr>
        <p:txBody>
          <a:bodyPr vert="horz" wrap="square" lIns="0" tIns="14605" rIns="0" bIns="0" rtlCol="0">
            <a:spAutoFit/>
          </a:bodyPr>
          <a:lstStyle/>
          <a:p>
            <a:pPr marL="12700">
              <a:lnSpc>
                <a:spcPct val="100000"/>
              </a:lnSpc>
              <a:spcBef>
                <a:spcPts val="115"/>
              </a:spcBef>
            </a:pPr>
            <a:r>
              <a:rPr sz="1650" b="1" dirty="0">
                <a:latin typeface="Arial"/>
                <a:cs typeface="Arial"/>
              </a:rPr>
              <a:t>OP:-</a:t>
            </a:r>
            <a:r>
              <a:rPr sz="1650" b="1" spc="-45" dirty="0">
                <a:latin typeface="Arial"/>
                <a:cs typeface="Arial"/>
              </a:rPr>
              <a:t> </a:t>
            </a:r>
            <a:r>
              <a:rPr sz="1650" dirty="0">
                <a:latin typeface="Arial MT"/>
                <a:cs typeface="Arial MT"/>
              </a:rPr>
              <a:t>[1,3,7,8,9]</a:t>
            </a:r>
            <a:endParaRPr sz="1650">
              <a:latin typeface="Arial MT"/>
              <a:cs typeface="Arial MT"/>
            </a:endParaRPr>
          </a:p>
        </p:txBody>
      </p:sp>
      <p:sp>
        <p:nvSpPr>
          <p:cNvPr id="5" name="object 5"/>
          <p:cNvSpPr txBox="1"/>
          <p:nvPr/>
        </p:nvSpPr>
        <p:spPr>
          <a:xfrm>
            <a:off x="1084383" y="1254210"/>
            <a:ext cx="1918970" cy="837565"/>
          </a:xfrm>
          <a:prstGeom prst="rect">
            <a:avLst/>
          </a:prstGeom>
        </p:spPr>
        <p:txBody>
          <a:bodyPr vert="horz" wrap="square" lIns="0" tIns="31115" rIns="0" bIns="0" rtlCol="0">
            <a:spAutoFit/>
          </a:bodyPr>
          <a:lstStyle/>
          <a:p>
            <a:pPr marL="12700">
              <a:lnSpc>
                <a:spcPct val="100000"/>
              </a:lnSpc>
              <a:spcBef>
                <a:spcPts val="245"/>
              </a:spcBef>
            </a:pPr>
            <a:r>
              <a:rPr sz="1650" b="1" dirty="0">
                <a:latin typeface="Arial"/>
                <a:cs typeface="Arial"/>
              </a:rPr>
              <a:t>Ex:-</a:t>
            </a:r>
            <a:r>
              <a:rPr sz="1650" b="1" spc="-15" dirty="0">
                <a:latin typeface="Arial"/>
                <a:cs typeface="Arial"/>
              </a:rPr>
              <a:t> </a:t>
            </a:r>
            <a:r>
              <a:rPr sz="1650" dirty="0">
                <a:latin typeface="Arial MT"/>
                <a:cs typeface="Arial MT"/>
              </a:rPr>
              <a:t>list</a:t>
            </a:r>
            <a:r>
              <a:rPr sz="1650" spc="-20" dirty="0">
                <a:latin typeface="Arial MT"/>
                <a:cs typeface="Arial MT"/>
              </a:rPr>
              <a:t> </a:t>
            </a:r>
            <a:r>
              <a:rPr sz="1650" spc="5" dirty="0">
                <a:latin typeface="Arial MT"/>
                <a:cs typeface="Arial MT"/>
              </a:rPr>
              <a:t>=</a:t>
            </a:r>
            <a:r>
              <a:rPr sz="1650" spc="-25" dirty="0">
                <a:latin typeface="Arial MT"/>
                <a:cs typeface="Arial MT"/>
              </a:rPr>
              <a:t> </a:t>
            </a:r>
            <a:r>
              <a:rPr sz="1650" dirty="0">
                <a:latin typeface="Arial MT"/>
                <a:cs typeface="Arial MT"/>
              </a:rPr>
              <a:t>[9,8,7,3,1]</a:t>
            </a:r>
            <a:endParaRPr sz="1650">
              <a:latin typeface="Arial MT"/>
              <a:cs typeface="Arial MT"/>
            </a:endParaRPr>
          </a:p>
          <a:p>
            <a:pPr marL="480695" marR="619125">
              <a:lnSpc>
                <a:spcPct val="107600"/>
              </a:lnSpc>
            </a:pPr>
            <a:r>
              <a:rPr sz="1650" dirty="0">
                <a:latin typeface="Arial MT"/>
                <a:cs typeface="Arial MT"/>
              </a:rPr>
              <a:t>list.sort()  print(list)</a:t>
            </a:r>
            <a:endParaRPr sz="1650">
              <a:latin typeface="Arial MT"/>
              <a:cs typeface="Arial MT"/>
            </a:endParaRPr>
          </a:p>
        </p:txBody>
      </p:sp>
      <p:sp>
        <p:nvSpPr>
          <p:cNvPr id="6" name="object 6"/>
          <p:cNvSpPr txBox="1"/>
          <p:nvPr/>
        </p:nvSpPr>
        <p:spPr>
          <a:xfrm>
            <a:off x="627183" y="2353777"/>
            <a:ext cx="5121910" cy="279400"/>
          </a:xfrm>
          <a:prstGeom prst="rect">
            <a:avLst/>
          </a:prstGeom>
        </p:spPr>
        <p:txBody>
          <a:bodyPr vert="horz" wrap="square" lIns="0" tIns="14605" rIns="0" bIns="0" rtlCol="0">
            <a:spAutoFit/>
          </a:bodyPr>
          <a:lstStyle/>
          <a:p>
            <a:pPr marL="12700">
              <a:lnSpc>
                <a:spcPct val="100000"/>
              </a:lnSpc>
              <a:spcBef>
                <a:spcPts val="115"/>
              </a:spcBef>
            </a:pPr>
            <a:r>
              <a:rPr sz="1650" b="1" dirty="0">
                <a:latin typeface="Arial"/>
                <a:cs typeface="Arial"/>
              </a:rPr>
              <a:t>2.List.reverse():-</a:t>
            </a:r>
            <a:r>
              <a:rPr sz="1650" b="1" spc="5" dirty="0">
                <a:latin typeface="Arial"/>
                <a:cs typeface="Arial"/>
              </a:rPr>
              <a:t> </a:t>
            </a:r>
            <a:r>
              <a:rPr sz="1650" dirty="0">
                <a:latin typeface="Arial MT"/>
                <a:cs typeface="Arial MT"/>
              </a:rPr>
              <a:t>It updates</a:t>
            </a:r>
            <a:r>
              <a:rPr sz="1650" spc="5" dirty="0">
                <a:latin typeface="Arial MT"/>
                <a:cs typeface="Arial MT"/>
              </a:rPr>
              <a:t> </a:t>
            </a:r>
            <a:r>
              <a:rPr sz="1650" dirty="0">
                <a:latin typeface="Arial MT"/>
                <a:cs typeface="Arial MT"/>
              </a:rPr>
              <a:t>list items in</a:t>
            </a:r>
            <a:r>
              <a:rPr sz="1650" spc="5" dirty="0">
                <a:latin typeface="Arial MT"/>
                <a:cs typeface="Arial MT"/>
              </a:rPr>
              <a:t> reverse</a:t>
            </a:r>
            <a:r>
              <a:rPr sz="1650" dirty="0">
                <a:latin typeface="Arial MT"/>
                <a:cs typeface="Arial MT"/>
              </a:rPr>
              <a:t> </a:t>
            </a:r>
            <a:r>
              <a:rPr sz="1650" spc="-15" dirty="0">
                <a:latin typeface="Arial MT"/>
                <a:cs typeface="Arial MT"/>
              </a:rPr>
              <a:t>order.</a:t>
            </a:r>
            <a:endParaRPr sz="1650">
              <a:latin typeface="Arial MT"/>
              <a:cs typeface="Arial MT"/>
            </a:endParaRPr>
          </a:p>
        </p:txBody>
      </p:sp>
      <p:sp>
        <p:nvSpPr>
          <p:cNvPr id="7" name="object 7"/>
          <p:cNvSpPr txBox="1"/>
          <p:nvPr/>
        </p:nvSpPr>
        <p:spPr>
          <a:xfrm>
            <a:off x="4331918" y="2624439"/>
            <a:ext cx="1469390" cy="279400"/>
          </a:xfrm>
          <a:prstGeom prst="rect">
            <a:avLst/>
          </a:prstGeom>
        </p:spPr>
        <p:txBody>
          <a:bodyPr vert="horz" wrap="square" lIns="0" tIns="14605" rIns="0" bIns="0" rtlCol="0">
            <a:spAutoFit/>
          </a:bodyPr>
          <a:lstStyle/>
          <a:p>
            <a:pPr marL="12700">
              <a:lnSpc>
                <a:spcPct val="100000"/>
              </a:lnSpc>
              <a:spcBef>
                <a:spcPts val="115"/>
              </a:spcBef>
            </a:pPr>
            <a:r>
              <a:rPr sz="1650" b="1" dirty="0">
                <a:latin typeface="Arial"/>
                <a:cs typeface="Arial"/>
              </a:rPr>
              <a:t>OP:-</a:t>
            </a:r>
            <a:r>
              <a:rPr sz="1650" b="1" spc="-45" dirty="0">
                <a:latin typeface="Arial"/>
                <a:cs typeface="Arial"/>
              </a:rPr>
              <a:t> </a:t>
            </a:r>
            <a:r>
              <a:rPr sz="1650" dirty="0">
                <a:latin typeface="Arial MT"/>
                <a:cs typeface="Arial MT"/>
              </a:rPr>
              <a:t>[1,5,7,8,9]</a:t>
            </a:r>
            <a:endParaRPr sz="1650">
              <a:latin typeface="Arial MT"/>
              <a:cs typeface="Arial MT"/>
            </a:endParaRPr>
          </a:p>
        </p:txBody>
      </p:sp>
      <p:sp>
        <p:nvSpPr>
          <p:cNvPr id="8" name="object 8"/>
          <p:cNvSpPr txBox="1"/>
          <p:nvPr/>
        </p:nvSpPr>
        <p:spPr>
          <a:xfrm>
            <a:off x="1084383" y="2607523"/>
            <a:ext cx="1918970" cy="837565"/>
          </a:xfrm>
          <a:prstGeom prst="rect">
            <a:avLst/>
          </a:prstGeom>
        </p:spPr>
        <p:txBody>
          <a:bodyPr vert="horz" wrap="square" lIns="0" tIns="31115" rIns="0" bIns="0" rtlCol="0">
            <a:spAutoFit/>
          </a:bodyPr>
          <a:lstStyle/>
          <a:p>
            <a:pPr marL="12700">
              <a:lnSpc>
                <a:spcPct val="100000"/>
              </a:lnSpc>
              <a:spcBef>
                <a:spcPts val="245"/>
              </a:spcBef>
            </a:pPr>
            <a:r>
              <a:rPr sz="1650" b="1" dirty="0">
                <a:latin typeface="Arial"/>
                <a:cs typeface="Arial"/>
              </a:rPr>
              <a:t>Ex:-</a:t>
            </a:r>
            <a:r>
              <a:rPr sz="1650" b="1" spc="-15" dirty="0">
                <a:latin typeface="Arial"/>
                <a:cs typeface="Arial"/>
              </a:rPr>
              <a:t> </a:t>
            </a:r>
            <a:r>
              <a:rPr sz="1650" dirty="0">
                <a:latin typeface="Arial MT"/>
                <a:cs typeface="Arial MT"/>
              </a:rPr>
              <a:t>list</a:t>
            </a:r>
            <a:r>
              <a:rPr sz="1650" spc="-20" dirty="0">
                <a:latin typeface="Arial MT"/>
                <a:cs typeface="Arial MT"/>
              </a:rPr>
              <a:t> </a:t>
            </a:r>
            <a:r>
              <a:rPr sz="1650" spc="5" dirty="0">
                <a:latin typeface="Arial MT"/>
                <a:cs typeface="Arial MT"/>
              </a:rPr>
              <a:t>=</a:t>
            </a:r>
            <a:r>
              <a:rPr sz="1650" spc="-25" dirty="0">
                <a:latin typeface="Arial MT"/>
                <a:cs typeface="Arial MT"/>
              </a:rPr>
              <a:t> </a:t>
            </a:r>
            <a:r>
              <a:rPr sz="1650" dirty="0">
                <a:latin typeface="Arial MT"/>
                <a:cs typeface="Arial MT"/>
              </a:rPr>
              <a:t>[9,8,7,5,1]</a:t>
            </a:r>
            <a:endParaRPr sz="1650">
              <a:latin typeface="Arial MT"/>
              <a:cs typeface="Arial MT"/>
            </a:endParaRPr>
          </a:p>
          <a:p>
            <a:pPr marL="480695" marR="266700">
              <a:lnSpc>
                <a:spcPct val="107600"/>
              </a:lnSpc>
            </a:pPr>
            <a:r>
              <a:rPr sz="1650" dirty="0">
                <a:latin typeface="Arial MT"/>
                <a:cs typeface="Arial MT"/>
              </a:rPr>
              <a:t>list.reverse()  print(list)</a:t>
            </a:r>
            <a:endParaRPr sz="1650">
              <a:latin typeface="Arial MT"/>
              <a:cs typeface="Arial MT"/>
            </a:endParaRPr>
          </a:p>
        </p:txBody>
      </p:sp>
      <p:sp>
        <p:nvSpPr>
          <p:cNvPr id="9" name="object 9"/>
          <p:cNvSpPr txBox="1"/>
          <p:nvPr/>
        </p:nvSpPr>
        <p:spPr>
          <a:xfrm>
            <a:off x="627183" y="3707088"/>
            <a:ext cx="5472430" cy="279400"/>
          </a:xfrm>
          <a:prstGeom prst="rect">
            <a:avLst/>
          </a:prstGeom>
        </p:spPr>
        <p:txBody>
          <a:bodyPr vert="horz" wrap="square" lIns="0" tIns="14605" rIns="0" bIns="0" rtlCol="0">
            <a:spAutoFit/>
          </a:bodyPr>
          <a:lstStyle/>
          <a:p>
            <a:pPr marL="12700">
              <a:lnSpc>
                <a:spcPct val="100000"/>
              </a:lnSpc>
              <a:spcBef>
                <a:spcPts val="115"/>
              </a:spcBef>
            </a:pPr>
            <a:r>
              <a:rPr sz="1650" b="1" dirty="0">
                <a:latin typeface="Arial"/>
                <a:cs typeface="Arial"/>
              </a:rPr>
              <a:t>3.List.append():- </a:t>
            </a:r>
            <a:r>
              <a:rPr sz="1650" dirty="0">
                <a:latin typeface="Arial MT"/>
                <a:cs typeface="Arial MT"/>
              </a:rPr>
              <a:t>It will</a:t>
            </a:r>
            <a:r>
              <a:rPr sz="1650" spc="5" dirty="0">
                <a:latin typeface="Arial MT"/>
                <a:cs typeface="Arial MT"/>
              </a:rPr>
              <a:t> add</a:t>
            </a:r>
            <a:r>
              <a:rPr sz="1650" dirty="0">
                <a:latin typeface="Arial MT"/>
                <a:cs typeface="Arial MT"/>
              </a:rPr>
              <a:t> </a:t>
            </a:r>
            <a:r>
              <a:rPr sz="1650" spc="5" dirty="0">
                <a:latin typeface="Arial MT"/>
                <a:cs typeface="Arial MT"/>
              </a:rPr>
              <a:t>new</a:t>
            </a:r>
            <a:r>
              <a:rPr sz="1650" dirty="0">
                <a:latin typeface="Arial MT"/>
                <a:cs typeface="Arial MT"/>
              </a:rPr>
              <a:t> element</a:t>
            </a:r>
            <a:r>
              <a:rPr sz="1650" spc="5" dirty="0">
                <a:latin typeface="Arial MT"/>
                <a:cs typeface="Arial MT"/>
              </a:rPr>
              <a:t> </a:t>
            </a:r>
            <a:r>
              <a:rPr sz="1650" dirty="0">
                <a:latin typeface="Arial MT"/>
                <a:cs typeface="Arial MT"/>
              </a:rPr>
              <a:t>at the</a:t>
            </a:r>
            <a:r>
              <a:rPr sz="1650" spc="5" dirty="0">
                <a:latin typeface="Arial MT"/>
                <a:cs typeface="Arial MT"/>
              </a:rPr>
              <a:t> end</a:t>
            </a:r>
            <a:r>
              <a:rPr sz="1650" dirty="0">
                <a:latin typeface="Arial MT"/>
                <a:cs typeface="Arial MT"/>
              </a:rPr>
              <a:t> of </a:t>
            </a:r>
            <a:r>
              <a:rPr sz="1650" spc="-5" dirty="0">
                <a:latin typeface="Arial MT"/>
                <a:cs typeface="Arial MT"/>
              </a:rPr>
              <a:t>list.</a:t>
            </a:r>
            <a:endParaRPr sz="1650">
              <a:latin typeface="Arial MT"/>
              <a:cs typeface="Arial MT"/>
            </a:endParaRPr>
          </a:p>
        </p:txBody>
      </p:sp>
      <p:sp>
        <p:nvSpPr>
          <p:cNvPr id="10" name="object 10"/>
          <p:cNvSpPr txBox="1"/>
          <p:nvPr/>
        </p:nvSpPr>
        <p:spPr>
          <a:xfrm>
            <a:off x="4331918" y="3977751"/>
            <a:ext cx="1645285" cy="279400"/>
          </a:xfrm>
          <a:prstGeom prst="rect">
            <a:avLst/>
          </a:prstGeom>
        </p:spPr>
        <p:txBody>
          <a:bodyPr vert="horz" wrap="square" lIns="0" tIns="14605" rIns="0" bIns="0" rtlCol="0">
            <a:spAutoFit/>
          </a:bodyPr>
          <a:lstStyle/>
          <a:p>
            <a:pPr marL="12700">
              <a:lnSpc>
                <a:spcPct val="100000"/>
              </a:lnSpc>
              <a:spcBef>
                <a:spcPts val="115"/>
              </a:spcBef>
            </a:pPr>
            <a:r>
              <a:rPr sz="1650" b="1" dirty="0">
                <a:latin typeface="Arial"/>
                <a:cs typeface="Arial"/>
              </a:rPr>
              <a:t>OP:-</a:t>
            </a:r>
            <a:r>
              <a:rPr sz="1650" b="1" spc="-45" dirty="0">
                <a:latin typeface="Arial"/>
                <a:cs typeface="Arial"/>
              </a:rPr>
              <a:t> </a:t>
            </a:r>
            <a:r>
              <a:rPr sz="1650" dirty="0">
                <a:latin typeface="Arial MT"/>
                <a:cs typeface="Arial MT"/>
              </a:rPr>
              <a:t>[9,8,7,3,1,0]</a:t>
            </a:r>
            <a:endParaRPr sz="1650">
              <a:latin typeface="Arial MT"/>
              <a:cs typeface="Arial MT"/>
            </a:endParaRPr>
          </a:p>
        </p:txBody>
      </p:sp>
      <p:sp>
        <p:nvSpPr>
          <p:cNvPr id="11" name="object 11"/>
          <p:cNvSpPr txBox="1"/>
          <p:nvPr/>
        </p:nvSpPr>
        <p:spPr>
          <a:xfrm>
            <a:off x="1084383" y="3960834"/>
            <a:ext cx="1859914" cy="837565"/>
          </a:xfrm>
          <a:prstGeom prst="rect">
            <a:avLst/>
          </a:prstGeom>
        </p:spPr>
        <p:txBody>
          <a:bodyPr vert="horz" wrap="square" lIns="0" tIns="31115" rIns="0" bIns="0" rtlCol="0">
            <a:spAutoFit/>
          </a:bodyPr>
          <a:lstStyle/>
          <a:p>
            <a:pPr marL="12700">
              <a:lnSpc>
                <a:spcPct val="100000"/>
              </a:lnSpc>
              <a:spcBef>
                <a:spcPts val="245"/>
              </a:spcBef>
            </a:pPr>
            <a:r>
              <a:rPr sz="1650" b="1" dirty="0">
                <a:latin typeface="Arial"/>
                <a:cs typeface="Arial"/>
              </a:rPr>
              <a:t>Ex:-</a:t>
            </a:r>
            <a:r>
              <a:rPr sz="1650" dirty="0">
                <a:latin typeface="Arial MT"/>
                <a:cs typeface="Arial MT"/>
              </a:rPr>
              <a:t>list</a:t>
            </a:r>
            <a:r>
              <a:rPr sz="1650" spc="-30" dirty="0">
                <a:latin typeface="Arial MT"/>
                <a:cs typeface="Arial MT"/>
              </a:rPr>
              <a:t> </a:t>
            </a:r>
            <a:r>
              <a:rPr sz="1650" spc="5" dirty="0">
                <a:latin typeface="Arial MT"/>
                <a:cs typeface="Arial MT"/>
              </a:rPr>
              <a:t>=</a:t>
            </a:r>
            <a:r>
              <a:rPr sz="1650" spc="-35" dirty="0">
                <a:latin typeface="Arial MT"/>
                <a:cs typeface="Arial MT"/>
              </a:rPr>
              <a:t> </a:t>
            </a:r>
            <a:r>
              <a:rPr sz="1650" dirty="0">
                <a:latin typeface="Arial MT"/>
                <a:cs typeface="Arial MT"/>
              </a:rPr>
              <a:t>[9,8,7,3,1]</a:t>
            </a:r>
            <a:endParaRPr sz="1650">
              <a:latin typeface="Arial MT"/>
              <a:cs typeface="Arial MT"/>
            </a:endParaRPr>
          </a:p>
          <a:p>
            <a:pPr marL="422275" marR="149225">
              <a:lnSpc>
                <a:spcPct val="107600"/>
              </a:lnSpc>
            </a:pPr>
            <a:r>
              <a:rPr sz="1650" dirty="0">
                <a:latin typeface="Arial MT"/>
                <a:cs typeface="Arial MT"/>
              </a:rPr>
              <a:t>list.append(0)  print(list)</a:t>
            </a:r>
            <a:endParaRPr sz="1650">
              <a:latin typeface="Arial MT"/>
              <a:cs typeface="Arial MT"/>
            </a:endParaRPr>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99635" y="242154"/>
            <a:ext cx="6969125" cy="299720"/>
          </a:xfrm>
          <a:prstGeom prst="rect">
            <a:avLst/>
          </a:prstGeom>
        </p:spPr>
        <p:txBody>
          <a:bodyPr vert="horz" wrap="square" lIns="0" tIns="12700" rIns="0" bIns="0" rtlCol="0">
            <a:spAutoFit/>
          </a:bodyPr>
          <a:lstStyle/>
          <a:p>
            <a:pPr marL="12700">
              <a:lnSpc>
                <a:spcPct val="100000"/>
              </a:lnSpc>
              <a:spcBef>
                <a:spcPts val="100"/>
              </a:spcBef>
            </a:pPr>
            <a:r>
              <a:rPr sz="1800" b="1" i="0" spc="-5" dirty="0">
                <a:solidFill>
                  <a:srgbClr val="000000"/>
                </a:solidFill>
                <a:latin typeface="Arial"/>
                <a:cs typeface="Arial"/>
              </a:rPr>
              <a:t>4.List.insert(3,2):-</a:t>
            </a:r>
            <a:r>
              <a:rPr sz="1800" b="1" i="0" dirty="0">
                <a:solidFill>
                  <a:srgbClr val="000000"/>
                </a:solidFill>
                <a:latin typeface="Arial"/>
                <a:cs typeface="Arial"/>
              </a:rPr>
              <a:t> </a:t>
            </a:r>
            <a:r>
              <a:rPr sz="1800" i="0" spc="-5" dirty="0">
                <a:solidFill>
                  <a:srgbClr val="000000"/>
                </a:solidFill>
                <a:latin typeface="Arial MT"/>
                <a:cs typeface="Arial MT"/>
              </a:rPr>
              <a:t>This</a:t>
            </a:r>
            <a:r>
              <a:rPr sz="1800" i="0" spc="-10" dirty="0">
                <a:solidFill>
                  <a:srgbClr val="000000"/>
                </a:solidFill>
                <a:latin typeface="Arial MT"/>
                <a:cs typeface="Arial MT"/>
              </a:rPr>
              <a:t> </a:t>
            </a:r>
            <a:r>
              <a:rPr sz="1800" i="0" dirty="0">
                <a:solidFill>
                  <a:srgbClr val="000000"/>
                </a:solidFill>
                <a:latin typeface="Arial MT"/>
                <a:cs typeface="Arial MT"/>
              </a:rPr>
              <a:t>method</a:t>
            </a:r>
            <a:r>
              <a:rPr sz="1800" i="0" spc="-10" dirty="0">
                <a:solidFill>
                  <a:srgbClr val="000000"/>
                </a:solidFill>
                <a:latin typeface="Arial MT"/>
                <a:cs typeface="Arial MT"/>
              </a:rPr>
              <a:t> </a:t>
            </a:r>
            <a:r>
              <a:rPr sz="1800" i="0" spc="-5" dirty="0">
                <a:solidFill>
                  <a:srgbClr val="000000"/>
                </a:solidFill>
                <a:latin typeface="Arial MT"/>
                <a:cs typeface="Arial MT"/>
              </a:rPr>
              <a:t>adds</a:t>
            </a:r>
            <a:r>
              <a:rPr sz="1800" i="0" spc="-10" dirty="0">
                <a:solidFill>
                  <a:srgbClr val="000000"/>
                </a:solidFill>
                <a:latin typeface="Arial MT"/>
                <a:cs typeface="Arial MT"/>
              </a:rPr>
              <a:t> </a:t>
            </a:r>
            <a:r>
              <a:rPr sz="1800" i="0" spc="-5" dirty="0">
                <a:solidFill>
                  <a:srgbClr val="000000"/>
                </a:solidFill>
                <a:latin typeface="Arial MT"/>
                <a:cs typeface="Arial MT"/>
              </a:rPr>
              <a:t>element</a:t>
            </a:r>
            <a:r>
              <a:rPr sz="1800" i="0" spc="-10" dirty="0">
                <a:solidFill>
                  <a:srgbClr val="000000"/>
                </a:solidFill>
                <a:latin typeface="Arial MT"/>
                <a:cs typeface="Arial MT"/>
              </a:rPr>
              <a:t> </a:t>
            </a:r>
            <a:r>
              <a:rPr sz="1800" i="0" dirty="0">
                <a:solidFill>
                  <a:srgbClr val="000000"/>
                </a:solidFill>
                <a:latin typeface="Arial MT"/>
                <a:cs typeface="Arial MT"/>
              </a:rPr>
              <a:t>2</a:t>
            </a:r>
            <a:r>
              <a:rPr sz="1800" i="0" spc="-10" dirty="0">
                <a:solidFill>
                  <a:srgbClr val="000000"/>
                </a:solidFill>
                <a:latin typeface="Arial MT"/>
                <a:cs typeface="Arial MT"/>
              </a:rPr>
              <a:t> </a:t>
            </a:r>
            <a:r>
              <a:rPr sz="1800" i="0" spc="-5" dirty="0">
                <a:solidFill>
                  <a:srgbClr val="000000"/>
                </a:solidFill>
                <a:latin typeface="Arial MT"/>
                <a:cs typeface="Arial MT"/>
              </a:rPr>
              <a:t>at</a:t>
            </a:r>
            <a:r>
              <a:rPr sz="1800" i="0" spc="-10" dirty="0">
                <a:solidFill>
                  <a:srgbClr val="000000"/>
                </a:solidFill>
                <a:latin typeface="Arial MT"/>
                <a:cs typeface="Arial MT"/>
              </a:rPr>
              <a:t> </a:t>
            </a:r>
            <a:r>
              <a:rPr sz="1800" i="0" spc="-5" dirty="0">
                <a:solidFill>
                  <a:srgbClr val="000000"/>
                </a:solidFill>
                <a:latin typeface="Arial MT"/>
                <a:cs typeface="Arial MT"/>
              </a:rPr>
              <a:t>index</a:t>
            </a:r>
            <a:r>
              <a:rPr sz="1800" i="0" spc="-10" dirty="0">
                <a:solidFill>
                  <a:srgbClr val="000000"/>
                </a:solidFill>
                <a:latin typeface="Arial MT"/>
                <a:cs typeface="Arial MT"/>
              </a:rPr>
              <a:t> </a:t>
            </a:r>
            <a:r>
              <a:rPr sz="1800" i="0" dirty="0">
                <a:solidFill>
                  <a:srgbClr val="000000"/>
                </a:solidFill>
                <a:latin typeface="Arial MT"/>
                <a:cs typeface="Arial MT"/>
              </a:rPr>
              <a:t>3</a:t>
            </a:r>
            <a:r>
              <a:rPr sz="1800" i="0" spc="-10" dirty="0">
                <a:solidFill>
                  <a:srgbClr val="000000"/>
                </a:solidFill>
                <a:latin typeface="Arial MT"/>
                <a:cs typeface="Arial MT"/>
              </a:rPr>
              <a:t> </a:t>
            </a:r>
            <a:r>
              <a:rPr sz="1800" i="0" spc="-5" dirty="0">
                <a:solidFill>
                  <a:srgbClr val="000000"/>
                </a:solidFill>
                <a:latin typeface="Arial MT"/>
                <a:cs typeface="Arial MT"/>
              </a:rPr>
              <a:t>of</a:t>
            </a:r>
            <a:r>
              <a:rPr sz="1800" i="0" spc="-10" dirty="0">
                <a:solidFill>
                  <a:srgbClr val="000000"/>
                </a:solidFill>
                <a:latin typeface="Arial MT"/>
                <a:cs typeface="Arial MT"/>
              </a:rPr>
              <a:t> </a:t>
            </a:r>
            <a:r>
              <a:rPr sz="1800" i="0" spc="-5" dirty="0">
                <a:solidFill>
                  <a:srgbClr val="000000"/>
                </a:solidFill>
                <a:latin typeface="Arial MT"/>
                <a:cs typeface="Arial MT"/>
              </a:rPr>
              <a:t>the</a:t>
            </a:r>
            <a:r>
              <a:rPr sz="1800" i="0" spc="-10" dirty="0">
                <a:solidFill>
                  <a:srgbClr val="000000"/>
                </a:solidFill>
                <a:latin typeface="Arial MT"/>
                <a:cs typeface="Arial MT"/>
              </a:rPr>
              <a:t> </a:t>
            </a:r>
            <a:r>
              <a:rPr sz="1800" i="0" spc="-5" dirty="0">
                <a:solidFill>
                  <a:srgbClr val="000000"/>
                </a:solidFill>
                <a:latin typeface="Arial MT"/>
                <a:cs typeface="Arial MT"/>
              </a:rPr>
              <a:t>list.</a:t>
            </a:r>
            <a:endParaRPr sz="1800">
              <a:latin typeface="Arial MT"/>
              <a:cs typeface="Arial MT"/>
            </a:endParaRPr>
          </a:p>
        </p:txBody>
      </p:sp>
      <p:sp>
        <p:nvSpPr>
          <p:cNvPr id="3" name="object 3"/>
          <p:cNvSpPr txBox="1"/>
          <p:nvPr/>
        </p:nvSpPr>
        <p:spPr>
          <a:xfrm>
            <a:off x="756835" y="517999"/>
            <a:ext cx="1731010" cy="825500"/>
          </a:xfrm>
          <a:prstGeom prst="rect">
            <a:avLst/>
          </a:prstGeom>
        </p:spPr>
        <p:txBody>
          <a:bodyPr vert="horz" wrap="square" lIns="0" tIns="50800" rIns="0" bIns="0" rtlCol="0">
            <a:spAutoFit/>
          </a:bodyPr>
          <a:lstStyle/>
          <a:p>
            <a:pPr marL="12700">
              <a:lnSpc>
                <a:spcPct val="100000"/>
              </a:lnSpc>
              <a:spcBef>
                <a:spcPts val="400"/>
              </a:spcBef>
            </a:pPr>
            <a:r>
              <a:rPr sz="1500" b="1" spc="-5" dirty="0">
                <a:solidFill>
                  <a:srgbClr val="595959"/>
                </a:solidFill>
                <a:latin typeface="Arial"/>
                <a:cs typeface="Arial"/>
              </a:rPr>
              <a:t>Ex:-</a:t>
            </a:r>
            <a:r>
              <a:rPr sz="1500" b="1" spc="-25" dirty="0">
                <a:solidFill>
                  <a:srgbClr val="595959"/>
                </a:solidFill>
                <a:latin typeface="Arial"/>
                <a:cs typeface="Arial"/>
              </a:rPr>
              <a:t> </a:t>
            </a:r>
            <a:r>
              <a:rPr sz="1500" spc="-5" dirty="0">
                <a:solidFill>
                  <a:srgbClr val="595959"/>
                </a:solidFill>
                <a:latin typeface="Arial MT"/>
                <a:cs typeface="Arial MT"/>
              </a:rPr>
              <a:t>list</a:t>
            </a:r>
            <a:r>
              <a:rPr sz="1500" spc="-30" dirty="0">
                <a:solidFill>
                  <a:srgbClr val="595959"/>
                </a:solidFill>
                <a:latin typeface="Arial MT"/>
                <a:cs typeface="Arial MT"/>
              </a:rPr>
              <a:t> </a:t>
            </a:r>
            <a:r>
              <a:rPr sz="1500" dirty="0">
                <a:solidFill>
                  <a:srgbClr val="595959"/>
                </a:solidFill>
                <a:latin typeface="Arial MT"/>
                <a:cs typeface="Arial MT"/>
              </a:rPr>
              <a:t>=</a:t>
            </a:r>
            <a:r>
              <a:rPr sz="1500" spc="-30" dirty="0">
                <a:solidFill>
                  <a:srgbClr val="595959"/>
                </a:solidFill>
                <a:latin typeface="Arial MT"/>
                <a:cs typeface="Arial MT"/>
              </a:rPr>
              <a:t> </a:t>
            </a:r>
            <a:r>
              <a:rPr sz="1500" spc="-5" dirty="0">
                <a:solidFill>
                  <a:srgbClr val="595959"/>
                </a:solidFill>
                <a:latin typeface="Arial MT"/>
                <a:cs typeface="Arial MT"/>
              </a:rPr>
              <a:t>[9,8,7,3,1]</a:t>
            </a:r>
            <a:endParaRPr sz="1500">
              <a:latin typeface="Arial MT"/>
              <a:cs typeface="Arial MT"/>
            </a:endParaRPr>
          </a:p>
          <a:p>
            <a:pPr marL="434340" marR="145415">
              <a:lnSpc>
                <a:spcPct val="116700"/>
              </a:lnSpc>
            </a:pPr>
            <a:r>
              <a:rPr sz="1500" spc="-5" dirty="0">
                <a:solidFill>
                  <a:srgbClr val="595959"/>
                </a:solidFill>
                <a:latin typeface="Arial MT"/>
                <a:cs typeface="Arial MT"/>
              </a:rPr>
              <a:t>list.insert(3,2)  print(list)</a:t>
            </a:r>
            <a:endParaRPr sz="1500">
              <a:latin typeface="Arial MT"/>
              <a:cs typeface="Arial MT"/>
            </a:endParaRPr>
          </a:p>
        </p:txBody>
      </p:sp>
      <p:sp>
        <p:nvSpPr>
          <p:cNvPr id="4" name="object 4"/>
          <p:cNvSpPr txBox="1"/>
          <p:nvPr/>
        </p:nvSpPr>
        <p:spPr>
          <a:xfrm>
            <a:off x="2943213" y="556099"/>
            <a:ext cx="1474470" cy="254000"/>
          </a:xfrm>
          <a:prstGeom prst="rect">
            <a:avLst/>
          </a:prstGeom>
        </p:spPr>
        <p:txBody>
          <a:bodyPr vert="horz" wrap="square" lIns="0" tIns="12700" rIns="0" bIns="0" rtlCol="0">
            <a:spAutoFit/>
          </a:bodyPr>
          <a:lstStyle/>
          <a:p>
            <a:pPr marL="12700">
              <a:lnSpc>
                <a:spcPct val="100000"/>
              </a:lnSpc>
              <a:spcBef>
                <a:spcPts val="100"/>
              </a:spcBef>
            </a:pPr>
            <a:r>
              <a:rPr sz="1500" b="1" spc="-5" dirty="0">
                <a:solidFill>
                  <a:srgbClr val="595959"/>
                </a:solidFill>
                <a:latin typeface="Arial"/>
                <a:cs typeface="Arial"/>
              </a:rPr>
              <a:t>Op:-</a:t>
            </a:r>
            <a:r>
              <a:rPr sz="1500" b="1" spc="-65" dirty="0">
                <a:solidFill>
                  <a:srgbClr val="595959"/>
                </a:solidFill>
                <a:latin typeface="Arial"/>
                <a:cs typeface="Arial"/>
              </a:rPr>
              <a:t> </a:t>
            </a:r>
            <a:r>
              <a:rPr sz="1500" spc="-5" dirty="0">
                <a:solidFill>
                  <a:srgbClr val="595959"/>
                </a:solidFill>
                <a:latin typeface="Arial MT"/>
                <a:cs typeface="Arial MT"/>
              </a:rPr>
              <a:t>[9,8,7,2,3,1]</a:t>
            </a:r>
            <a:endParaRPr sz="1500">
              <a:latin typeface="Arial MT"/>
              <a:cs typeface="Arial MT"/>
            </a:endParaRPr>
          </a:p>
        </p:txBody>
      </p:sp>
      <p:sp>
        <p:nvSpPr>
          <p:cNvPr id="5" name="object 5"/>
          <p:cNvSpPr txBox="1"/>
          <p:nvPr/>
        </p:nvSpPr>
        <p:spPr>
          <a:xfrm>
            <a:off x="299635" y="1644234"/>
            <a:ext cx="8034655" cy="299720"/>
          </a:xfrm>
          <a:prstGeom prst="rect">
            <a:avLst/>
          </a:prstGeom>
        </p:spPr>
        <p:txBody>
          <a:bodyPr vert="horz" wrap="square" lIns="0" tIns="12700" rIns="0" bIns="0" rtlCol="0">
            <a:spAutoFit/>
          </a:bodyPr>
          <a:lstStyle/>
          <a:p>
            <a:pPr marL="12700">
              <a:lnSpc>
                <a:spcPct val="100000"/>
              </a:lnSpc>
              <a:spcBef>
                <a:spcPts val="100"/>
              </a:spcBef>
            </a:pPr>
            <a:r>
              <a:rPr sz="1800" b="1" spc="-5" dirty="0">
                <a:latin typeface="Arial"/>
                <a:cs typeface="Arial"/>
              </a:rPr>
              <a:t>5.List.pop</a:t>
            </a:r>
            <a:r>
              <a:rPr sz="1800" b="1" spc="-10" dirty="0">
                <a:latin typeface="Arial"/>
                <a:cs typeface="Arial"/>
              </a:rPr>
              <a:t> </a:t>
            </a:r>
            <a:r>
              <a:rPr sz="1800" b="1" dirty="0">
                <a:latin typeface="Arial"/>
                <a:cs typeface="Arial"/>
              </a:rPr>
              <a:t>(2):- </a:t>
            </a:r>
            <a:r>
              <a:rPr sz="1800" spc="-5" dirty="0">
                <a:latin typeface="Arial MT"/>
                <a:cs typeface="Arial MT"/>
              </a:rPr>
              <a:t>This</a:t>
            </a:r>
            <a:r>
              <a:rPr sz="1800" spc="-10" dirty="0">
                <a:latin typeface="Arial MT"/>
                <a:cs typeface="Arial MT"/>
              </a:rPr>
              <a:t> </a:t>
            </a:r>
            <a:r>
              <a:rPr sz="1800" dirty="0">
                <a:latin typeface="Arial MT"/>
                <a:cs typeface="Arial MT"/>
              </a:rPr>
              <a:t>method</a:t>
            </a:r>
            <a:r>
              <a:rPr sz="1800" spc="-10" dirty="0">
                <a:latin typeface="Arial MT"/>
                <a:cs typeface="Arial MT"/>
              </a:rPr>
              <a:t> </a:t>
            </a:r>
            <a:r>
              <a:rPr sz="1800" spc="-5" dirty="0">
                <a:latin typeface="Arial MT"/>
                <a:cs typeface="Arial MT"/>
              </a:rPr>
              <a:t>deletes</a:t>
            </a:r>
            <a:r>
              <a:rPr sz="1800" spc="-10" dirty="0">
                <a:latin typeface="Arial MT"/>
                <a:cs typeface="Arial MT"/>
              </a:rPr>
              <a:t> </a:t>
            </a:r>
            <a:r>
              <a:rPr sz="1800" spc="-5" dirty="0">
                <a:latin typeface="Arial MT"/>
                <a:cs typeface="Arial MT"/>
              </a:rPr>
              <a:t>element at</a:t>
            </a:r>
            <a:r>
              <a:rPr sz="1800" spc="-10" dirty="0">
                <a:latin typeface="Arial MT"/>
                <a:cs typeface="Arial MT"/>
              </a:rPr>
              <a:t> </a:t>
            </a:r>
            <a:r>
              <a:rPr sz="1800" spc="-5" dirty="0">
                <a:latin typeface="Arial MT"/>
                <a:cs typeface="Arial MT"/>
              </a:rPr>
              <a:t>the</a:t>
            </a:r>
            <a:r>
              <a:rPr sz="1800" spc="-10" dirty="0">
                <a:latin typeface="Arial MT"/>
                <a:cs typeface="Arial MT"/>
              </a:rPr>
              <a:t> </a:t>
            </a:r>
            <a:r>
              <a:rPr sz="1800" spc="-5" dirty="0">
                <a:latin typeface="Arial MT"/>
                <a:cs typeface="Arial MT"/>
              </a:rPr>
              <a:t>index</a:t>
            </a:r>
            <a:r>
              <a:rPr sz="1800" spc="-10" dirty="0">
                <a:latin typeface="Arial MT"/>
                <a:cs typeface="Arial MT"/>
              </a:rPr>
              <a:t> </a:t>
            </a:r>
            <a:r>
              <a:rPr sz="1800" dirty="0">
                <a:latin typeface="Arial MT"/>
                <a:cs typeface="Arial MT"/>
              </a:rPr>
              <a:t>2</a:t>
            </a:r>
            <a:r>
              <a:rPr sz="1800" spc="-10" dirty="0">
                <a:latin typeface="Arial MT"/>
                <a:cs typeface="Arial MT"/>
              </a:rPr>
              <a:t> </a:t>
            </a:r>
            <a:r>
              <a:rPr sz="1800" spc="-5" dirty="0">
                <a:latin typeface="Arial MT"/>
                <a:cs typeface="Arial MT"/>
              </a:rPr>
              <a:t>and </a:t>
            </a:r>
            <a:r>
              <a:rPr sz="1800" dirty="0">
                <a:latin typeface="Arial MT"/>
                <a:cs typeface="Arial MT"/>
              </a:rPr>
              <a:t>returns</a:t>
            </a:r>
            <a:r>
              <a:rPr sz="1800" spc="-10" dirty="0">
                <a:latin typeface="Arial MT"/>
                <a:cs typeface="Arial MT"/>
              </a:rPr>
              <a:t> </a:t>
            </a:r>
            <a:r>
              <a:rPr sz="1800" spc="-5" dirty="0">
                <a:latin typeface="Arial MT"/>
                <a:cs typeface="Arial MT"/>
              </a:rPr>
              <a:t>the</a:t>
            </a:r>
            <a:r>
              <a:rPr sz="1800" spc="-10" dirty="0">
                <a:latin typeface="Arial MT"/>
                <a:cs typeface="Arial MT"/>
              </a:rPr>
              <a:t> </a:t>
            </a:r>
            <a:r>
              <a:rPr sz="1800" spc="-5" dirty="0">
                <a:latin typeface="Arial MT"/>
                <a:cs typeface="Arial MT"/>
              </a:rPr>
              <a:t>list.</a:t>
            </a:r>
            <a:endParaRPr sz="1800">
              <a:latin typeface="Arial MT"/>
              <a:cs typeface="Arial MT"/>
            </a:endParaRPr>
          </a:p>
        </p:txBody>
      </p:sp>
      <p:sp>
        <p:nvSpPr>
          <p:cNvPr id="6" name="object 6"/>
          <p:cNvSpPr txBox="1"/>
          <p:nvPr/>
        </p:nvSpPr>
        <p:spPr>
          <a:xfrm>
            <a:off x="756835" y="1920078"/>
            <a:ext cx="1731010" cy="825500"/>
          </a:xfrm>
          <a:prstGeom prst="rect">
            <a:avLst/>
          </a:prstGeom>
        </p:spPr>
        <p:txBody>
          <a:bodyPr vert="horz" wrap="square" lIns="0" tIns="50800" rIns="0" bIns="0" rtlCol="0">
            <a:spAutoFit/>
          </a:bodyPr>
          <a:lstStyle/>
          <a:p>
            <a:pPr algn="ctr">
              <a:lnSpc>
                <a:spcPct val="100000"/>
              </a:lnSpc>
              <a:spcBef>
                <a:spcPts val="400"/>
              </a:spcBef>
            </a:pPr>
            <a:r>
              <a:rPr sz="1500" b="1" spc="-5" dirty="0">
                <a:solidFill>
                  <a:srgbClr val="595959"/>
                </a:solidFill>
                <a:latin typeface="Arial"/>
                <a:cs typeface="Arial"/>
              </a:rPr>
              <a:t>Ex:-</a:t>
            </a:r>
            <a:r>
              <a:rPr sz="1500" b="1" spc="-25" dirty="0">
                <a:solidFill>
                  <a:srgbClr val="595959"/>
                </a:solidFill>
                <a:latin typeface="Arial"/>
                <a:cs typeface="Arial"/>
              </a:rPr>
              <a:t> </a:t>
            </a:r>
            <a:r>
              <a:rPr sz="1500" spc="-5" dirty="0">
                <a:solidFill>
                  <a:srgbClr val="595959"/>
                </a:solidFill>
                <a:latin typeface="Arial MT"/>
                <a:cs typeface="Arial MT"/>
              </a:rPr>
              <a:t>list</a:t>
            </a:r>
            <a:r>
              <a:rPr sz="1500" spc="-25" dirty="0">
                <a:solidFill>
                  <a:srgbClr val="595959"/>
                </a:solidFill>
                <a:latin typeface="Arial MT"/>
                <a:cs typeface="Arial MT"/>
              </a:rPr>
              <a:t> </a:t>
            </a:r>
            <a:r>
              <a:rPr sz="1500" dirty="0">
                <a:solidFill>
                  <a:srgbClr val="595959"/>
                </a:solidFill>
                <a:latin typeface="Arial MT"/>
                <a:cs typeface="Arial MT"/>
              </a:rPr>
              <a:t>=</a:t>
            </a:r>
            <a:r>
              <a:rPr sz="1500" spc="-30" dirty="0">
                <a:solidFill>
                  <a:srgbClr val="595959"/>
                </a:solidFill>
                <a:latin typeface="Arial MT"/>
                <a:cs typeface="Arial MT"/>
              </a:rPr>
              <a:t> </a:t>
            </a:r>
            <a:r>
              <a:rPr sz="1500" spc="-5" dirty="0">
                <a:solidFill>
                  <a:srgbClr val="595959"/>
                </a:solidFill>
                <a:latin typeface="Arial MT"/>
                <a:cs typeface="Arial MT"/>
              </a:rPr>
              <a:t>[9,8,7,3,1]</a:t>
            </a:r>
            <a:endParaRPr sz="1500">
              <a:latin typeface="Arial MT"/>
              <a:cs typeface="Arial MT"/>
            </a:endParaRPr>
          </a:p>
          <a:p>
            <a:pPr marR="17145" algn="ctr">
              <a:lnSpc>
                <a:spcPct val="100000"/>
              </a:lnSpc>
              <a:spcBef>
                <a:spcPts val="300"/>
              </a:spcBef>
            </a:pPr>
            <a:r>
              <a:rPr sz="1500" spc="-5" dirty="0">
                <a:solidFill>
                  <a:srgbClr val="595959"/>
                </a:solidFill>
                <a:latin typeface="Arial MT"/>
                <a:cs typeface="Arial MT"/>
              </a:rPr>
              <a:t>list.pop(2)</a:t>
            </a:r>
            <a:endParaRPr sz="1500">
              <a:latin typeface="Arial MT"/>
              <a:cs typeface="Arial MT"/>
            </a:endParaRPr>
          </a:p>
          <a:p>
            <a:pPr marL="378460" algn="ctr">
              <a:lnSpc>
                <a:spcPct val="100000"/>
              </a:lnSpc>
              <a:spcBef>
                <a:spcPts val="300"/>
              </a:spcBef>
            </a:pPr>
            <a:r>
              <a:rPr sz="1500" spc="-5" dirty="0">
                <a:solidFill>
                  <a:srgbClr val="595959"/>
                </a:solidFill>
                <a:latin typeface="Arial MT"/>
                <a:cs typeface="Arial MT"/>
              </a:rPr>
              <a:t>print(list)</a:t>
            </a:r>
            <a:endParaRPr sz="1500">
              <a:latin typeface="Arial MT"/>
              <a:cs typeface="Arial MT"/>
            </a:endParaRPr>
          </a:p>
        </p:txBody>
      </p:sp>
      <p:sp>
        <p:nvSpPr>
          <p:cNvPr id="7" name="object 7"/>
          <p:cNvSpPr txBox="1"/>
          <p:nvPr/>
        </p:nvSpPr>
        <p:spPr>
          <a:xfrm>
            <a:off x="2943213" y="1958178"/>
            <a:ext cx="1156970" cy="254000"/>
          </a:xfrm>
          <a:prstGeom prst="rect">
            <a:avLst/>
          </a:prstGeom>
        </p:spPr>
        <p:txBody>
          <a:bodyPr vert="horz" wrap="square" lIns="0" tIns="12700" rIns="0" bIns="0" rtlCol="0">
            <a:spAutoFit/>
          </a:bodyPr>
          <a:lstStyle/>
          <a:p>
            <a:pPr marL="12700">
              <a:lnSpc>
                <a:spcPct val="100000"/>
              </a:lnSpc>
              <a:spcBef>
                <a:spcPts val="100"/>
              </a:spcBef>
            </a:pPr>
            <a:r>
              <a:rPr sz="1500" b="1" spc="-5" dirty="0">
                <a:solidFill>
                  <a:srgbClr val="595959"/>
                </a:solidFill>
                <a:latin typeface="Arial"/>
                <a:cs typeface="Arial"/>
              </a:rPr>
              <a:t>Op:-</a:t>
            </a:r>
            <a:r>
              <a:rPr sz="1500" b="1" spc="-70" dirty="0">
                <a:solidFill>
                  <a:srgbClr val="595959"/>
                </a:solidFill>
                <a:latin typeface="Arial"/>
                <a:cs typeface="Arial"/>
              </a:rPr>
              <a:t> </a:t>
            </a:r>
            <a:r>
              <a:rPr sz="1500" spc="-5" dirty="0">
                <a:solidFill>
                  <a:srgbClr val="595959"/>
                </a:solidFill>
                <a:latin typeface="Arial MT"/>
                <a:cs typeface="Arial MT"/>
              </a:rPr>
              <a:t>[9,8,3,1]</a:t>
            </a:r>
            <a:endParaRPr sz="1500">
              <a:latin typeface="Arial MT"/>
              <a:cs typeface="Arial MT"/>
            </a:endParaRPr>
          </a:p>
        </p:txBody>
      </p:sp>
      <p:sp>
        <p:nvSpPr>
          <p:cNvPr id="8" name="object 8"/>
          <p:cNvSpPr txBox="1"/>
          <p:nvPr/>
        </p:nvSpPr>
        <p:spPr>
          <a:xfrm>
            <a:off x="299635" y="3046314"/>
            <a:ext cx="6562090" cy="299720"/>
          </a:xfrm>
          <a:prstGeom prst="rect">
            <a:avLst/>
          </a:prstGeom>
        </p:spPr>
        <p:txBody>
          <a:bodyPr vert="horz" wrap="square" lIns="0" tIns="12700" rIns="0" bIns="0" rtlCol="0">
            <a:spAutoFit/>
          </a:bodyPr>
          <a:lstStyle/>
          <a:p>
            <a:pPr marL="12700">
              <a:lnSpc>
                <a:spcPct val="100000"/>
              </a:lnSpc>
              <a:spcBef>
                <a:spcPts val="100"/>
              </a:spcBef>
            </a:pPr>
            <a:r>
              <a:rPr sz="1800" b="1" spc="-5" dirty="0">
                <a:latin typeface="Arial"/>
                <a:cs typeface="Arial"/>
              </a:rPr>
              <a:t>6.List.remove(7):- </a:t>
            </a:r>
            <a:r>
              <a:rPr sz="1800" spc="-5" dirty="0">
                <a:latin typeface="Arial MT"/>
                <a:cs typeface="Arial MT"/>
              </a:rPr>
              <a:t>This</a:t>
            </a:r>
            <a:r>
              <a:rPr sz="1800" spc="-15" dirty="0">
                <a:latin typeface="Arial MT"/>
                <a:cs typeface="Arial MT"/>
              </a:rPr>
              <a:t> </a:t>
            </a:r>
            <a:r>
              <a:rPr sz="1800" dirty="0">
                <a:latin typeface="Arial MT"/>
                <a:cs typeface="Arial MT"/>
              </a:rPr>
              <a:t>method</a:t>
            </a:r>
            <a:r>
              <a:rPr sz="1800" spc="-15" dirty="0">
                <a:latin typeface="Arial MT"/>
                <a:cs typeface="Arial MT"/>
              </a:rPr>
              <a:t> </a:t>
            </a:r>
            <a:r>
              <a:rPr sz="1800" dirty="0">
                <a:latin typeface="Arial MT"/>
                <a:cs typeface="Arial MT"/>
              </a:rPr>
              <a:t>removes</a:t>
            </a:r>
            <a:r>
              <a:rPr sz="1800" spc="-15" dirty="0">
                <a:latin typeface="Arial MT"/>
                <a:cs typeface="Arial MT"/>
              </a:rPr>
              <a:t> </a:t>
            </a:r>
            <a:r>
              <a:rPr sz="1800" spc="-5" dirty="0">
                <a:latin typeface="Arial MT"/>
                <a:cs typeface="Arial MT"/>
              </a:rPr>
              <a:t>element</a:t>
            </a:r>
            <a:r>
              <a:rPr sz="1800" spc="-10" dirty="0">
                <a:latin typeface="Arial MT"/>
                <a:cs typeface="Arial MT"/>
              </a:rPr>
              <a:t> </a:t>
            </a:r>
            <a:r>
              <a:rPr sz="1800" dirty="0">
                <a:latin typeface="Arial MT"/>
                <a:cs typeface="Arial MT"/>
              </a:rPr>
              <a:t>7</a:t>
            </a:r>
            <a:r>
              <a:rPr sz="1800" spc="-15" dirty="0">
                <a:latin typeface="Arial MT"/>
                <a:cs typeface="Arial MT"/>
              </a:rPr>
              <a:t> </a:t>
            </a:r>
            <a:r>
              <a:rPr sz="1800" spc="-5" dirty="0">
                <a:latin typeface="Arial MT"/>
                <a:cs typeface="Arial MT"/>
              </a:rPr>
              <a:t>from</a:t>
            </a:r>
            <a:r>
              <a:rPr sz="1800" spc="-15" dirty="0">
                <a:latin typeface="Arial MT"/>
                <a:cs typeface="Arial MT"/>
              </a:rPr>
              <a:t> </a:t>
            </a:r>
            <a:r>
              <a:rPr sz="1800" spc="-5" dirty="0">
                <a:latin typeface="Arial MT"/>
                <a:cs typeface="Arial MT"/>
              </a:rPr>
              <a:t>the</a:t>
            </a:r>
            <a:r>
              <a:rPr sz="1800" spc="-15" dirty="0">
                <a:latin typeface="Arial MT"/>
                <a:cs typeface="Arial MT"/>
              </a:rPr>
              <a:t> </a:t>
            </a:r>
            <a:r>
              <a:rPr sz="1800" spc="-5" dirty="0">
                <a:latin typeface="Arial MT"/>
                <a:cs typeface="Arial MT"/>
              </a:rPr>
              <a:t>list.</a:t>
            </a:r>
            <a:endParaRPr sz="1800">
              <a:latin typeface="Arial MT"/>
              <a:cs typeface="Arial MT"/>
            </a:endParaRPr>
          </a:p>
        </p:txBody>
      </p:sp>
      <p:sp>
        <p:nvSpPr>
          <p:cNvPr id="9" name="object 9"/>
          <p:cNvSpPr txBox="1"/>
          <p:nvPr/>
        </p:nvSpPr>
        <p:spPr>
          <a:xfrm>
            <a:off x="756835" y="3322159"/>
            <a:ext cx="1731010" cy="825500"/>
          </a:xfrm>
          <a:prstGeom prst="rect">
            <a:avLst/>
          </a:prstGeom>
        </p:spPr>
        <p:txBody>
          <a:bodyPr vert="horz" wrap="square" lIns="0" tIns="50800" rIns="0" bIns="0" rtlCol="0">
            <a:spAutoFit/>
          </a:bodyPr>
          <a:lstStyle/>
          <a:p>
            <a:pPr marL="12700">
              <a:lnSpc>
                <a:spcPct val="100000"/>
              </a:lnSpc>
              <a:spcBef>
                <a:spcPts val="400"/>
              </a:spcBef>
            </a:pPr>
            <a:r>
              <a:rPr sz="1500" b="1" spc="-5" dirty="0">
                <a:solidFill>
                  <a:srgbClr val="595959"/>
                </a:solidFill>
                <a:latin typeface="Arial"/>
                <a:cs typeface="Arial"/>
              </a:rPr>
              <a:t>Ex:-</a:t>
            </a:r>
            <a:r>
              <a:rPr sz="1500" b="1" spc="-25" dirty="0">
                <a:solidFill>
                  <a:srgbClr val="595959"/>
                </a:solidFill>
                <a:latin typeface="Arial"/>
                <a:cs typeface="Arial"/>
              </a:rPr>
              <a:t> </a:t>
            </a:r>
            <a:r>
              <a:rPr sz="1500" spc="-5" dirty="0">
                <a:solidFill>
                  <a:srgbClr val="595959"/>
                </a:solidFill>
                <a:latin typeface="Arial MT"/>
                <a:cs typeface="Arial MT"/>
              </a:rPr>
              <a:t>list</a:t>
            </a:r>
            <a:r>
              <a:rPr sz="1500" spc="-30" dirty="0">
                <a:solidFill>
                  <a:srgbClr val="595959"/>
                </a:solidFill>
                <a:latin typeface="Arial MT"/>
                <a:cs typeface="Arial MT"/>
              </a:rPr>
              <a:t> </a:t>
            </a:r>
            <a:r>
              <a:rPr sz="1500" dirty="0">
                <a:solidFill>
                  <a:srgbClr val="595959"/>
                </a:solidFill>
                <a:latin typeface="Arial MT"/>
                <a:cs typeface="Arial MT"/>
              </a:rPr>
              <a:t>=</a:t>
            </a:r>
            <a:r>
              <a:rPr sz="1500" spc="-30" dirty="0">
                <a:solidFill>
                  <a:srgbClr val="595959"/>
                </a:solidFill>
                <a:latin typeface="Arial MT"/>
                <a:cs typeface="Arial MT"/>
              </a:rPr>
              <a:t> </a:t>
            </a:r>
            <a:r>
              <a:rPr sz="1500" spc="-5" dirty="0">
                <a:solidFill>
                  <a:srgbClr val="595959"/>
                </a:solidFill>
                <a:latin typeface="Arial MT"/>
                <a:cs typeface="Arial MT"/>
              </a:rPr>
              <a:t>[9,8,7,3,1]</a:t>
            </a:r>
            <a:endParaRPr sz="1500">
              <a:latin typeface="Arial MT"/>
              <a:cs typeface="Arial MT"/>
            </a:endParaRPr>
          </a:p>
          <a:p>
            <a:pPr marL="434340" marR="134620">
              <a:lnSpc>
                <a:spcPct val="116700"/>
              </a:lnSpc>
            </a:pPr>
            <a:r>
              <a:rPr sz="1500" spc="-5" dirty="0">
                <a:solidFill>
                  <a:srgbClr val="595959"/>
                </a:solidFill>
                <a:latin typeface="Arial MT"/>
                <a:cs typeface="Arial MT"/>
              </a:rPr>
              <a:t>list.remove(7)  print(list)</a:t>
            </a:r>
            <a:endParaRPr sz="1500">
              <a:latin typeface="Arial MT"/>
              <a:cs typeface="Arial MT"/>
            </a:endParaRPr>
          </a:p>
        </p:txBody>
      </p:sp>
      <p:sp>
        <p:nvSpPr>
          <p:cNvPr id="10" name="object 10"/>
          <p:cNvSpPr txBox="1"/>
          <p:nvPr/>
        </p:nvSpPr>
        <p:spPr>
          <a:xfrm>
            <a:off x="2943213" y="3360259"/>
            <a:ext cx="1156970" cy="254000"/>
          </a:xfrm>
          <a:prstGeom prst="rect">
            <a:avLst/>
          </a:prstGeom>
        </p:spPr>
        <p:txBody>
          <a:bodyPr vert="horz" wrap="square" lIns="0" tIns="12700" rIns="0" bIns="0" rtlCol="0">
            <a:spAutoFit/>
          </a:bodyPr>
          <a:lstStyle/>
          <a:p>
            <a:pPr marL="12700">
              <a:lnSpc>
                <a:spcPct val="100000"/>
              </a:lnSpc>
              <a:spcBef>
                <a:spcPts val="100"/>
              </a:spcBef>
            </a:pPr>
            <a:r>
              <a:rPr sz="1500" b="1" spc="-5" dirty="0">
                <a:solidFill>
                  <a:srgbClr val="595959"/>
                </a:solidFill>
                <a:latin typeface="Arial"/>
                <a:cs typeface="Arial"/>
              </a:rPr>
              <a:t>Op:-</a:t>
            </a:r>
            <a:r>
              <a:rPr sz="1500" b="1" spc="-70" dirty="0">
                <a:solidFill>
                  <a:srgbClr val="595959"/>
                </a:solidFill>
                <a:latin typeface="Arial"/>
                <a:cs typeface="Arial"/>
              </a:rPr>
              <a:t> </a:t>
            </a:r>
            <a:r>
              <a:rPr sz="1500" spc="-5" dirty="0">
                <a:solidFill>
                  <a:srgbClr val="595959"/>
                </a:solidFill>
                <a:latin typeface="Arial MT"/>
                <a:cs typeface="Arial MT"/>
              </a:rPr>
              <a:t>[9,8,3,1]</a:t>
            </a:r>
            <a:endParaRPr sz="1500">
              <a:latin typeface="Arial MT"/>
              <a:cs typeface="Arial MT"/>
            </a:endParaRPr>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365996" y="361808"/>
            <a:ext cx="2412365" cy="513080"/>
          </a:xfrm>
          <a:prstGeom prst="rect">
            <a:avLst/>
          </a:prstGeom>
        </p:spPr>
        <p:txBody>
          <a:bodyPr vert="horz" wrap="square" lIns="0" tIns="12700" rIns="0" bIns="0" rtlCol="0">
            <a:spAutoFit/>
          </a:bodyPr>
          <a:lstStyle/>
          <a:p>
            <a:pPr marL="12700">
              <a:lnSpc>
                <a:spcPct val="100000"/>
              </a:lnSpc>
              <a:spcBef>
                <a:spcPts val="100"/>
              </a:spcBef>
            </a:pPr>
            <a:r>
              <a:rPr spc="285" dirty="0"/>
              <a:t>List</a:t>
            </a:r>
            <a:r>
              <a:rPr spc="-55" dirty="0"/>
              <a:t> </a:t>
            </a:r>
            <a:r>
              <a:rPr spc="240" dirty="0"/>
              <a:t>Slicing</a:t>
            </a:r>
          </a:p>
        </p:txBody>
      </p:sp>
      <p:sp>
        <p:nvSpPr>
          <p:cNvPr id="3" name="object 3"/>
          <p:cNvSpPr txBox="1"/>
          <p:nvPr/>
        </p:nvSpPr>
        <p:spPr>
          <a:xfrm>
            <a:off x="572827" y="1117050"/>
            <a:ext cx="7023734" cy="3558540"/>
          </a:xfrm>
          <a:prstGeom prst="rect">
            <a:avLst/>
          </a:prstGeom>
        </p:spPr>
        <p:txBody>
          <a:bodyPr vert="horz" wrap="square" lIns="0" tIns="36830" rIns="0" bIns="0" rtlCol="0">
            <a:spAutoFit/>
          </a:bodyPr>
          <a:lstStyle/>
          <a:p>
            <a:pPr marL="235585" indent="-223520">
              <a:lnSpc>
                <a:spcPct val="100000"/>
              </a:lnSpc>
              <a:spcBef>
                <a:spcPts val="290"/>
              </a:spcBef>
              <a:buChar char="•"/>
              <a:tabLst>
                <a:tab pos="234950" algn="l"/>
                <a:tab pos="236220" algn="l"/>
              </a:tabLst>
            </a:pPr>
            <a:r>
              <a:rPr sz="1800" spc="-5" dirty="0">
                <a:latin typeface="Arial MT"/>
                <a:cs typeface="Arial MT"/>
              </a:rPr>
              <a:t>Lists</a:t>
            </a:r>
            <a:r>
              <a:rPr sz="1800" spc="-20" dirty="0">
                <a:latin typeface="Arial MT"/>
                <a:cs typeface="Arial MT"/>
              </a:rPr>
              <a:t> </a:t>
            </a:r>
            <a:r>
              <a:rPr sz="1800" spc="-5" dirty="0">
                <a:latin typeface="Arial MT"/>
                <a:cs typeface="Arial MT"/>
              </a:rPr>
              <a:t>Slicing</a:t>
            </a:r>
            <a:r>
              <a:rPr sz="1800" spc="-20" dirty="0">
                <a:latin typeface="Arial MT"/>
                <a:cs typeface="Arial MT"/>
              </a:rPr>
              <a:t> </a:t>
            </a:r>
            <a:r>
              <a:rPr sz="1800" spc="-5" dirty="0">
                <a:latin typeface="Arial MT"/>
                <a:cs typeface="Arial MT"/>
              </a:rPr>
              <a:t>is</a:t>
            </a:r>
            <a:r>
              <a:rPr sz="1800" spc="-15" dirty="0">
                <a:latin typeface="Arial MT"/>
                <a:cs typeface="Arial MT"/>
              </a:rPr>
              <a:t> </a:t>
            </a:r>
            <a:r>
              <a:rPr sz="1800" dirty="0">
                <a:latin typeface="Arial MT"/>
                <a:cs typeface="Arial MT"/>
              </a:rPr>
              <a:t>same</a:t>
            </a:r>
            <a:r>
              <a:rPr sz="1800" spc="-15" dirty="0">
                <a:latin typeface="Arial MT"/>
                <a:cs typeface="Arial MT"/>
              </a:rPr>
              <a:t> </a:t>
            </a:r>
            <a:r>
              <a:rPr sz="1800" spc="-5" dirty="0">
                <a:latin typeface="Arial MT"/>
                <a:cs typeface="Arial MT"/>
              </a:rPr>
              <a:t>as</a:t>
            </a:r>
            <a:r>
              <a:rPr sz="1800" spc="-15" dirty="0">
                <a:latin typeface="Arial MT"/>
                <a:cs typeface="Arial MT"/>
              </a:rPr>
              <a:t> </a:t>
            </a:r>
            <a:r>
              <a:rPr sz="1800" spc="-5" dirty="0">
                <a:latin typeface="Arial MT"/>
                <a:cs typeface="Arial MT"/>
              </a:rPr>
              <a:t>String</a:t>
            </a:r>
            <a:r>
              <a:rPr sz="1800" spc="-20" dirty="0">
                <a:latin typeface="Arial MT"/>
                <a:cs typeface="Arial MT"/>
              </a:rPr>
              <a:t> </a:t>
            </a:r>
            <a:r>
              <a:rPr sz="1800" dirty="0">
                <a:latin typeface="Arial MT"/>
                <a:cs typeface="Arial MT"/>
              </a:rPr>
              <a:t>slicing.</a:t>
            </a:r>
            <a:endParaRPr sz="1800">
              <a:latin typeface="Arial MT"/>
              <a:cs typeface="Arial MT"/>
            </a:endParaRPr>
          </a:p>
          <a:p>
            <a:pPr marL="235585" indent="-223520">
              <a:lnSpc>
                <a:spcPct val="100000"/>
              </a:lnSpc>
              <a:spcBef>
                <a:spcPts val="190"/>
              </a:spcBef>
              <a:buChar char="•"/>
              <a:tabLst>
                <a:tab pos="234950" algn="l"/>
                <a:tab pos="236220" algn="l"/>
              </a:tabLst>
            </a:pPr>
            <a:r>
              <a:rPr sz="1800" dirty="0">
                <a:latin typeface="Arial MT"/>
                <a:cs typeface="Arial MT"/>
              </a:rPr>
              <a:t>Just</a:t>
            </a:r>
            <a:r>
              <a:rPr sz="1800" spc="-25" dirty="0">
                <a:latin typeface="Arial MT"/>
                <a:cs typeface="Arial MT"/>
              </a:rPr>
              <a:t> </a:t>
            </a:r>
            <a:r>
              <a:rPr sz="1800" spc="-5" dirty="0">
                <a:latin typeface="Arial MT"/>
                <a:cs typeface="Arial MT"/>
              </a:rPr>
              <a:t>like</a:t>
            </a:r>
            <a:r>
              <a:rPr sz="1800" spc="-25" dirty="0">
                <a:latin typeface="Arial MT"/>
                <a:cs typeface="Arial MT"/>
              </a:rPr>
              <a:t> </a:t>
            </a:r>
            <a:r>
              <a:rPr sz="1800" dirty="0">
                <a:latin typeface="Arial MT"/>
                <a:cs typeface="Arial MT"/>
              </a:rPr>
              <a:t>slicing</a:t>
            </a:r>
            <a:r>
              <a:rPr sz="1800" spc="-20" dirty="0">
                <a:latin typeface="Arial MT"/>
                <a:cs typeface="Arial MT"/>
              </a:rPr>
              <a:t> </a:t>
            </a:r>
            <a:r>
              <a:rPr sz="1800" spc="-5" dirty="0">
                <a:latin typeface="Arial MT"/>
                <a:cs typeface="Arial MT"/>
              </a:rPr>
              <a:t>the</a:t>
            </a:r>
            <a:r>
              <a:rPr sz="1800" spc="-25" dirty="0">
                <a:latin typeface="Arial MT"/>
                <a:cs typeface="Arial MT"/>
              </a:rPr>
              <a:t> </a:t>
            </a:r>
            <a:r>
              <a:rPr sz="1800" dirty="0">
                <a:latin typeface="Arial MT"/>
                <a:cs typeface="Arial MT"/>
              </a:rPr>
              <a:t>required</a:t>
            </a:r>
            <a:r>
              <a:rPr sz="1800" spc="-20" dirty="0">
                <a:latin typeface="Arial MT"/>
                <a:cs typeface="Arial MT"/>
              </a:rPr>
              <a:t> </a:t>
            </a:r>
            <a:r>
              <a:rPr sz="1800" spc="-5" dirty="0">
                <a:latin typeface="Arial MT"/>
                <a:cs typeface="Arial MT"/>
              </a:rPr>
              <a:t>part.</a:t>
            </a:r>
            <a:endParaRPr sz="1800">
              <a:latin typeface="Arial MT"/>
              <a:cs typeface="Arial MT"/>
            </a:endParaRPr>
          </a:p>
          <a:p>
            <a:pPr marL="235585" indent="-223520">
              <a:lnSpc>
                <a:spcPct val="100000"/>
              </a:lnSpc>
              <a:spcBef>
                <a:spcPts val="195"/>
              </a:spcBef>
              <a:buChar char="•"/>
              <a:tabLst>
                <a:tab pos="234950" algn="l"/>
                <a:tab pos="236220" algn="l"/>
              </a:tabLst>
            </a:pPr>
            <a:r>
              <a:rPr sz="1800" spc="-5" dirty="0">
                <a:latin typeface="Arial MT"/>
                <a:cs typeface="Arial MT"/>
              </a:rPr>
              <a:t>It</a:t>
            </a:r>
            <a:r>
              <a:rPr sz="1800" spc="-15" dirty="0">
                <a:latin typeface="Arial MT"/>
                <a:cs typeface="Arial MT"/>
              </a:rPr>
              <a:t> </a:t>
            </a:r>
            <a:r>
              <a:rPr sz="1800" spc="-5" dirty="0">
                <a:latin typeface="Arial MT"/>
                <a:cs typeface="Arial MT"/>
              </a:rPr>
              <a:t>is</a:t>
            </a:r>
            <a:r>
              <a:rPr sz="1800" spc="-10" dirty="0">
                <a:latin typeface="Arial MT"/>
                <a:cs typeface="Arial MT"/>
              </a:rPr>
              <a:t> </a:t>
            </a:r>
            <a:r>
              <a:rPr sz="1800" spc="-5" dirty="0">
                <a:latin typeface="Arial MT"/>
                <a:cs typeface="Arial MT"/>
              </a:rPr>
              <a:t>used</a:t>
            </a:r>
            <a:r>
              <a:rPr sz="1800" spc="-15" dirty="0">
                <a:latin typeface="Arial MT"/>
                <a:cs typeface="Arial MT"/>
              </a:rPr>
              <a:t> </a:t>
            </a:r>
            <a:r>
              <a:rPr sz="1800" spc="-5" dirty="0">
                <a:latin typeface="Arial MT"/>
                <a:cs typeface="Arial MT"/>
              </a:rPr>
              <a:t>to</a:t>
            </a:r>
            <a:r>
              <a:rPr sz="1800" spc="-10" dirty="0">
                <a:latin typeface="Arial MT"/>
                <a:cs typeface="Arial MT"/>
              </a:rPr>
              <a:t> </a:t>
            </a:r>
            <a:r>
              <a:rPr sz="1800" spc="-5" dirty="0">
                <a:latin typeface="Arial MT"/>
                <a:cs typeface="Arial MT"/>
              </a:rPr>
              <a:t>get</a:t>
            </a:r>
            <a:r>
              <a:rPr sz="1800" spc="-15" dirty="0">
                <a:latin typeface="Arial MT"/>
                <a:cs typeface="Arial MT"/>
              </a:rPr>
              <a:t> </a:t>
            </a:r>
            <a:r>
              <a:rPr sz="1800" spc="-5" dirty="0">
                <a:latin typeface="Arial MT"/>
                <a:cs typeface="Arial MT"/>
              </a:rPr>
              <a:t>part</a:t>
            </a:r>
            <a:r>
              <a:rPr sz="1800" spc="-10" dirty="0">
                <a:latin typeface="Arial MT"/>
                <a:cs typeface="Arial MT"/>
              </a:rPr>
              <a:t> </a:t>
            </a:r>
            <a:r>
              <a:rPr sz="1800" spc="-5" dirty="0">
                <a:latin typeface="Arial MT"/>
                <a:cs typeface="Arial MT"/>
              </a:rPr>
              <a:t>of</a:t>
            </a:r>
            <a:r>
              <a:rPr sz="1800" spc="-15" dirty="0">
                <a:latin typeface="Arial MT"/>
                <a:cs typeface="Arial MT"/>
              </a:rPr>
              <a:t> </a:t>
            </a:r>
            <a:r>
              <a:rPr sz="1800" spc="-5" dirty="0">
                <a:latin typeface="Arial MT"/>
                <a:cs typeface="Arial MT"/>
              </a:rPr>
              <a:t>the</a:t>
            </a:r>
            <a:r>
              <a:rPr sz="1800" spc="-10" dirty="0">
                <a:latin typeface="Arial MT"/>
                <a:cs typeface="Arial MT"/>
              </a:rPr>
              <a:t> </a:t>
            </a:r>
            <a:r>
              <a:rPr sz="1800" dirty="0">
                <a:latin typeface="Arial MT"/>
                <a:cs typeface="Arial MT"/>
              </a:rPr>
              <a:t>string.</a:t>
            </a:r>
            <a:endParaRPr sz="1800">
              <a:latin typeface="Arial MT"/>
              <a:cs typeface="Arial MT"/>
            </a:endParaRPr>
          </a:p>
          <a:p>
            <a:pPr marL="235585" indent="-223520">
              <a:lnSpc>
                <a:spcPct val="100000"/>
              </a:lnSpc>
              <a:spcBef>
                <a:spcPts val="190"/>
              </a:spcBef>
              <a:buChar char="•"/>
              <a:tabLst>
                <a:tab pos="234950" algn="l"/>
                <a:tab pos="236220" algn="l"/>
              </a:tabLst>
            </a:pPr>
            <a:r>
              <a:rPr sz="1800" b="1" spc="-5" dirty="0">
                <a:latin typeface="Arial"/>
                <a:cs typeface="Arial"/>
              </a:rPr>
              <a:t>Example:-</a:t>
            </a:r>
            <a:r>
              <a:rPr sz="1800" b="1" dirty="0">
                <a:latin typeface="Arial"/>
                <a:cs typeface="Arial"/>
              </a:rPr>
              <a:t> </a:t>
            </a:r>
            <a:r>
              <a:rPr sz="1800" spc="-5" dirty="0">
                <a:latin typeface="Arial MT"/>
                <a:cs typeface="Arial MT"/>
              </a:rPr>
              <a:t>List</a:t>
            </a:r>
            <a:r>
              <a:rPr sz="1800" spc="-25" dirty="0">
                <a:latin typeface="Arial MT"/>
                <a:cs typeface="Arial MT"/>
              </a:rPr>
              <a:t> </a:t>
            </a:r>
            <a:r>
              <a:rPr sz="1800" dirty="0">
                <a:latin typeface="Arial MT"/>
                <a:cs typeface="Arial MT"/>
              </a:rPr>
              <a:t>=</a:t>
            </a:r>
            <a:r>
              <a:rPr sz="1800" spc="-25" dirty="0">
                <a:latin typeface="Arial MT"/>
                <a:cs typeface="Arial MT"/>
              </a:rPr>
              <a:t> </a:t>
            </a:r>
            <a:r>
              <a:rPr sz="1800" spc="-5" dirty="0">
                <a:latin typeface="Arial MT"/>
                <a:cs typeface="Arial MT"/>
              </a:rPr>
              <a:t>[1,2,3,4]</a:t>
            </a:r>
            <a:endParaRPr sz="1800">
              <a:latin typeface="Arial MT"/>
              <a:cs typeface="Arial MT"/>
            </a:endParaRPr>
          </a:p>
          <a:p>
            <a:pPr marL="235585" indent="-223520">
              <a:lnSpc>
                <a:spcPct val="100000"/>
              </a:lnSpc>
              <a:spcBef>
                <a:spcPts val="195"/>
              </a:spcBef>
              <a:buChar char="•"/>
              <a:tabLst>
                <a:tab pos="234950" algn="l"/>
                <a:tab pos="236220" algn="l"/>
              </a:tabLst>
            </a:pPr>
            <a:r>
              <a:rPr sz="1800" spc="-5" dirty="0">
                <a:latin typeface="Arial MT"/>
                <a:cs typeface="Arial MT"/>
              </a:rPr>
              <a:t>Length</a:t>
            </a:r>
            <a:r>
              <a:rPr sz="1800" spc="-25" dirty="0">
                <a:latin typeface="Arial MT"/>
                <a:cs typeface="Arial MT"/>
              </a:rPr>
              <a:t> </a:t>
            </a:r>
            <a:r>
              <a:rPr sz="1800" spc="-5" dirty="0">
                <a:latin typeface="Arial MT"/>
                <a:cs typeface="Arial MT"/>
              </a:rPr>
              <a:t>of</a:t>
            </a:r>
            <a:r>
              <a:rPr sz="1800" spc="-20" dirty="0">
                <a:latin typeface="Arial MT"/>
                <a:cs typeface="Arial MT"/>
              </a:rPr>
              <a:t> </a:t>
            </a:r>
            <a:r>
              <a:rPr sz="1800" spc="-5" dirty="0">
                <a:latin typeface="Arial MT"/>
                <a:cs typeface="Arial MT"/>
              </a:rPr>
              <a:t>List</a:t>
            </a:r>
            <a:r>
              <a:rPr sz="1800" spc="-20" dirty="0">
                <a:latin typeface="Arial MT"/>
                <a:cs typeface="Arial MT"/>
              </a:rPr>
              <a:t> </a:t>
            </a:r>
            <a:r>
              <a:rPr sz="1800" spc="-5" dirty="0">
                <a:latin typeface="Arial MT"/>
                <a:cs typeface="Arial MT"/>
              </a:rPr>
              <a:t>is</a:t>
            </a:r>
            <a:r>
              <a:rPr sz="1800" spc="-20" dirty="0">
                <a:latin typeface="Arial MT"/>
                <a:cs typeface="Arial MT"/>
              </a:rPr>
              <a:t> </a:t>
            </a:r>
            <a:r>
              <a:rPr sz="1800" dirty="0">
                <a:latin typeface="Arial MT"/>
                <a:cs typeface="Arial MT"/>
              </a:rPr>
              <a:t>4</a:t>
            </a:r>
            <a:endParaRPr sz="1800">
              <a:latin typeface="Arial MT"/>
              <a:cs typeface="Arial MT"/>
            </a:endParaRPr>
          </a:p>
          <a:p>
            <a:pPr marL="235585" indent="-223520">
              <a:lnSpc>
                <a:spcPct val="100000"/>
              </a:lnSpc>
              <a:spcBef>
                <a:spcPts val="190"/>
              </a:spcBef>
              <a:buChar char="•"/>
              <a:tabLst>
                <a:tab pos="234950" algn="l"/>
                <a:tab pos="236220" algn="l"/>
              </a:tabLst>
            </a:pPr>
            <a:r>
              <a:rPr sz="1800" spc="-5" dirty="0">
                <a:latin typeface="Arial MT"/>
                <a:cs typeface="Arial MT"/>
              </a:rPr>
              <a:t>Index</a:t>
            </a:r>
            <a:r>
              <a:rPr sz="1800" spc="-15" dirty="0">
                <a:latin typeface="Arial MT"/>
                <a:cs typeface="Arial MT"/>
              </a:rPr>
              <a:t> </a:t>
            </a:r>
            <a:r>
              <a:rPr sz="1800" spc="-5" dirty="0">
                <a:latin typeface="Arial MT"/>
                <a:cs typeface="Arial MT"/>
              </a:rPr>
              <a:t>in</a:t>
            </a:r>
            <a:r>
              <a:rPr sz="1800" spc="-15" dirty="0">
                <a:latin typeface="Arial MT"/>
                <a:cs typeface="Arial MT"/>
              </a:rPr>
              <a:t> </a:t>
            </a:r>
            <a:r>
              <a:rPr sz="1800" spc="-5" dirty="0">
                <a:latin typeface="Arial MT"/>
                <a:cs typeface="Arial MT"/>
              </a:rPr>
              <a:t>the</a:t>
            </a:r>
            <a:r>
              <a:rPr sz="1800" spc="-10" dirty="0">
                <a:latin typeface="Arial MT"/>
                <a:cs typeface="Arial MT"/>
              </a:rPr>
              <a:t> </a:t>
            </a:r>
            <a:r>
              <a:rPr sz="1800" spc="-5" dirty="0">
                <a:latin typeface="Arial MT"/>
                <a:cs typeface="Arial MT"/>
              </a:rPr>
              <a:t>list</a:t>
            </a:r>
            <a:r>
              <a:rPr sz="1800" spc="-15" dirty="0">
                <a:latin typeface="Arial MT"/>
                <a:cs typeface="Arial MT"/>
              </a:rPr>
              <a:t> </a:t>
            </a:r>
            <a:r>
              <a:rPr sz="1800" dirty="0">
                <a:latin typeface="Arial MT"/>
                <a:cs typeface="Arial MT"/>
              </a:rPr>
              <a:t>starts</a:t>
            </a:r>
            <a:r>
              <a:rPr sz="1800" spc="-10" dirty="0">
                <a:latin typeface="Arial MT"/>
                <a:cs typeface="Arial MT"/>
              </a:rPr>
              <a:t> </a:t>
            </a:r>
            <a:r>
              <a:rPr sz="1800" spc="-5" dirty="0">
                <a:latin typeface="Arial MT"/>
                <a:cs typeface="Arial MT"/>
              </a:rPr>
              <a:t>from</a:t>
            </a:r>
            <a:r>
              <a:rPr sz="1800" spc="-15" dirty="0">
                <a:latin typeface="Arial MT"/>
                <a:cs typeface="Arial MT"/>
              </a:rPr>
              <a:t> </a:t>
            </a:r>
            <a:r>
              <a:rPr sz="1800" dirty="0">
                <a:latin typeface="Arial MT"/>
                <a:cs typeface="Arial MT"/>
              </a:rPr>
              <a:t>0</a:t>
            </a:r>
            <a:r>
              <a:rPr sz="1800" spc="-10" dirty="0">
                <a:latin typeface="Arial MT"/>
                <a:cs typeface="Arial MT"/>
              </a:rPr>
              <a:t> </a:t>
            </a:r>
            <a:r>
              <a:rPr sz="1800" spc="-5" dirty="0">
                <a:latin typeface="Arial MT"/>
                <a:cs typeface="Arial MT"/>
              </a:rPr>
              <a:t>to</a:t>
            </a:r>
            <a:r>
              <a:rPr sz="1800" spc="-15" dirty="0">
                <a:latin typeface="Arial MT"/>
                <a:cs typeface="Arial MT"/>
              </a:rPr>
              <a:t> </a:t>
            </a:r>
            <a:r>
              <a:rPr sz="1800" dirty="0">
                <a:latin typeface="Arial MT"/>
                <a:cs typeface="Arial MT"/>
              </a:rPr>
              <a:t>(Length-1).</a:t>
            </a:r>
            <a:endParaRPr sz="1800">
              <a:latin typeface="Arial MT"/>
              <a:cs typeface="Arial MT"/>
            </a:endParaRPr>
          </a:p>
          <a:p>
            <a:pPr marL="235585" indent="-223520">
              <a:lnSpc>
                <a:spcPct val="100000"/>
              </a:lnSpc>
              <a:spcBef>
                <a:spcPts val="190"/>
              </a:spcBef>
              <a:buChar char="•"/>
              <a:tabLst>
                <a:tab pos="234950" algn="l"/>
                <a:tab pos="236220" algn="l"/>
              </a:tabLst>
            </a:pPr>
            <a:r>
              <a:rPr sz="1800" b="1" spc="-5" dirty="0">
                <a:latin typeface="Arial"/>
                <a:cs typeface="Arial"/>
              </a:rPr>
              <a:t>List</a:t>
            </a:r>
            <a:r>
              <a:rPr sz="1800" b="1" spc="-25" dirty="0">
                <a:latin typeface="Arial"/>
                <a:cs typeface="Arial"/>
              </a:rPr>
              <a:t> </a:t>
            </a:r>
            <a:r>
              <a:rPr sz="1800" b="1" dirty="0">
                <a:latin typeface="Arial"/>
                <a:cs typeface="Arial"/>
              </a:rPr>
              <a:t>=</a:t>
            </a:r>
            <a:r>
              <a:rPr sz="1800" b="1" spc="-20" dirty="0">
                <a:latin typeface="Arial"/>
                <a:cs typeface="Arial"/>
              </a:rPr>
              <a:t> </a:t>
            </a:r>
            <a:r>
              <a:rPr sz="1800" b="1" spc="-5" dirty="0">
                <a:latin typeface="Arial"/>
                <a:cs typeface="Arial"/>
              </a:rPr>
              <a:t>name[index_start</a:t>
            </a:r>
            <a:r>
              <a:rPr sz="1800" b="1" spc="-25" dirty="0">
                <a:latin typeface="Arial"/>
                <a:cs typeface="Arial"/>
              </a:rPr>
              <a:t> </a:t>
            </a:r>
            <a:r>
              <a:rPr sz="1800" b="1" dirty="0">
                <a:latin typeface="Arial"/>
                <a:cs typeface="Arial"/>
              </a:rPr>
              <a:t>:</a:t>
            </a:r>
            <a:r>
              <a:rPr sz="1800" b="1" spc="-20" dirty="0">
                <a:latin typeface="Arial"/>
                <a:cs typeface="Arial"/>
              </a:rPr>
              <a:t> </a:t>
            </a:r>
            <a:r>
              <a:rPr sz="1800" b="1" spc="-5" dirty="0">
                <a:latin typeface="Arial"/>
                <a:cs typeface="Arial"/>
              </a:rPr>
              <a:t>index_end]</a:t>
            </a:r>
            <a:endParaRPr sz="1800">
              <a:latin typeface="Arial"/>
              <a:cs typeface="Arial"/>
            </a:endParaRPr>
          </a:p>
          <a:p>
            <a:pPr marL="235585" marR="5080" indent="-223520">
              <a:lnSpc>
                <a:spcPts val="1939"/>
              </a:lnSpc>
              <a:spcBef>
                <a:spcPts val="440"/>
              </a:spcBef>
              <a:buChar char="•"/>
              <a:tabLst>
                <a:tab pos="234950" algn="l"/>
                <a:tab pos="236220" algn="l"/>
              </a:tabLst>
            </a:pPr>
            <a:r>
              <a:rPr sz="1800" spc="-5" dirty="0">
                <a:latin typeface="Arial MT"/>
                <a:cs typeface="Arial MT"/>
              </a:rPr>
              <a:t>First index is included in the list and last index is not included in the </a:t>
            </a:r>
            <a:r>
              <a:rPr sz="1800" spc="-490" dirty="0">
                <a:latin typeface="Arial MT"/>
                <a:cs typeface="Arial MT"/>
              </a:rPr>
              <a:t> </a:t>
            </a:r>
            <a:r>
              <a:rPr sz="1800" spc="-5" dirty="0">
                <a:latin typeface="Arial MT"/>
                <a:cs typeface="Arial MT"/>
              </a:rPr>
              <a:t>list.</a:t>
            </a:r>
            <a:endParaRPr sz="1800">
              <a:latin typeface="Arial MT"/>
              <a:cs typeface="Arial MT"/>
            </a:endParaRPr>
          </a:p>
          <a:p>
            <a:pPr marL="235585" indent="-223520">
              <a:lnSpc>
                <a:spcPct val="100000"/>
              </a:lnSpc>
              <a:spcBef>
                <a:spcPts val="170"/>
              </a:spcBef>
              <a:buChar char="•"/>
              <a:tabLst>
                <a:tab pos="234950" algn="l"/>
                <a:tab pos="236220" algn="l"/>
              </a:tabLst>
            </a:pPr>
            <a:r>
              <a:rPr sz="1800" spc="-5" dirty="0">
                <a:latin typeface="Arial MT"/>
                <a:cs typeface="Arial MT"/>
              </a:rPr>
              <a:t>List[0:3]</a:t>
            </a:r>
            <a:r>
              <a:rPr sz="1800" spc="-15" dirty="0">
                <a:latin typeface="Arial MT"/>
                <a:cs typeface="Arial MT"/>
              </a:rPr>
              <a:t> </a:t>
            </a:r>
            <a:r>
              <a:rPr sz="1800" dirty="0">
                <a:latin typeface="Arial MT"/>
                <a:cs typeface="Arial MT"/>
              </a:rPr>
              <a:t>returns</a:t>
            </a:r>
            <a:r>
              <a:rPr sz="1800" spc="-10" dirty="0">
                <a:latin typeface="Arial MT"/>
                <a:cs typeface="Arial MT"/>
              </a:rPr>
              <a:t> </a:t>
            </a:r>
            <a:r>
              <a:rPr sz="1800" spc="-5" dirty="0">
                <a:latin typeface="Arial MT"/>
                <a:cs typeface="Arial MT"/>
              </a:rPr>
              <a:t>[1,2,3]</a:t>
            </a:r>
            <a:r>
              <a:rPr sz="1800" spc="-15" dirty="0">
                <a:latin typeface="Arial MT"/>
                <a:cs typeface="Arial MT"/>
              </a:rPr>
              <a:t> </a:t>
            </a:r>
            <a:r>
              <a:rPr sz="1800" dirty="0">
                <a:latin typeface="Arial MT"/>
                <a:cs typeface="Arial MT"/>
              </a:rPr>
              <a:t>-&gt;</a:t>
            </a:r>
            <a:r>
              <a:rPr sz="1800" spc="-10" dirty="0">
                <a:latin typeface="Arial MT"/>
                <a:cs typeface="Arial MT"/>
              </a:rPr>
              <a:t> </a:t>
            </a:r>
            <a:r>
              <a:rPr sz="1800" dirty="0">
                <a:latin typeface="Arial MT"/>
                <a:cs typeface="Arial MT"/>
              </a:rPr>
              <a:t>characters</a:t>
            </a:r>
            <a:r>
              <a:rPr sz="1800" spc="-10" dirty="0">
                <a:latin typeface="Arial MT"/>
                <a:cs typeface="Arial MT"/>
              </a:rPr>
              <a:t> </a:t>
            </a:r>
            <a:r>
              <a:rPr sz="1800" spc="-5" dirty="0">
                <a:latin typeface="Arial MT"/>
                <a:cs typeface="Arial MT"/>
              </a:rPr>
              <a:t>from</a:t>
            </a:r>
            <a:r>
              <a:rPr sz="1800" spc="-15" dirty="0">
                <a:latin typeface="Arial MT"/>
                <a:cs typeface="Arial MT"/>
              </a:rPr>
              <a:t> </a:t>
            </a:r>
            <a:r>
              <a:rPr sz="1800" dirty="0">
                <a:latin typeface="Arial MT"/>
                <a:cs typeface="Arial MT"/>
              </a:rPr>
              <a:t>0</a:t>
            </a:r>
            <a:r>
              <a:rPr sz="1800" spc="-10" dirty="0">
                <a:latin typeface="Arial MT"/>
                <a:cs typeface="Arial MT"/>
              </a:rPr>
              <a:t> </a:t>
            </a:r>
            <a:r>
              <a:rPr sz="1800" spc="-5" dirty="0">
                <a:latin typeface="Arial MT"/>
                <a:cs typeface="Arial MT"/>
              </a:rPr>
              <a:t>to</a:t>
            </a:r>
            <a:r>
              <a:rPr sz="1800" spc="-10" dirty="0">
                <a:latin typeface="Arial MT"/>
                <a:cs typeface="Arial MT"/>
              </a:rPr>
              <a:t> </a:t>
            </a:r>
            <a:r>
              <a:rPr sz="1800" dirty="0">
                <a:latin typeface="Arial MT"/>
                <a:cs typeface="Arial MT"/>
              </a:rPr>
              <a:t>3</a:t>
            </a:r>
            <a:r>
              <a:rPr sz="1800" spc="-15" dirty="0">
                <a:latin typeface="Arial MT"/>
                <a:cs typeface="Arial MT"/>
              </a:rPr>
              <a:t> </a:t>
            </a:r>
            <a:r>
              <a:rPr sz="1800" spc="-5" dirty="0">
                <a:latin typeface="Arial MT"/>
                <a:cs typeface="Arial MT"/>
              </a:rPr>
              <a:t>is</a:t>
            </a:r>
            <a:r>
              <a:rPr sz="1800" spc="-10" dirty="0">
                <a:latin typeface="Arial MT"/>
                <a:cs typeface="Arial MT"/>
              </a:rPr>
              <a:t> </a:t>
            </a:r>
            <a:r>
              <a:rPr sz="1800" spc="-5" dirty="0">
                <a:latin typeface="Arial MT"/>
                <a:cs typeface="Arial MT"/>
              </a:rPr>
              <a:t>printed..</a:t>
            </a:r>
            <a:endParaRPr sz="1800">
              <a:latin typeface="Arial MT"/>
              <a:cs typeface="Arial MT"/>
            </a:endParaRPr>
          </a:p>
          <a:p>
            <a:pPr marL="235585" indent="-223520">
              <a:lnSpc>
                <a:spcPct val="100000"/>
              </a:lnSpc>
              <a:spcBef>
                <a:spcPts val="190"/>
              </a:spcBef>
              <a:buChar char="•"/>
              <a:tabLst>
                <a:tab pos="234950" algn="l"/>
                <a:tab pos="236220" algn="l"/>
              </a:tabLst>
            </a:pPr>
            <a:r>
              <a:rPr sz="1800" spc="-5" dirty="0">
                <a:latin typeface="Arial MT"/>
                <a:cs typeface="Arial MT"/>
              </a:rPr>
              <a:t>List[1:3]</a:t>
            </a:r>
            <a:r>
              <a:rPr sz="1800" spc="-15" dirty="0">
                <a:latin typeface="Arial MT"/>
                <a:cs typeface="Arial MT"/>
              </a:rPr>
              <a:t> </a:t>
            </a:r>
            <a:r>
              <a:rPr sz="1800" dirty="0">
                <a:latin typeface="Arial MT"/>
                <a:cs typeface="Arial MT"/>
              </a:rPr>
              <a:t>returns</a:t>
            </a:r>
            <a:r>
              <a:rPr sz="1800" spc="-10" dirty="0">
                <a:latin typeface="Arial MT"/>
                <a:cs typeface="Arial MT"/>
              </a:rPr>
              <a:t> </a:t>
            </a:r>
            <a:r>
              <a:rPr sz="1800" spc="-5" dirty="0">
                <a:latin typeface="Arial MT"/>
                <a:cs typeface="Arial MT"/>
              </a:rPr>
              <a:t>[2,3]</a:t>
            </a:r>
            <a:r>
              <a:rPr sz="1800" spc="-15" dirty="0">
                <a:latin typeface="Arial MT"/>
                <a:cs typeface="Arial MT"/>
              </a:rPr>
              <a:t> </a:t>
            </a:r>
            <a:r>
              <a:rPr sz="1800" dirty="0">
                <a:latin typeface="Arial MT"/>
                <a:cs typeface="Arial MT"/>
              </a:rPr>
              <a:t>-&gt;</a:t>
            </a:r>
            <a:r>
              <a:rPr sz="1800" spc="-10" dirty="0">
                <a:latin typeface="Arial MT"/>
                <a:cs typeface="Arial MT"/>
              </a:rPr>
              <a:t> </a:t>
            </a:r>
            <a:r>
              <a:rPr sz="1800" dirty="0">
                <a:latin typeface="Arial MT"/>
                <a:cs typeface="Arial MT"/>
              </a:rPr>
              <a:t>characters</a:t>
            </a:r>
            <a:r>
              <a:rPr sz="1800" spc="-10" dirty="0">
                <a:latin typeface="Arial MT"/>
                <a:cs typeface="Arial MT"/>
              </a:rPr>
              <a:t> </a:t>
            </a:r>
            <a:r>
              <a:rPr sz="1800" spc="-5" dirty="0">
                <a:latin typeface="Arial MT"/>
                <a:cs typeface="Arial MT"/>
              </a:rPr>
              <a:t>from</a:t>
            </a:r>
            <a:r>
              <a:rPr sz="1800" spc="-15" dirty="0">
                <a:latin typeface="Arial MT"/>
                <a:cs typeface="Arial MT"/>
              </a:rPr>
              <a:t> </a:t>
            </a:r>
            <a:r>
              <a:rPr sz="1800" dirty="0">
                <a:latin typeface="Arial MT"/>
                <a:cs typeface="Arial MT"/>
              </a:rPr>
              <a:t>1</a:t>
            </a:r>
            <a:r>
              <a:rPr sz="1800" spc="-10" dirty="0">
                <a:latin typeface="Arial MT"/>
                <a:cs typeface="Arial MT"/>
              </a:rPr>
              <a:t> </a:t>
            </a:r>
            <a:r>
              <a:rPr sz="1800" spc="-5" dirty="0">
                <a:latin typeface="Arial MT"/>
                <a:cs typeface="Arial MT"/>
              </a:rPr>
              <a:t>to</a:t>
            </a:r>
            <a:r>
              <a:rPr sz="1800" spc="-10" dirty="0">
                <a:latin typeface="Arial MT"/>
                <a:cs typeface="Arial MT"/>
              </a:rPr>
              <a:t> </a:t>
            </a:r>
            <a:r>
              <a:rPr sz="1800" dirty="0">
                <a:latin typeface="Arial MT"/>
                <a:cs typeface="Arial MT"/>
              </a:rPr>
              <a:t>3</a:t>
            </a:r>
            <a:r>
              <a:rPr sz="1800" spc="-15" dirty="0">
                <a:latin typeface="Arial MT"/>
                <a:cs typeface="Arial MT"/>
              </a:rPr>
              <a:t> </a:t>
            </a:r>
            <a:r>
              <a:rPr sz="1800" spc="-5" dirty="0">
                <a:latin typeface="Arial MT"/>
                <a:cs typeface="Arial MT"/>
              </a:rPr>
              <a:t>is</a:t>
            </a:r>
            <a:r>
              <a:rPr sz="1800" spc="-10" dirty="0">
                <a:latin typeface="Arial MT"/>
                <a:cs typeface="Arial MT"/>
              </a:rPr>
              <a:t> </a:t>
            </a:r>
            <a:r>
              <a:rPr sz="1800" spc="-5" dirty="0">
                <a:latin typeface="Arial MT"/>
                <a:cs typeface="Arial MT"/>
              </a:rPr>
              <a:t>printed.</a:t>
            </a:r>
            <a:endParaRPr sz="1800">
              <a:latin typeface="Arial MT"/>
              <a:cs typeface="Arial MT"/>
            </a:endParaRPr>
          </a:p>
          <a:p>
            <a:pPr marL="235585" indent="-223520">
              <a:lnSpc>
                <a:spcPct val="100000"/>
              </a:lnSpc>
              <a:spcBef>
                <a:spcPts val="195"/>
              </a:spcBef>
              <a:buChar char="•"/>
              <a:tabLst>
                <a:tab pos="234950" algn="l"/>
                <a:tab pos="236220" algn="l"/>
              </a:tabLst>
            </a:pPr>
            <a:r>
              <a:rPr sz="1800" spc="-5" dirty="0">
                <a:latin typeface="Arial MT"/>
                <a:cs typeface="Arial MT"/>
              </a:rPr>
              <a:t>Negative</a:t>
            </a:r>
            <a:r>
              <a:rPr sz="1800" spc="-15" dirty="0">
                <a:latin typeface="Arial MT"/>
                <a:cs typeface="Arial MT"/>
              </a:rPr>
              <a:t> </a:t>
            </a:r>
            <a:r>
              <a:rPr sz="1800" spc="-5" dirty="0">
                <a:latin typeface="Arial MT"/>
                <a:cs typeface="Arial MT"/>
              </a:rPr>
              <a:t>Slicing</a:t>
            </a:r>
            <a:r>
              <a:rPr sz="1800" spc="-15" dirty="0">
                <a:latin typeface="Arial MT"/>
                <a:cs typeface="Arial MT"/>
              </a:rPr>
              <a:t> </a:t>
            </a:r>
            <a:r>
              <a:rPr sz="1800" spc="-5" dirty="0">
                <a:latin typeface="Arial MT"/>
                <a:cs typeface="Arial MT"/>
              </a:rPr>
              <a:t>is</a:t>
            </a:r>
            <a:r>
              <a:rPr sz="1800" spc="-10" dirty="0">
                <a:latin typeface="Arial MT"/>
                <a:cs typeface="Arial MT"/>
              </a:rPr>
              <a:t> </a:t>
            </a:r>
            <a:r>
              <a:rPr sz="1800" spc="-5" dirty="0">
                <a:latin typeface="Arial MT"/>
                <a:cs typeface="Arial MT"/>
              </a:rPr>
              <a:t>done</a:t>
            </a:r>
            <a:r>
              <a:rPr sz="1800" spc="-15" dirty="0">
                <a:latin typeface="Arial MT"/>
                <a:cs typeface="Arial MT"/>
              </a:rPr>
              <a:t> </a:t>
            </a:r>
            <a:r>
              <a:rPr sz="1800" spc="-5" dirty="0">
                <a:latin typeface="Arial MT"/>
                <a:cs typeface="Arial MT"/>
              </a:rPr>
              <a:t>in</a:t>
            </a:r>
            <a:r>
              <a:rPr sz="1800" spc="-10" dirty="0">
                <a:latin typeface="Arial MT"/>
                <a:cs typeface="Arial MT"/>
              </a:rPr>
              <a:t> </a:t>
            </a:r>
            <a:r>
              <a:rPr sz="1800" dirty="0">
                <a:latin typeface="Arial MT"/>
                <a:cs typeface="Arial MT"/>
              </a:rPr>
              <a:t>reverse</a:t>
            </a:r>
            <a:r>
              <a:rPr sz="1800" spc="-10" dirty="0">
                <a:latin typeface="Arial MT"/>
                <a:cs typeface="Arial MT"/>
              </a:rPr>
              <a:t> </a:t>
            </a:r>
            <a:r>
              <a:rPr sz="1800" spc="-5" dirty="0">
                <a:latin typeface="Arial MT"/>
                <a:cs typeface="Arial MT"/>
              </a:rPr>
              <a:t>it</a:t>
            </a:r>
            <a:r>
              <a:rPr sz="1800" spc="-10" dirty="0">
                <a:latin typeface="Arial MT"/>
                <a:cs typeface="Arial MT"/>
              </a:rPr>
              <a:t> </a:t>
            </a:r>
            <a:r>
              <a:rPr sz="1800" dirty="0">
                <a:latin typeface="Arial MT"/>
                <a:cs typeface="Arial MT"/>
              </a:rPr>
              <a:t>starts</a:t>
            </a:r>
            <a:r>
              <a:rPr sz="1800" spc="-15" dirty="0">
                <a:latin typeface="Arial MT"/>
                <a:cs typeface="Arial MT"/>
              </a:rPr>
              <a:t> </a:t>
            </a:r>
            <a:r>
              <a:rPr sz="1800" spc="-5" dirty="0">
                <a:latin typeface="Arial MT"/>
                <a:cs typeface="Arial MT"/>
              </a:rPr>
              <a:t>with</a:t>
            </a:r>
            <a:r>
              <a:rPr sz="1800" spc="-10" dirty="0">
                <a:latin typeface="Arial MT"/>
                <a:cs typeface="Arial MT"/>
              </a:rPr>
              <a:t> </a:t>
            </a:r>
            <a:r>
              <a:rPr sz="1800" dirty="0">
                <a:latin typeface="Arial MT"/>
                <a:cs typeface="Arial MT"/>
              </a:rPr>
              <a:t>-1.</a:t>
            </a:r>
            <a:endParaRPr sz="1800">
              <a:latin typeface="Arial MT"/>
              <a:cs typeface="Arial MT"/>
            </a:endParaRPr>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700" rIns="0" bIns="0" rtlCol="0">
            <a:spAutoFit/>
          </a:bodyPr>
          <a:lstStyle/>
          <a:p>
            <a:pPr marL="15240">
              <a:lnSpc>
                <a:spcPct val="100000"/>
              </a:lnSpc>
              <a:spcBef>
                <a:spcPts val="100"/>
              </a:spcBef>
            </a:pPr>
            <a:r>
              <a:rPr spc="305" dirty="0"/>
              <a:t>Lists</a:t>
            </a:r>
            <a:r>
              <a:rPr spc="15" dirty="0"/>
              <a:t> </a:t>
            </a:r>
            <a:r>
              <a:rPr spc="390" dirty="0"/>
              <a:t>as</a:t>
            </a:r>
            <a:r>
              <a:rPr spc="15" dirty="0"/>
              <a:t> </a:t>
            </a:r>
            <a:r>
              <a:rPr spc="140" dirty="0"/>
              <a:t>argUMEnts</a:t>
            </a:r>
            <a:r>
              <a:rPr spc="15" dirty="0"/>
              <a:t> </a:t>
            </a:r>
            <a:r>
              <a:rPr spc="215" dirty="0"/>
              <a:t>tO</a:t>
            </a:r>
            <a:r>
              <a:rPr spc="15" dirty="0"/>
              <a:t> </a:t>
            </a:r>
            <a:r>
              <a:rPr spc="100" dirty="0"/>
              <a:t>FUnctiOns</a:t>
            </a:r>
          </a:p>
        </p:txBody>
      </p:sp>
      <p:sp>
        <p:nvSpPr>
          <p:cNvPr id="3" name="object 3"/>
          <p:cNvSpPr txBox="1"/>
          <p:nvPr/>
        </p:nvSpPr>
        <p:spPr>
          <a:xfrm>
            <a:off x="511175" y="1150497"/>
            <a:ext cx="8078470" cy="2600960"/>
          </a:xfrm>
          <a:prstGeom prst="rect">
            <a:avLst/>
          </a:prstGeom>
        </p:spPr>
        <p:txBody>
          <a:bodyPr vert="horz" wrap="square" lIns="0" tIns="69215" rIns="0" bIns="0" rtlCol="0">
            <a:spAutoFit/>
          </a:bodyPr>
          <a:lstStyle/>
          <a:p>
            <a:pPr marL="12700">
              <a:lnSpc>
                <a:spcPct val="100000"/>
              </a:lnSpc>
              <a:spcBef>
                <a:spcPts val="545"/>
              </a:spcBef>
            </a:pPr>
            <a:r>
              <a:rPr sz="1800" dirty="0">
                <a:latin typeface="Arial MT"/>
                <a:cs typeface="Arial MT"/>
              </a:rPr>
              <a:t>Just</a:t>
            </a:r>
            <a:r>
              <a:rPr sz="1800" spc="-10" dirty="0">
                <a:latin typeface="Arial MT"/>
                <a:cs typeface="Arial MT"/>
              </a:rPr>
              <a:t> </a:t>
            </a:r>
            <a:r>
              <a:rPr sz="1800" spc="-5" dirty="0">
                <a:latin typeface="Arial MT"/>
                <a:cs typeface="Arial MT"/>
              </a:rPr>
              <a:t>like</a:t>
            </a:r>
            <a:r>
              <a:rPr sz="1800" spc="-10" dirty="0">
                <a:latin typeface="Arial MT"/>
                <a:cs typeface="Arial MT"/>
              </a:rPr>
              <a:t> </a:t>
            </a:r>
            <a:r>
              <a:rPr sz="1800" spc="-5" dirty="0">
                <a:latin typeface="Arial MT"/>
                <a:cs typeface="Arial MT"/>
              </a:rPr>
              <a:t>other</a:t>
            </a:r>
            <a:r>
              <a:rPr sz="1800" spc="-10" dirty="0">
                <a:latin typeface="Arial MT"/>
                <a:cs typeface="Arial MT"/>
              </a:rPr>
              <a:t> </a:t>
            </a:r>
            <a:r>
              <a:rPr sz="1800" spc="-5" dirty="0">
                <a:latin typeface="Arial MT"/>
                <a:cs typeface="Arial MT"/>
              </a:rPr>
              <a:t>data</a:t>
            </a:r>
            <a:r>
              <a:rPr sz="1800" spc="-10" dirty="0">
                <a:latin typeface="Arial MT"/>
                <a:cs typeface="Arial MT"/>
              </a:rPr>
              <a:t> </a:t>
            </a:r>
            <a:r>
              <a:rPr sz="1800" spc="-5" dirty="0">
                <a:latin typeface="Arial MT"/>
                <a:cs typeface="Arial MT"/>
              </a:rPr>
              <a:t>types,</a:t>
            </a:r>
            <a:r>
              <a:rPr sz="1800" spc="-10" dirty="0">
                <a:latin typeface="Arial MT"/>
                <a:cs typeface="Arial MT"/>
              </a:rPr>
              <a:t> </a:t>
            </a:r>
            <a:r>
              <a:rPr sz="1800" spc="-5" dirty="0">
                <a:latin typeface="Arial MT"/>
                <a:cs typeface="Arial MT"/>
              </a:rPr>
              <a:t>lists </a:t>
            </a:r>
            <a:r>
              <a:rPr sz="1800" dirty="0">
                <a:latin typeface="Arial MT"/>
                <a:cs typeface="Arial MT"/>
              </a:rPr>
              <a:t>can</a:t>
            </a:r>
            <a:r>
              <a:rPr sz="1800" spc="-10" dirty="0">
                <a:latin typeface="Arial MT"/>
                <a:cs typeface="Arial MT"/>
              </a:rPr>
              <a:t> </a:t>
            </a:r>
            <a:r>
              <a:rPr sz="1800" spc="-5" dirty="0">
                <a:latin typeface="Arial MT"/>
                <a:cs typeface="Arial MT"/>
              </a:rPr>
              <a:t>be</a:t>
            </a:r>
            <a:r>
              <a:rPr sz="1800" spc="-10" dirty="0">
                <a:latin typeface="Arial MT"/>
                <a:cs typeface="Arial MT"/>
              </a:rPr>
              <a:t> </a:t>
            </a:r>
            <a:r>
              <a:rPr sz="1800" dirty="0">
                <a:latin typeface="Arial MT"/>
                <a:cs typeface="Arial MT"/>
              </a:rPr>
              <a:t>sent</a:t>
            </a:r>
            <a:r>
              <a:rPr sz="1800" spc="-10" dirty="0">
                <a:latin typeface="Arial MT"/>
                <a:cs typeface="Arial MT"/>
              </a:rPr>
              <a:t> </a:t>
            </a:r>
            <a:r>
              <a:rPr sz="1800" spc="-5" dirty="0">
                <a:latin typeface="Arial MT"/>
                <a:cs typeface="Arial MT"/>
              </a:rPr>
              <a:t>to</a:t>
            </a:r>
            <a:r>
              <a:rPr sz="1800" spc="-10" dirty="0">
                <a:latin typeface="Arial MT"/>
                <a:cs typeface="Arial MT"/>
              </a:rPr>
              <a:t> </a:t>
            </a:r>
            <a:r>
              <a:rPr sz="1800" spc="-5" dirty="0">
                <a:latin typeface="Arial MT"/>
                <a:cs typeface="Arial MT"/>
              </a:rPr>
              <a:t>functions</a:t>
            </a:r>
            <a:r>
              <a:rPr sz="1800" spc="-10" dirty="0">
                <a:latin typeface="Arial MT"/>
                <a:cs typeface="Arial MT"/>
              </a:rPr>
              <a:t> </a:t>
            </a:r>
            <a:r>
              <a:rPr sz="1800" spc="-5" dirty="0">
                <a:latin typeface="Arial MT"/>
                <a:cs typeface="Arial MT"/>
              </a:rPr>
              <a:t>as arguments.</a:t>
            </a:r>
            <a:endParaRPr sz="1800">
              <a:latin typeface="Arial MT"/>
              <a:cs typeface="Arial MT"/>
            </a:endParaRPr>
          </a:p>
          <a:p>
            <a:pPr marL="12700" marR="5080">
              <a:lnSpc>
                <a:spcPct val="100000"/>
              </a:lnSpc>
              <a:spcBef>
                <a:spcPts val="440"/>
              </a:spcBef>
            </a:pPr>
            <a:r>
              <a:rPr sz="1800" spc="-5" dirty="0">
                <a:latin typeface="Arial MT"/>
                <a:cs typeface="Arial MT"/>
              </a:rPr>
              <a:t>The function </a:t>
            </a:r>
            <a:r>
              <a:rPr sz="1800" dirty="0">
                <a:latin typeface="Arial MT"/>
                <a:cs typeface="Arial MT"/>
              </a:rPr>
              <a:t>must </a:t>
            </a:r>
            <a:r>
              <a:rPr sz="1800" spc="-5" dirty="0">
                <a:latin typeface="Arial MT"/>
                <a:cs typeface="Arial MT"/>
              </a:rPr>
              <a:t>be aware of the fact that </a:t>
            </a:r>
            <a:r>
              <a:rPr sz="1800" dirty="0">
                <a:latin typeface="Arial MT"/>
                <a:cs typeface="Arial MT"/>
              </a:rPr>
              <a:t>a </a:t>
            </a:r>
            <a:r>
              <a:rPr sz="1800" spc="-5" dirty="0">
                <a:latin typeface="Arial MT"/>
                <a:cs typeface="Arial MT"/>
              </a:rPr>
              <a:t>parameter is </a:t>
            </a:r>
            <a:r>
              <a:rPr sz="1800" dirty="0">
                <a:latin typeface="Arial MT"/>
                <a:cs typeface="Arial MT"/>
              </a:rPr>
              <a:t>a </a:t>
            </a:r>
            <a:r>
              <a:rPr sz="1800" spc="-5" dirty="0">
                <a:latin typeface="Arial MT"/>
                <a:cs typeface="Arial MT"/>
              </a:rPr>
              <a:t>list, </a:t>
            </a:r>
            <a:r>
              <a:rPr sz="1800" dirty="0">
                <a:latin typeface="Arial MT"/>
                <a:cs typeface="Arial MT"/>
              </a:rPr>
              <a:t>so </a:t>
            </a:r>
            <a:r>
              <a:rPr sz="1800" spc="-5" dirty="0">
                <a:latin typeface="Arial MT"/>
                <a:cs typeface="Arial MT"/>
              </a:rPr>
              <a:t>it </a:t>
            </a:r>
            <a:r>
              <a:rPr sz="1800" dirty="0">
                <a:latin typeface="Arial MT"/>
                <a:cs typeface="Arial MT"/>
              </a:rPr>
              <a:t>can </a:t>
            </a:r>
            <a:r>
              <a:rPr sz="1800" spc="-5" dirty="0">
                <a:latin typeface="Arial MT"/>
                <a:cs typeface="Arial MT"/>
              </a:rPr>
              <a:t>treat it </a:t>
            </a:r>
            <a:r>
              <a:rPr sz="1800" spc="-490" dirty="0">
                <a:latin typeface="Arial MT"/>
                <a:cs typeface="Arial MT"/>
              </a:rPr>
              <a:t> </a:t>
            </a:r>
            <a:r>
              <a:rPr sz="1800" spc="-5" dirty="0">
                <a:latin typeface="Arial MT"/>
                <a:cs typeface="Arial MT"/>
              </a:rPr>
              <a:t>as</a:t>
            </a:r>
            <a:r>
              <a:rPr sz="1800" spc="-10" dirty="0">
                <a:latin typeface="Arial MT"/>
                <a:cs typeface="Arial MT"/>
              </a:rPr>
              <a:t> </a:t>
            </a:r>
            <a:r>
              <a:rPr sz="1800" dirty="0">
                <a:latin typeface="Arial MT"/>
                <a:cs typeface="Arial MT"/>
              </a:rPr>
              <a:t>a</a:t>
            </a:r>
            <a:r>
              <a:rPr sz="1800" spc="-5" dirty="0">
                <a:latin typeface="Arial MT"/>
                <a:cs typeface="Arial MT"/>
              </a:rPr>
              <a:t> list </a:t>
            </a:r>
            <a:r>
              <a:rPr sz="1800" dirty="0">
                <a:latin typeface="Arial MT"/>
                <a:cs typeface="Arial MT"/>
              </a:rPr>
              <a:t>(use</a:t>
            </a:r>
            <a:r>
              <a:rPr sz="1800" spc="-5" dirty="0">
                <a:latin typeface="Arial MT"/>
                <a:cs typeface="Arial MT"/>
              </a:rPr>
              <a:t> </a:t>
            </a:r>
            <a:r>
              <a:rPr sz="1800" dirty="0">
                <a:latin typeface="Arial MT"/>
                <a:cs typeface="Arial MT"/>
              </a:rPr>
              <a:t>subscripts).</a:t>
            </a:r>
            <a:endParaRPr sz="1800">
              <a:latin typeface="Arial MT"/>
              <a:cs typeface="Arial MT"/>
            </a:endParaRPr>
          </a:p>
          <a:p>
            <a:pPr marL="12700">
              <a:lnSpc>
                <a:spcPct val="100000"/>
              </a:lnSpc>
              <a:spcBef>
                <a:spcPts val="445"/>
              </a:spcBef>
            </a:pPr>
            <a:r>
              <a:rPr sz="1800" spc="-5" dirty="0">
                <a:latin typeface="Arial MT"/>
                <a:cs typeface="Arial MT"/>
              </a:rPr>
              <a:t>Lists</a:t>
            </a:r>
            <a:r>
              <a:rPr sz="1800" spc="-10" dirty="0">
                <a:latin typeface="Arial MT"/>
                <a:cs typeface="Arial MT"/>
              </a:rPr>
              <a:t> </a:t>
            </a:r>
            <a:r>
              <a:rPr sz="1800" spc="-5" dirty="0">
                <a:latin typeface="Arial MT"/>
                <a:cs typeface="Arial MT"/>
              </a:rPr>
              <a:t>are</a:t>
            </a:r>
            <a:r>
              <a:rPr sz="1800" spc="-10" dirty="0">
                <a:latin typeface="Arial MT"/>
                <a:cs typeface="Arial MT"/>
              </a:rPr>
              <a:t> </a:t>
            </a:r>
            <a:r>
              <a:rPr sz="1800" spc="-5" dirty="0">
                <a:latin typeface="Arial MT"/>
                <a:cs typeface="Arial MT"/>
              </a:rPr>
              <a:t>passed to</a:t>
            </a:r>
            <a:r>
              <a:rPr sz="1800" spc="-10" dirty="0">
                <a:latin typeface="Arial MT"/>
                <a:cs typeface="Arial MT"/>
              </a:rPr>
              <a:t> </a:t>
            </a:r>
            <a:r>
              <a:rPr sz="1800" spc="-5" dirty="0">
                <a:latin typeface="Arial MT"/>
                <a:cs typeface="Arial MT"/>
              </a:rPr>
              <a:t>functions in</a:t>
            </a:r>
            <a:r>
              <a:rPr sz="1800" spc="-10" dirty="0">
                <a:latin typeface="Arial MT"/>
                <a:cs typeface="Arial MT"/>
              </a:rPr>
              <a:t> </a:t>
            </a:r>
            <a:r>
              <a:rPr sz="1800" dirty="0">
                <a:latin typeface="Arial MT"/>
                <a:cs typeface="Arial MT"/>
              </a:rPr>
              <a:t>a</a:t>
            </a:r>
            <a:r>
              <a:rPr sz="1800" spc="-10" dirty="0">
                <a:latin typeface="Arial MT"/>
                <a:cs typeface="Arial MT"/>
              </a:rPr>
              <a:t> different</a:t>
            </a:r>
            <a:r>
              <a:rPr sz="1800" spc="-5" dirty="0">
                <a:latin typeface="Arial MT"/>
                <a:cs typeface="Arial MT"/>
              </a:rPr>
              <a:t> way</a:t>
            </a:r>
            <a:r>
              <a:rPr sz="1800" spc="-10" dirty="0">
                <a:latin typeface="Arial MT"/>
                <a:cs typeface="Arial MT"/>
              </a:rPr>
              <a:t> </a:t>
            </a:r>
            <a:r>
              <a:rPr sz="1800" spc="-5" dirty="0">
                <a:latin typeface="Arial MT"/>
                <a:cs typeface="Arial MT"/>
              </a:rPr>
              <a:t>than other</a:t>
            </a:r>
            <a:r>
              <a:rPr sz="1800" spc="-10" dirty="0">
                <a:latin typeface="Arial MT"/>
                <a:cs typeface="Arial MT"/>
              </a:rPr>
              <a:t> </a:t>
            </a:r>
            <a:r>
              <a:rPr sz="1800" spc="-5" dirty="0">
                <a:latin typeface="Arial MT"/>
                <a:cs typeface="Arial MT"/>
              </a:rPr>
              <a:t>arguments.</a:t>
            </a:r>
            <a:endParaRPr sz="1800">
              <a:latin typeface="Arial MT"/>
              <a:cs typeface="Arial MT"/>
            </a:endParaRPr>
          </a:p>
          <a:p>
            <a:pPr marL="12700">
              <a:lnSpc>
                <a:spcPct val="100000"/>
              </a:lnSpc>
              <a:spcBef>
                <a:spcPts val="335"/>
              </a:spcBef>
            </a:pPr>
            <a:r>
              <a:rPr sz="1800" b="1" spc="-5" dirty="0">
                <a:latin typeface="Arial"/>
                <a:cs typeface="Arial"/>
              </a:rPr>
              <a:t>Passed</a:t>
            </a:r>
            <a:r>
              <a:rPr sz="1800" b="1" spc="-40" dirty="0">
                <a:latin typeface="Arial"/>
                <a:cs typeface="Arial"/>
              </a:rPr>
              <a:t> </a:t>
            </a:r>
            <a:r>
              <a:rPr sz="1800" b="1" spc="-5" dirty="0">
                <a:latin typeface="Arial"/>
                <a:cs typeface="Arial"/>
              </a:rPr>
              <a:t>by</a:t>
            </a:r>
            <a:r>
              <a:rPr sz="1800" b="1" spc="-35" dirty="0">
                <a:latin typeface="Arial"/>
                <a:cs typeface="Arial"/>
              </a:rPr>
              <a:t> </a:t>
            </a:r>
            <a:r>
              <a:rPr sz="1800" b="1" spc="-5" dirty="0">
                <a:latin typeface="Arial"/>
                <a:cs typeface="Arial"/>
              </a:rPr>
              <a:t>value:</a:t>
            </a:r>
            <a:endParaRPr sz="1800">
              <a:latin typeface="Arial"/>
              <a:cs typeface="Arial"/>
            </a:endParaRPr>
          </a:p>
          <a:p>
            <a:pPr marL="12700">
              <a:lnSpc>
                <a:spcPct val="100000"/>
              </a:lnSpc>
              <a:spcBef>
                <a:spcPts val="445"/>
              </a:spcBef>
            </a:pPr>
            <a:r>
              <a:rPr sz="1800" spc="-5" dirty="0">
                <a:latin typeface="Calibri"/>
                <a:cs typeface="Calibri"/>
              </a:rPr>
              <a:t>The function </a:t>
            </a:r>
            <a:r>
              <a:rPr sz="1800" spc="-10" dirty="0">
                <a:latin typeface="Calibri"/>
                <a:cs typeface="Calibri"/>
              </a:rPr>
              <a:t>can</a:t>
            </a:r>
            <a:r>
              <a:rPr sz="1800" spc="-5" dirty="0">
                <a:latin typeface="Calibri"/>
                <a:cs typeface="Calibri"/>
              </a:rPr>
              <a:t> do </a:t>
            </a:r>
            <a:r>
              <a:rPr sz="1800" spc="-10" dirty="0">
                <a:latin typeface="Calibri"/>
                <a:cs typeface="Calibri"/>
              </a:rPr>
              <a:t>anything</a:t>
            </a:r>
            <a:r>
              <a:rPr sz="1800" spc="-5" dirty="0">
                <a:latin typeface="Calibri"/>
                <a:cs typeface="Calibri"/>
              </a:rPr>
              <a:t> </a:t>
            </a:r>
            <a:r>
              <a:rPr sz="1800" spc="-10" dirty="0">
                <a:latin typeface="Calibri"/>
                <a:cs typeface="Calibri"/>
              </a:rPr>
              <a:t>you</a:t>
            </a:r>
            <a:r>
              <a:rPr sz="1800" spc="-5" dirty="0">
                <a:latin typeface="Calibri"/>
                <a:cs typeface="Calibri"/>
              </a:rPr>
              <a:t> </a:t>
            </a:r>
            <a:r>
              <a:rPr sz="1800" spc="-15" dirty="0">
                <a:latin typeface="Calibri"/>
                <a:cs typeface="Calibri"/>
              </a:rPr>
              <a:t>want</a:t>
            </a:r>
            <a:r>
              <a:rPr sz="1800" spc="-5" dirty="0">
                <a:latin typeface="Calibri"/>
                <a:cs typeface="Calibri"/>
              </a:rPr>
              <a:t> with the </a:t>
            </a:r>
            <a:r>
              <a:rPr sz="1800" spc="-10" dirty="0">
                <a:latin typeface="Calibri"/>
                <a:cs typeface="Calibri"/>
              </a:rPr>
              <a:t>copies.</a:t>
            </a:r>
            <a:endParaRPr sz="1800">
              <a:latin typeface="Calibri"/>
              <a:cs typeface="Calibri"/>
            </a:endParaRPr>
          </a:p>
          <a:p>
            <a:pPr marL="12700" marR="2263140">
              <a:lnSpc>
                <a:spcPct val="120600"/>
              </a:lnSpc>
            </a:pPr>
            <a:r>
              <a:rPr sz="1800" spc="-5" dirty="0">
                <a:latin typeface="Calibri"/>
                <a:cs typeface="Calibri"/>
              </a:rPr>
              <a:t>The </a:t>
            </a:r>
            <a:r>
              <a:rPr sz="1800" spc="-10" dirty="0">
                <a:latin typeface="Calibri"/>
                <a:cs typeface="Calibri"/>
              </a:rPr>
              <a:t>copies are deleted </a:t>
            </a:r>
            <a:r>
              <a:rPr sz="1800" spc="-5" dirty="0">
                <a:latin typeface="Calibri"/>
                <a:cs typeface="Calibri"/>
              </a:rPr>
              <a:t>when the function finishes </a:t>
            </a:r>
            <a:r>
              <a:rPr sz="1800" dirty="0">
                <a:latin typeface="Calibri"/>
                <a:cs typeface="Calibri"/>
              </a:rPr>
              <a:t>and </a:t>
            </a:r>
            <a:r>
              <a:rPr sz="1800" spc="-10" dirty="0">
                <a:latin typeface="Calibri"/>
                <a:cs typeface="Calibri"/>
              </a:rPr>
              <a:t>returns. </a:t>
            </a:r>
            <a:r>
              <a:rPr sz="1800" spc="-395" dirty="0">
                <a:latin typeface="Calibri"/>
                <a:cs typeface="Calibri"/>
              </a:rPr>
              <a:t> </a:t>
            </a:r>
            <a:r>
              <a:rPr sz="1800" spc="-5" dirty="0">
                <a:latin typeface="Calibri"/>
                <a:cs typeface="Calibri"/>
              </a:rPr>
              <a:t>This</a:t>
            </a:r>
            <a:r>
              <a:rPr sz="1800" spc="-10" dirty="0">
                <a:latin typeface="Calibri"/>
                <a:cs typeface="Calibri"/>
              </a:rPr>
              <a:t> </a:t>
            </a:r>
            <a:r>
              <a:rPr sz="1800" spc="-5" dirty="0">
                <a:latin typeface="Calibri"/>
                <a:cs typeface="Calibri"/>
              </a:rPr>
              <a:t>is called 'passing </a:t>
            </a:r>
            <a:r>
              <a:rPr sz="1800" spc="-10" dirty="0">
                <a:latin typeface="Calibri"/>
                <a:cs typeface="Calibri"/>
              </a:rPr>
              <a:t>arguments</a:t>
            </a:r>
            <a:r>
              <a:rPr sz="1800" spc="-5" dirty="0">
                <a:latin typeface="Calibri"/>
                <a:cs typeface="Calibri"/>
              </a:rPr>
              <a:t> by </a:t>
            </a:r>
            <a:r>
              <a:rPr sz="1800" spc="-35" dirty="0">
                <a:latin typeface="Calibri"/>
                <a:cs typeface="Calibri"/>
              </a:rPr>
              <a:t>value‘.</a:t>
            </a:r>
            <a:endParaRPr sz="1800">
              <a:latin typeface="Calibri"/>
              <a:cs typeface="Calibri"/>
            </a:endParaRPr>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56865" y="1239461"/>
            <a:ext cx="8041005" cy="3094990"/>
          </a:xfrm>
          <a:prstGeom prst="rect">
            <a:avLst/>
          </a:prstGeom>
        </p:spPr>
        <p:txBody>
          <a:bodyPr vert="horz" wrap="square" lIns="0" tIns="53340" rIns="0" bIns="0" rtlCol="0">
            <a:spAutoFit/>
          </a:bodyPr>
          <a:lstStyle/>
          <a:p>
            <a:pPr marL="224154" indent="-212090">
              <a:lnSpc>
                <a:spcPct val="100000"/>
              </a:lnSpc>
              <a:spcBef>
                <a:spcPts val="420"/>
              </a:spcBef>
              <a:buSzPct val="133333"/>
              <a:buChar char="•"/>
              <a:tabLst>
                <a:tab pos="224790" algn="l"/>
              </a:tabLst>
            </a:pPr>
            <a:r>
              <a:rPr sz="1800" b="1" spc="-5" dirty="0">
                <a:latin typeface="Arial"/>
                <a:cs typeface="Arial"/>
              </a:rPr>
              <a:t>Passing</a:t>
            </a:r>
            <a:r>
              <a:rPr sz="1800" b="1" spc="-40" dirty="0">
                <a:latin typeface="Arial"/>
                <a:cs typeface="Arial"/>
              </a:rPr>
              <a:t> </a:t>
            </a:r>
            <a:r>
              <a:rPr sz="1800" b="1" spc="-5" dirty="0">
                <a:latin typeface="Arial"/>
                <a:cs typeface="Arial"/>
              </a:rPr>
              <a:t>by</a:t>
            </a:r>
            <a:r>
              <a:rPr sz="1800" b="1" spc="-35" dirty="0">
                <a:latin typeface="Arial"/>
                <a:cs typeface="Arial"/>
              </a:rPr>
              <a:t> </a:t>
            </a:r>
            <a:r>
              <a:rPr sz="1800" b="1" spc="-5" dirty="0">
                <a:latin typeface="Arial"/>
                <a:cs typeface="Arial"/>
              </a:rPr>
              <a:t>reference:</a:t>
            </a:r>
            <a:endParaRPr sz="1800">
              <a:latin typeface="Arial"/>
              <a:cs typeface="Arial"/>
            </a:endParaRPr>
          </a:p>
          <a:p>
            <a:pPr marL="224154" indent="-196850">
              <a:lnSpc>
                <a:spcPct val="100000"/>
              </a:lnSpc>
              <a:spcBef>
                <a:spcPts val="1964"/>
              </a:spcBef>
              <a:buClr>
                <a:srgbClr val="000000"/>
              </a:buClr>
              <a:buSzPct val="177777"/>
              <a:buFont typeface="Arial"/>
              <a:buChar char="•"/>
              <a:tabLst>
                <a:tab pos="224790" algn="l"/>
              </a:tabLst>
            </a:pPr>
            <a:r>
              <a:rPr sz="1800" b="1" spc="-10" dirty="0">
                <a:solidFill>
                  <a:srgbClr val="595959"/>
                </a:solidFill>
                <a:latin typeface="Calibri"/>
                <a:cs typeface="Calibri"/>
              </a:rPr>
              <a:t>Lists</a:t>
            </a:r>
            <a:r>
              <a:rPr sz="1800" b="1" spc="-25" dirty="0">
                <a:solidFill>
                  <a:srgbClr val="595959"/>
                </a:solidFill>
                <a:latin typeface="Calibri"/>
                <a:cs typeface="Calibri"/>
              </a:rPr>
              <a:t> </a:t>
            </a:r>
            <a:r>
              <a:rPr sz="1800" b="1" spc="-10" dirty="0">
                <a:solidFill>
                  <a:srgbClr val="595959"/>
                </a:solidFill>
                <a:latin typeface="Calibri"/>
                <a:cs typeface="Calibri"/>
              </a:rPr>
              <a:t>are</a:t>
            </a:r>
            <a:r>
              <a:rPr sz="1800" b="1" spc="-20" dirty="0">
                <a:solidFill>
                  <a:srgbClr val="595959"/>
                </a:solidFill>
                <a:latin typeface="Calibri"/>
                <a:cs typeface="Calibri"/>
              </a:rPr>
              <a:t> </a:t>
            </a:r>
            <a:r>
              <a:rPr sz="1800" b="1" spc="-5" dirty="0">
                <a:solidFill>
                  <a:srgbClr val="595959"/>
                </a:solidFill>
                <a:latin typeface="Calibri"/>
                <a:cs typeface="Calibri"/>
              </a:rPr>
              <a:t>handled</a:t>
            </a:r>
            <a:r>
              <a:rPr sz="1800" b="1" spc="-25" dirty="0">
                <a:solidFill>
                  <a:srgbClr val="595959"/>
                </a:solidFill>
                <a:latin typeface="Calibri"/>
                <a:cs typeface="Calibri"/>
              </a:rPr>
              <a:t> </a:t>
            </a:r>
            <a:r>
              <a:rPr sz="1800" b="1" spc="-20" dirty="0">
                <a:solidFill>
                  <a:srgbClr val="595959"/>
                </a:solidFill>
                <a:latin typeface="Calibri"/>
                <a:cs typeface="Calibri"/>
              </a:rPr>
              <a:t>differently.</a:t>
            </a:r>
            <a:endParaRPr sz="1800">
              <a:latin typeface="Calibri"/>
              <a:cs typeface="Calibri"/>
            </a:endParaRPr>
          </a:p>
          <a:p>
            <a:pPr marL="224154" indent="-196850">
              <a:lnSpc>
                <a:spcPct val="100000"/>
              </a:lnSpc>
              <a:spcBef>
                <a:spcPts val="2160"/>
              </a:spcBef>
              <a:buClr>
                <a:srgbClr val="000000"/>
              </a:buClr>
              <a:buSzPct val="177777"/>
              <a:buFont typeface="Arial"/>
              <a:buChar char="•"/>
              <a:tabLst>
                <a:tab pos="224790" algn="l"/>
              </a:tabLst>
            </a:pPr>
            <a:r>
              <a:rPr sz="1800" b="1" spc="-5" dirty="0">
                <a:solidFill>
                  <a:srgbClr val="595959"/>
                </a:solidFill>
                <a:latin typeface="Calibri"/>
                <a:cs typeface="Calibri"/>
              </a:rPr>
              <a:t>Their </a:t>
            </a:r>
            <a:r>
              <a:rPr sz="1800" b="1" spc="-10" dirty="0">
                <a:solidFill>
                  <a:srgbClr val="595959"/>
                </a:solidFill>
                <a:latin typeface="Calibri"/>
                <a:cs typeface="Calibri"/>
              </a:rPr>
              <a:t>address</a:t>
            </a:r>
            <a:r>
              <a:rPr sz="1800" b="1" spc="-5" dirty="0">
                <a:solidFill>
                  <a:srgbClr val="595959"/>
                </a:solidFill>
                <a:latin typeface="Calibri"/>
                <a:cs typeface="Calibri"/>
              </a:rPr>
              <a:t> is </a:t>
            </a:r>
            <a:r>
              <a:rPr sz="1800" b="1" spc="-10" dirty="0">
                <a:solidFill>
                  <a:srgbClr val="595959"/>
                </a:solidFill>
                <a:latin typeface="Calibri"/>
                <a:cs typeface="Calibri"/>
              </a:rPr>
              <a:t>sent</a:t>
            </a:r>
            <a:r>
              <a:rPr sz="1800" b="1" spc="-5" dirty="0">
                <a:solidFill>
                  <a:srgbClr val="595959"/>
                </a:solidFill>
                <a:latin typeface="Calibri"/>
                <a:cs typeface="Calibri"/>
              </a:rPr>
              <a:t> </a:t>
            </a:r>
            <a:r>
              <a:rPr sz="1800" b="1" spc="-10" dirty="0">
                <a:solidFill>
                  <a:srgbClr val="595959"/>
                </a:solidFill>
                <a:latin typeface="Calibri"/>
                <a:cs typeface="Calibri"/>
              </a:rPr>
              <a:t>to</a:t>
            </a:r>
            <a:r>
              <a:rPr sz="1800" b="1" spc="-5" dirty="0">
                <a:solidFill>
                  <a:srgbClr val="595959"/>
                </a:solidFill>
                <a:latin typeface="Calibri"/>
                <a:cs typeface="Calibri"/>
              </a:rPr>
              <a:t> the function in the place of </a:t>
            </a:r>
            <a:r>
              <a:rPr sz="1800" b="1" dirty="0">
                <a:solidFill>
                  <a:srgbClr val="595959"/>
                </a:solidFill>
                <a:latin typeface="Calibri"/>
                <a:cs typeface="Calibri"/>
              </a:rPr>
              <a:t>a</a:t>
            </a:r>
            <a:r>
              <a:rPr sz="1800" b="1" spc="-5" dirty="0">
                <a:solidFill>
                  <a:srgbClr val="595959"/>
                </a:solidFill>
                <a:latin typeface="Calibri"/>
                <a:cs typeface="Calibri"/>
              </a:rPr>
              <a:t> </a:t>
            </a:r>
            <a:r>
              <a:rPr sz="1800" b="1" spc="-30" dirty="0">
                <a:solidFill>
                  <a:srgbClr val="595959"/>
                </a:solidFill>
                <a:latin typeface="Calibri"/>
                <a:cs typeface="Calibri"/>
              </a:rPr>
              <a:t>parameter.</a:t>
            </a:r>
            <a:endParaRPr sz="1800">
              <a:latin typeface="Calibri"/>
              <a:cs typeface="Calibri"/>
            </a:endParaRPr>
          </a:p>
          <a:p>
            <a:pPr marL="224154" marR="5080" indent="-196215" algn="just">
              <a:lnSpc>
                <a:spcPct val="107800"/>
              </a:lnSpc>
              <a:spcBef>
                <a:spcPts val="1995"/>
              </a:spcBef>
              <a:buClr>
                <a:srgbClr val="000000"/>
              </a:buClr>
              <a:buSzPct val="177777"/>
              <a:buFont typeface="Arial"/>
              <a:buChar char="•"/>
              <a:tabLst>
                <a:tab pos="224790" algn="l"/>
              </a:tabLst>
            </a:pPr>
            <a:r>
              <a:rPr sz="1800" b="1" spc="-5" dirty="0">
                <a:solidFill>
                  <a:srgbClr val="595959"/>
                </a:solidFill>
                <a:latin typeface="Calibri"/>
                <a:cs typeface="Calibri"/>
              </a:rPr>
              <a:t>Using the </a:t>
            </a:r>
            <a:r>
              <a:rPr sz="1800" b="1" spc="-10" dirty="0">
                <a:solidFill>
                  <a:srgbClr val="595959"/>
                </a:solidFill>
                <a:latin typeface="Calibri"/>
                <a:cs typeface="Calibri"/>
              </a:rPr>
              <a:t>address </a:t>
            </a:r>
            <a:r>
              <a:rPr sz="1800" b="1" spc="-5" dirty="0">
                <a:solidFill>
                  <a:srgbClr val="595959"/>
                </a:solidFill>
                <a:latin typeface="Calibri"/>
                <a:cs typeface="Calibri"/>
              </a:rPr>
              <a:t>(also called the </a:t>
            </a:r>
            <a:r>
              <a:rPr sz="1800" b="1" spc="-15" dirty="0">
                <a:solidFill>
                  <a:srgbClr val="595959"/>
                </a:solidFill>
                <a:latin typeface="Calibri"/>
                <a:cs typeface="Calibri"/>
              </a:rPr>
              <a:t>reference) </a:t>
            </a:r>
            <a:r>
              <a:rPr sz="1800" b="1" spc="-5" dirty="0">
                <a:solidFill>
                  <a:srgbClr val="595959"/>
                </a:solidFill>
                <a:latin typeface="Calibri"/>
                <a:cs typeface="Calibri"/>
              </a:rPr>
              <a:t>the function can </a:t>
            </a:r>
            <a:r>
              <a:rPr sz="1800" b="1" spc="-10" dirty="0">
                <a:solidFill>
                  <a:srgbClr val="595959"/>
                </a:solidFill>
                <a:latin typeface="Calibri"/>
                <a:cs typeface="Calibri"/>
              </a:rPr>
              <a:t>change </a:t>
            </a:r>
            <a:r>
              <a:rPr sz="1800" b="1" spc="-5" dirty="0">
                <a:solidFill>
                  <a:srgbClr val="595959"/>
                </a:solidFill>
                <a:latin typeface="Calibri"/>
                <a:cs typeface="Calibri"/>
              </a:rPr>
              <a:t>the </a:t>
            </a:r>
            <a:r>
              <a:rPr sz="1800" b="1" spc="-10" dirty="0">
                <a:solidFill>
                  <a:srgbClr val="595959"/>
                </a:solidFill>
                <a:latin typeface="Calibri"/>
                <a:cs typeface="Calibri"/>
              </a:rPr>
              <a:t>elements </a:t>
            </a:r>
            <a:r>
              <a:rPr sz="1800" b="1" spc="-395" dirty="0">
                <a:solidFill>
                  <a:srgbClr val="595959"/>
                </a:solidFill>
                <a:latin typeface="Calibri"/>
                <a:cs typeface="Calibri"/>
              </a:rPr>
              <a:t> </a:t>
            </a:r>
            <a:r>
              <a:rPr sz="1800" b="1" spc="-5" dirty="0">
                <a:solidFill>
                  <a:srgbClr val="595959"/>
                </a:solidFill>
                <a:latin typeface="Calibri"/>
                <a:cs typeface="Calibri"/>
              </a:rPr>
              <a:t>of the </a:t>
            </a:r>
            <a:r>
              <a:rPr sz="1800" b="1" spc="-15" dirty="0">
                <a:solidFill>
                  <a:srgbClr val="595959"/>
                </a:solidFill>
                <a:latin typeface="Calibri"/>
                <a:cs typeface="Calibri"/>
              </a:rPr>
              <a:t>list-in </a:t>
            </a:r>
            <a:r>
              <a:rPr sz="1800" b="1" spc="-5" dirty="0">
                <a:solidFill>
                  <a:srgbClr val="595959"/>
                </a:solidFill>
                <a:latin typeface="Calibri"/>
                <a:cs typeface="Calibri"/>
              </a:rPr>
              <a:t>other </a:t>
            </a:r>
            <a:r>
              <a:rPr sz="1800" b="1" spc="-10" dirty="0">
                <a:solidFill>
                  <a:srgbClr val="595959"/>
                </a:solidFill>
                <a:latin typeface="Calibri"/>
                <a:cs typeface="Calibri"/>
              </a:rPr>
              <a:t>words, </a:t>
            </a:r>
            <a:r>
              <a:rPr sz="1800" b="1" spc="-5" dirty="0">
                <a:solidFill>
                  <a:srgbClr val="595959"/>
                </a:solidFill>
                <a:latin typeface="Calibri"/>
                <a:cs typeface="Calibri"/>
              </a:rPr>
              <a:t>the function is changing the original </a:t>
            </a:r>
            <a:r>
              <a:rPr sz="1800" b="1" spc="-15" dirty="0">
                <a:solidFill>
                  <a:srgbClr val="595959"/>
                </a:solidFill>
                <a:latin typeface="Calibri"/>
                <a:cs typeface="Calibri"/>
              </a:rPr>
              <a:t>contents </a:t>
            </a:r>
            <a:r>
              <a:rPr sz="1800" b="1" spc="-5" dirty="0">
                <a:solidFill>
                  <a:srgbClr val="595959"/>
                </a:solidFill>
                <a:latin typeface="Calibri"/>
                <a:cs typeface="Calibri"/>
              </a:rPr>
              <a:t>of the </a:t>
            </a:r>
            <a:r>
              <a:rPr sz="1800" b="1" dirty="0">
                <a:solidFill>
                  <a:srgbClr val="595959"/>
                </a:solidFill>
                <a:latin typeface="Calibri"/>
                <a:cs typeface="Calibri"/>
              </a:rPr>
              <a:t> </a:t>
            </a:r>
            <a:r>
              <a:rPr sz="1800" b="1" spc="-5" dirty="0">
                <a:solidFill>
                  <a:srgbClr val="595959"/>
                </a:solidFill>
                <a:latin typeface="Calibri"/>
                <a:cs typeface="Calibri"/>
              </a:rPr>
              <a:t>original</a:t>
            </a:r>
            <a:r>
              <a:rPr sz="1800" b="1" spc="-10" dirty="0">
                <a:solidFill>
                  <a:srgbClr val="595959"/>
                </a:solidFill>
                <a:latin typeface="Calibri"/>
                <a:cs typeface="Calibri"/>
              </a:rPr>
              <a:t> list.</a:t>
            </a:r>
            <a:endParaRPr sz="1800">
              <a:latin typeface="Calibri"/>
              <a:cs typeface="Calibri"/>
            </a:endParaRPr>
          </a:p>
          <a:p>
            <a:pPr>
              <a:lnSpc>
                <a:spcPct val="100000"/>
              </a:lnSpc>
              <a:spcBef>
                <a:spcPts val="50"/>
              </a:spcBef>
              <a:buChar char="•"/>
            </a:pPr>
            <a:endParaRPr sz="1450">
              <a:latin typeface="Calibri"/>
              <a:cs typeface="Calibri"/>
            </a:endParaRPr>
          </a:p>
          <a:p>
            <a:pPr marL="224154" indent="-196850">
              <a:lnSpc>
                <a:spcPct val="100000"/>
              </a:lnSpc>
              <a:buClr>
                <a:srgbClr val="000000"/>
              </a:buClr>
              <a:buSzPct val="177777"/>
              <a:buFont typeface="Arial"/>
              <a:buChar char="•"/>
              <a:tabLst>
                <a:tab pos="224790" algn="l"/>
              </a:tabLst>
            </a:pPr>
            <a:r>
              <a:rPr sz="1800" b="1" spc="-5" dirty="0">
                <a:solidFill>
                  <a:srgbClr val="595959"/>
                </a:solidFill>
                <a:latin typeface="Calibri"/>
                <a:cs typeface="Calibri"/>
              </a:rPr>
              <a:t>In</a:t>
            </a:r>
            <a:r>
              <a:rPr sz="1800" b="1" spc="-10" dirty="0">
                <a:solidFill>
                  <a:srgbClr val="595959"/>
                </a:solidFill>
                <a:latin typeface="Calibri"/>
                <a:cs typeface="Calibri"/>
              </a:rPr>
              <a:t> </a:t>
            </a:r>
            <a:r>
              <a:rPr sz="1800" b="1" spc="-5" dirty="0">
                <a:solidFill>
                  <a:srgbClr val="595959"/>
                </a:solidFill>
                <a:latin typeface="Calibri"/>
                <a:cs typeface="Calibri"/>
              </a:rPr>
              <a:t>other </a:t>
            </a:r>
            <a:r>
              <a:rPr sz="1800" b="1" spc="-10" dirty="0">
                <a:solidFill>
                  <a:srgbClr val="595959"/>
                </a:solidFill>
                <a:latin typeface="Calibri"/>
                <a:cs typeface="Calibri"/>
              </a:rPr>
              <a:t>words,</a:t>
            </a:r>
            <a:r>
              <a:rPr sz="1800" b="1" spc="-5" dirty="0">
                <a:solidFill>
                  <a:srgbClr val="595959"/>
                </a:solidFill>
                <a:latin typeface="Calibri"/>
                <a:cs typeface="Calibri"/>
              </a:rPr>
              <a:t> the</a:t>
            </a:r>
            <a:r>
              <a:rPr sz="1800" b="1" spc="-10" dirty="0">
                <a:solidFill>
                  <a:srgbClr val="595959"/>
                </a:solidFill>
                <a:latin typeface="Calibri"/>
                <a:cs typeface="Calibri"/>
              </a:rPr>
              <a:t> list</a:t>
            </a:r>
            <a:r>
              <a:rPr sz="1800" b="1" spc="-5" dirty="0">
                <a:solidFill>
                  <a:srgbClr val="595959"/>
                </a:solidFill>
                <a:latin typeface="Calibri"/>
                <a:cs typeface="Calibri"/>
              </a:rPr>
              <a:t> </a:t>
            </a:r>
            <a:r>
              <a:rPr sz="1800" b="1" spc="-15" dirty="0">
                <a:solidFill>
                  <a:srgbClr val="595959"/>
                </a:solidFill>
                <a:latin typeface="Calibri"/>
                <a:cs typeface="Calibri"/>
              </a:rPr>
              <a:t>contents</a:t>
            </a:r>
            <a:r>
              <a:rPr sz="1800" b="1" spc="-5" dirty="0">
                <a:solidFill>
                  <a:srgbClr val="595959"/>
                </a:solidFill>
                <a:latin typeface="Calibri"/>
                <a:cs typeface="Calibri"/>
              </a:rPr>
              <a:t> can be</a:t>
            </a:r>
            <a:r>
              <a:rPr sz="1800" b="1" spc="-10" dirty="0">
                <a:solidFill>
                  <a:srgbClr val="595959"/>
                </a:solidFill>
                <a:latin typeface="Calibri"/>
                <a:cs typeface="Calibri"/>
              </a:rPr>
              <a:t> changed</a:t>
            </a:r>
            <a:r>
              <a:rPr sz="1800" b="1" spc="-5" dirty="0">
                <a:solidFill>
                  <a:srgbClr val="595959"/>
                </a:solidFill>
                <a:latin typeface="Calibri"/>
                <a:cs typeface="Calibri"/>
              </a:rPr>
              <a:t> </a:t>
            </a:r>
            <a:r>
              <a:rPr sz="1800" b="1" spc="-15" dirty="0">
                <a:solidFill>
                  <a:srgbClr val="595959"/>
                </a:solidFill>
                <a:latin typeface="Calibri"/>
                <a:cs typeface="Calibri"/>
              </a:rPr>
              <a:t>permanently.</a:t>
            </a:r>
            <a:endParaRPr sz="1800">
              <a:latin typeface="Calibri"/>
              <a:cs typeface="Calibri"/>
            </a:endParaRPr>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82398" y="2124568"/>
            <a:ext cx="2637790" cy="513080"/>
          </a:xfrm>
          <a:prstGeom prst="rect">
            <a:avLst/>
          </a:prstGeom>
        </p:spPr>
        <p:txBody>
          <a:bodyPr vert="horz" wrap="square" lIns="0" tIns="12700" rIns="0" bIns="0" rtlCol="0">
            <a:spAutoFit/>
          </a:bodyPr>
          <a:lstStyle/>
          <a:p>
            <a:pPr marL="12700">
              <a:lnSpc>
                <a:spcPct val="100000"/>
              </a:lnSpc>
              <a:spcBef>
                <a:spcPts val="100"/>
              </a:spcBef>
            </a:pPr>
            <a:r>
              <a:rPr b="1" spc="175" dirty="0">
                <a:latin typeface="Cambria"/>
                <a:cs typeface="Cambria"/>
              </a:rPr>
              <a:t>6.2</a:t>
            </a:r>
            <a:r>
              <a:rPr b="1" spc="-15" dirty="0">
                <a:latin typeface="Cambria"/>
                <a:cs typeface="Cambria"/>
              </a:rPr>
              <a:t> </a:t>
            </a:r>
            <a:r>
              <a:rPr b="1" spc="550" dirty="0">
                <a:latin typeface="Cambria"/>
                <a:cs typeface="Cambria"/>
              </a:rPr>
              <a:t>TUPLES</a:t>
            </a:r>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42383" y="361808"/>
            <a:ext cx="1459230" cy="513080"/>
          </a:xfrm>
          <a:prstGeom prst="rect">
            <a:avLst/>
          </a:prstGeom>
        </p:spPr>
        <p:txBody>
          <a:bodyPr vert="horz" wrap="square" lIns="0" tIns="12700" rIns="0" bIns="0" rtlCol="0">
            <a:spAutoFit/>
          </a:bodyPr>
          <a:lstStyle/>
          <a:p>
            <a:pPr marL="12700">
              <a:lnSpc>
                <a:spcPct val="100000"/>
              </a:lnSpc>
              <a:spcBef>
                <a:spcPts val="100"/>
              </a:spcBef>
            </a:pPr>
            <a:r>
              <a:rPr spc="40" dirty="0"/>
              <a:t>TUpLEs</a:t>
            </a:r>
          </a:p>
        </p:txBody>
      </p:sp>
      <p:sp>
        <p:nvSpPr>
          <p:cNvPr id="6" name="Rectangle 5"/>
          <p:cNvSpPr/>
          <p:nvPr/>
        </p:nvSpPr>
        <p:spPr>
          <a:xfrm>
            <a:off x="642910" y="1071552"/>
            <a:ext cx="7929618" cy="2934137"/>
          </a:xfrm>
          <a:prstGeom prst="rect">
            <a:avLst/>
          </a:prstGeom>
        </p:spPr>
        <p:txBody>
          <a:bodyPr wrap="square">
            <a:spAutoFit/>
          </a:bodyPr>
          <a:lstStyle/>
          <a:p>
            <a:pPr marL="238125" marR="195580" indent="-226060">
              <a:lnSpc>
                <a:spcPts val="1800"/>
              </a:lnSpc>
              <a:spcBef>
                <a:spcPts val="325"/>
              </a:spcBef>
              <a:buChar char="•"/>
              <a:tabLst>
                <a:tab pos="237490" algn="l"/>
                <a:tab pos="238760" algn="l"/>
              </a:tabLst>
            </a:pPr>
            <a:r>
              <a:rPr lang="en-US" spc="-10" dirty="0" smtClean="0"/>
              <a:t>Tuples</a:t>
            </a:r>
            <a:r>
              <a:rPr lang="en-US" dirty="0" smtClean="0"/>
              <a:t> is</a:t>
            </a:r>
            <a:r>
              <a:rPr lang="en-US" spc="5" dirty="0" smtClean="0"/>
              <a:t> a </a:t>
            </a:r>
            <a:r>
              <a:rPr lang="en-US" dirty="0" smtClean="0"/>
              <a:t>built-in </a:t>
            </a:r>
            <a:r>
              <a:rPr lang="en-US" spc="5" dirty="0" smtClean="0"/>
              <a:t>and </a:t>
            </a:r>
            <a:r>
              <a:rPr lang="en-US" dirty="0" smtClean="0"/>
              <a:t>immutable</a:t>
            </a:r>
            <a:r>
              <a:rPr lang="en-US" spc="5" dirty="0" smtClean="0"/>
              <a:t> </a:t>
            </a:r>
            <a:r>
              <a:rPr lang="en-US" dirty="0" smtClean="0"/>
              <a:t>data types</a:t>
            </a:r>
            <a:r>
              <a:rPr lang="en-US" spc="5" dirty="0" smtClean="0"/>
              <a:t> </a:t>
            </a:r>
            <a:r>
              <a:rPr lang="en-US" dirty="0" smtClean="0"/>
              <a:t>in</a:t>
            </a:r>
            <a:r>
              <a:rPr lang="en-US" spc="5" dirty="0" smtClean="0"/>
              <a:t> </a:t>
            </a:r>
            <a:r>
              <a:rPr lang="en-US" dirty="0" smtClean="0"/>
              <a:t>python</a:t>
            </a:r>
            <a:r>
              <a:rPr lang="en-US" spc="5" dirty="0" smtClean="0"/>
              <a:t> </a:t>
            </a:r>
            <a:r>
              <a:rPr lang="en-US" dirty="0" smtClean="0"/>
              <a:t>to </a:t>
            </a:r>
            <a:r>
              <a:rPr lang="en-US" spc="5" dirty="0" smtClean="0"/>
              <a:t>store </a:t>
            </a:r>
            <a:r>
              <a:rPr lang="en-US" spc="-440" dirty="0" smtClean="0"/>
              <a:t> </a:t>
            </a:r>
            <a:r>
              <a:rPr lang="en-US" spc="5" dirty="0" smtClean="0"/>
              <a:t>values.</a:t>
            </a:r>
          </a:p>
          <a:p>
            <a:pPr marL="238125" indent="-226060">
              <a:lnSpc>
                <a:spcPct val="100000"/>
              </a:lnSpc>
              <a:spcBef>
                <a:spcPts val="155"/>
              </a:spcBef>
              <a:buChar char="•"/>
              <a:tabLst>
                <a:tab pos="237490" algn="l"/>
                <a:tab pos="238760" algn="l"/>
              </a:tabLst>
            </a:pPr>
            <a:r>
              <a:rPr lang="en-US" spc="-10" dirty="0" smtClean="0"/>
              <a:t>Tuples</a:t>
            </a:r>
            <a:r>
              <a:rPr lang="en-US" spc="-5" dirty="0" smtClean="0"/>
              <a:t> </a:t>
            </a:r>
            <a:r>
              <a:rPr lang="en-US" dirty="0" smtClean="0"/>
              <a:t>is</a:t>
            </a:r>
            <a:r>
              <a:rPr lang="en-US" spc="-5" dirty="0" smtClean="0"/>
              <a:t> </a:t>
            </a:r>
            <a:r>
              <a:rPr lang="en-US" dirty="0" smtClean="0"/>
              <a:t>Represented</a:t>
            </a:r>
            <a:r>
              <a:rPr lang="en-US" spc="-5" dirty="0" smtClean="0"/>
              <a:t> </a:t>
            </a:r>
            <a:r>
              <a:rPr lang="en-US" dirty="0" smtClean="0"/>
              <a:t>in ().</a:t>
            </a:r>
          </a:p>
          <a:p>
            <a:pPr marL="238125" indent="-226060">
              <a:lnSpc>
                <a:spcPct val="100000"/>
              </a:lnSpc>
              <a:spcBef>
                <a:spcPts val="190"/>
              </a:spcBef>
              <a:buChar char="•"/>
              <a:tabLst>
                <a:tab pos="237490" algn="l"/>
                <a:tab pos="238760" algn="l"/>
              </a:tabLst>
            </a:pPr>
            <a:r>
              <a:rPr lang="en-US" spc="-10" dirty="0" smtClean="0"/>
              <a:t>Tuple</a:t>
            </a:r>
            <a:r>
              <a:rPr lang="en-US" spc="-15" dirty="0" smtClean="0"/>
              <a:t> </a:t>
            </a:r>
            <a:r>
              <a:rPr lang="en-US" dirty="0" smtClean="0"/>
              <a:t>index</a:t>
            </a:r>
            <a:r>
              <a:rPr lang="en-US" spc="-10" dirty="0" smtClean="0"/>
              <a:t> </a:t>
            </a:r>
            <a:r>
              <a:rPr lang="en-US" spc="5" dirty="0" smtClean="0"/>
              <a:t>starts</a:t>
            </a:r>
            <a:r>
              <a:rPr lang="en-US" spc="-10" dirty="0" smtClean="0"/>
              <a:t> </a:t>
            </a:r>
            <a:r>
              <a:rPr lang="en-US" dirty="0" smtClean="0"/>
              <a:t>from</a:t>
            </a:r>
            <a:r>
              <a:rPr lang="en-US" spc="-10" dirty="0" smtClean="0"/>
              <a:t> </a:t>
            </a:r>
            <a:r>
              <a:rPr lang="en-US" dirty="0" smtClean="0"/>
              <a:t>[0].</a:t>
            </a:r>
          </a:p>
          <a:p>
            <a:pPr marL="238125" indent="-226060">
              <a:lnSpc>
                <a:spcPct val="100000"/>
              </a:lnSpc>
              <a:spcBef>
                <a:spcPts val="190"/>
              </a:spcBef>
              <a:buChar char="•"/>
              <a:tabLst>
                <a:tab pos="237490" algn="l"/>
                <a:tab pos="238760" algn="l"/>
              </a:tabLst>
            </a:pPr>
            <a:r>
              <a:rPr lang="en-US" dirty="0" smtClean="0"/>
              <a:t>A=()</a:t>
            </a:r>
          </a:p>
          <a:p>
            <a:pPr marL="238125" indent="-226060">
              <a:lnSpc>
                <a:spcPct val="100000"/>
              </a:lnSpc>
              <a:spcBef>
                <a:spcPts val="190"/>
              </a:spcBef>
              <a:buChar char="•"/>
              <a:tabLst>
                <a:tab pos="237490" algn="l"/>
                <a:tab pos="238760" algn="l"/>
              </a:tabLst>
            </a:pPr>
            <a:r>
              <a:rPr lang="en-US" dirty="0" smtClean="0"/>
              <a:t>A=(1,)</a:t>
            </a:r>
          </a:p>
          <a:p>
            <a:pPr marL="238125" indent="-226060">
              <a:lnSpc>
                <a:spcPct val="100000"/>
              </a:lnSpc>
              <a:spcBef>
                <a:spcPts val="195"/>
              </a:spcBef>
              <a:buChar char="•"/>
              <a:tabLst>
                <a:tab pos="237490" algn="l"/>
                <a:tab pos="238760" algn="l"/>
              </a:tabLst>
            </a:pPr>
            <a:r>
              <a:rPr lang="en-US" dirty="0" smtClean="0"/>
              <a:t>A=(1,7,2)</a:t>
            </a:r>
          </a:p>
          <a:p>
            <a:pPr marL="238125" indent="-226060">
              <a:lnSpc>
                <a:spcPct val="100000"/>
              </a:lnSpc>
              <a:spcBef>
                <a:spcPts val="190"/>
              </a:spcBef>
              <a:buChar char="•"/>
              <a:tabLst>
                <a:tab pos="237490" algn="l"/>
                <a:tab pos="238760" algn="l"/>
              </a:tabLst>
            </a:pPr>
            <a:r>
              <a:rPr lang="en-US" spc="5" dirty="0" smtClean="0"/>
              <a:t>Once</a:t>
            </a:r>
            <a:r>
              <a:rPr lang="en-US" spc="-5" dirty="0" smtClean="0"/>
              <a:t> </a:t>
            </a:r>
            <a:r>
              <a:rPr lang="en-US" dirty="0" smtClean="0"/>
              <a:t>defined tuple </a:t>
            </a:r>
            <a:r>
              <a:rPr lang="en-US" spc="5" dirty="0" smtClean="0"/>
              <a:t>cannot</a:t>
            </a:r>
            <a:r>
              <a:rPr lang="en-US" spc="-5" dirty="0" smtClean="0"/>
              <a:t> </a:t>
            </a:r>
            <a:r>
              <a:rPr lang="en-US" spc="5" dirty="0" smtClean="0"/>
              <a:t>be</a:t>
            </a:r>
            <a:r>
              <a:rPr lang="en-US" dirty="0" smtClean="0"/>
              <a:t> altered or </a:t>
            </a:r>
            <a:r>
              <a:rPr lang="en-US" spc="5" dirty="0" smtClean="0"/>
              <a:t>modified.</a:t>
            </a:r>
          </a:p>
          <a:p>
            <a:pPr marL="238125" marR="322580" indent="-226060">
              <a:lnSpc>
                <a:spcPts val="1800"/>
              </a:lnSpc>
              <a:spcBef>
                <a:spcPts val="400"/>
              </a:spcBef>
              <a:buChar char="•"/>
              <a:tabLst>
                <a:tab pos="237490" algn="l"/>
                <a:tab pos="238760" algn="l"/>
              </a:tabLst>
            </a:pPr>
            <a:r>
              <a:rPr lang="en-US" spc="-10" dirty="0" smtClean="0"/>
              <a:t>Tuple</a:t>
            </a:r>
            <a:r>
              <a:rPr lang="en-US" dirty="0" smtClean="0"/>
              <a:t> items</a:t>
            </a:r>
            <a:r>
              <a:rPr lang="en-US" spc="5" dirty="0" smtClean="0"/>
              <a:t> </a:t>
            </a:r>
            <a:r>
              <a:rPr lang="en-US" dirty="0" smtClean="0"/>
              <a:t>are ordered,</a:t>
            </a:r>
            <a:r>
              <a:rPr lang="en-US" spc="5" dirty="0" smtClean="0"/>
              <a:t> </a:t>
            </a:r>
            <a:r>
              <a:rPr lang="en-US" dirty="0" smtClean="0"/>
              <a:t>unchangeable,</a:t>
            </a:r>
            <a:r>
              <a:rPr lang="en-US" spc="5" dirty="0" smtClean="0"/>
              <a:t> and</a:t>
            </a:r>
            <a:r>
              <a:rPr lang="en-US" dirty="0" smtClean="0"/>
              <a:t> it</a:t>
            </a:r>
            <a:r>
              <a:rPr lang="en-US" spc="5" dirty="0" smtClean="0"/>
              <a:t> </a:t>
            </a:r>
            <a:r>
              <a:rPr lang="en-US" dirty="0" smtClean="0"/>
              <a:t>allows to</a:t>
            </a:r>
            <a:r>
              <a:rPr lang="en-US" spc="5" dirty="0" smtClean="0"/>
              <a:t> store </a:t>
            </a:r>
            <a:r>
              <a:rPr lang="en-US" spc="-445" dirty="0" smtClean="0"/>
              <a:t> </a:t>
            </a:r>
            <a:r>
              <a:rPr lang="en-US" dirty="0" smtClean="0"/>
              <a:t>duplicate</a:t>
            </a:r>
            <a:r>
              <a:rPr lang="en-US" spc="-5" dirty="0" smtClean="0"/>
              <a:t> </a:t>
            </a:r>
            <a:r>
              <a:rPr lang="en-US" spc="5" dirty="0" smtClean="0"/>
              <a:t>values.</a:t>
            </a:r>
          </a:p>
          <a:p>
            <a:pPr marL="238125" marR="5080" indent="-226060">
              <a:lnSpc>
                <a:spcPts val="1800"/>
              </a:lnSpc>
              <a:spcBef>
                <a:spcPts val="365"/>
              </a:spcBef>
              <a:buChar char="•"/>
              <a:tabLst>
                <a:tab pos="237490" algn="l"/>
                <a:tab pos="238760" algn="l"/>
              </a:tabLst>
            </a:pPr>
            <a:r>
              <a:rPr lang="en-US" spc="10" dirty="0" smtClean="0"/>
              <a:t>A </a:t>
            </a:r>
            <a:r>
              <a:rPr lang="en-US" dirty="0" smtClean="0"/>
              <a:t>tuple </a:t>
            </a:r>
            <a:r>
              <a:rPr lang="en-US" spc="5" dirty="0" smtClean="0"/>
              <a:t>can contain </a:t>
            </a:r>
            <a:r>
              <a:rPr lang="en-US" spc="-5" dirty="0" smtClean="0"/>
              <a:t>different </a:t>
            </a:r>
            <a:r>
              <a:rPr lang="en-US" dirty="0" smtClean="0"/>
              <a:t>data types </a:t>
            </a:r>
            <a:r>
              <a:rPr lang="en-US" spc="5" dirty="0" smtClean="0"/>
              <a:t>such as </a:t>
            </a:r>
            <a:r>
              <a:rPr lang="en-US" dirty="0" smtClean="0"/>
              <a:t>integers, bolean, </a:t>
            </a:r>
            <a:r>
              <a:rPr lang="en-US" spc="-445" dirty="0" smtClean="0"/>
              <a:t> </a:t>
            </a:r>
            <a:r>
              <a:rPr lang="en-US" spc="5" dirty="0" smtClean="0"/>
              <a:t>string</a:t>
            </a:r>
            <a:r>
              <a:rPr lang="en-US" spc="-5" dirty="0" smtClean="0"/>
              <a:t> </a:t>
            </a:r>
            <a:r>
              <a:rPr lang="en-US" spc="5" dirty="0" smtClean="0"/>
              <a:t>values.</a:t>
            </a:r>
            <a:endParaRPr lang="en-US" spc="5" dirty="0"/>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411705" y="361808"/>
            <a:ext cx="2321560" cy="513080"/>
          </a:xfrm>
          <a:prstGeom prst="rect">
            <a:avLst/>
          </a:prstGeom>
        </p:spPr>
        <p:txBody>
          <a:bodyPr vert="horz" wrap="square" lIns="0" tIns="12700" rIns="0" bIns="0" rtlCol="0">
            <a:spAutoFit/>
          </a:bodyPr>
          <a:lstStyle/>
          <a:p>
            <a:pPr marL="12700">
              <a:lnSpc>
                <a:spcPct val="100000"/>
              </a:lnSpc>
              <a:spcBef>
                <a:spcPts val="100"/>
              </a:spcBef>
            </a:pPr>
            <a:r>
              <a:rPr b="1" spc="-345" dirty="0">
                <a:latin typeface="Trebuchet MS"/>
                <a:cs typeface="Trebuchet MS"/>
              </a:rPr>
              <a:t>Tuple</a:t>
            </a:r>
            <a:r>
              <a:rPr b="1" spc="-325" dirty="0">
                <a:latin typeface="Trebuchet MS"/>
                <a:cs typeface="Trebuchet MS"/>
              </a:rPr>
              <a:t> </a:t>
            </a:r>
            <a:r>
              <a:rPr b="1" spc="-254" dirty="0">
                <a:latin typeface="Trebuchet MS"/>
                <a:cs typeface="Trebuchet MS"/>
              </a:rPr>
              <a:t>Methods</a:t>
            </a:r>
          </a:p>
        </p:txBody>
      </p:sp>
      <p:sp>
        <p:nvSpPr>
          <p:cNvPr id="3" name="object 3"/>
          <p:cNvSpPr txBox="1"/>
          <p:nvPr/>
        </p:nvSpPr>
        <p:spPr>
          <a:xfrm>
            <a:off x="637417" y="1164236"/>
            <a:ext cx="6489065" cy="3263900"/>
          </a:xfrm>
          <a:prstGeom prst="rect">
            <a:avLst/>
          </a:prstGeom>
        </p:spPr>
        <p:txBody>
          <a:bodyPr vert="horz" wrap="square" lIns="0" tIns="41275" rIns="0" bIns="0" rtlCol="0">
            <a:spAutoFit/>
          </a:bodyPr>
          <a:lstStyle/>
          <a:p>
            <a:pPr marL="12700" marR="5080">
              <a:lnSpc>
                <a:spcPts val="1800"/>
              </a:lnSpc>
              <a:spcBef>
                <a:spcPts val="325"/>
              </a:spcBef>
              <a:buSzPct val="93939"/>
              <a:buAutoNum type="arabicPeriod"/>
              <a:tabLst>
                <a:tab pos="189865" algn="l"/>
              </a:tabLst>
            </a:pPr>
            <a:r>
              <a:rPr sz="1650" b="1" spc="-10" dirty="0">
                <a:latin typeface="Arial"/>
                <a:cs typeface="Arial"/>
              </a:rPr>
              <a:t>Tuple.count(1):-</a:t>
            </a:r>
            <a:r>
              <a:rPr sz="1650" b="1" spc="45" dirty="0">
                <a:latin typeface="Arial"/>
                <a:cs typeface="Arial"/>
              </a:rPr>
              <a:t> </a:t>
            </a:r>
            <a:r>
              <a:rPr sz="1650" dirty="0">
                <a:latin typeface="Arial MT"/>
                <a:cs typeface="Arial MT"/>
              </a:rPr>
              <a:t>It</a:t>
            </a:r>
            <a:r>
              <a:rPr sz="1650" spc="10" dirty="0">
                <a:latin typeface="Arial MT"/>
                <a:cs typeface="Arial MT"/>
              </a:rPr>
              <a:t> </a:t>
            </a:r>
            <a:r>
              <a:rPr sz="1650" spc="5" dirty="0">
                <a:latin typeface="Arial MT"/>
                <a:cs typeface="Arial MT"/>
              </a:rPr>
              <a:t>returns </a:t>
            </a:r>
            <a:r>
              <a:rPr sz="1650" dirty="0">
                <a:latin typeface="Arial MT"/>
                <a:cs typeface="Arial MT"/>
              </a:rPr>
              <a:t>number</a:t>
            </a:r>
            <a:r>
              <a:rPr sz="1650" spc="10" dirty="0">
                <a:latin typeface="Arial MT"/>
                <a:cs typeface="Arial MT"/>
              </a:rPr>
              <a:t> </a:t>
            </a:r>
            <a:r>
              <a:rPr sz="1650" dirty="0">
                <a:latin typeface="Arial MT"/>
                <a:cs typeface="Arial MT"/>
              </a:rPr>
              <a:t>of</a:t>
            </a:r>
            <a:r>
              <a:rPr sz="1650" spc="10" dirty="0">
                <a:latin typeface="Arial MT"/>
                <a:cs typeface="Arial MT"/>
              </a:rPr>
              <a:t> </a:t>
            </a:r>
            <a:r>
              <a:rPr sz="1650" dirty="0">
                <a:latin typeface="Arial MT"/>
                <a:cs typeface="Arial MT"/>
              </a:rPr>
              <a:t>times</a:t>
            </a:r>
            <a:r>
              <a:rPr sz="1650" spc="10" dirty="0">
                <a:latin typeface="Arial MT"/>
                <a:cs typeface="Arial MT"/>
              </a:rPr>
              <a:t> </a:t>
            </a:r>
            <a:r>
              <a:rPr sz="1650" dirty="0">
                <a:latin typeface="Arial MT"/>
                <a:cs typeface="Arial MT"/>
              </a:rPr>
              <a:t>element</a:t>
            </a:r>
            <a:r>
              <a:rPr sz="1650" spc="10" dirty="0">
                <a:latin typeface="Arial MT"/>
                <a:cs typeface="Arial MT"/>
              </a:rPr>
              <a:t> </a:t>
            </a:r>
            <a:r>
              <a:rPr sz="1650" spc="5" dirty="0">
                <a:latin typeface="Arial MT"/>
                <a:cs typeface="Arial MT"/>
              </a:rPr>
              <a:t>1</a:t>
            </a:r>
            <a:r>
              <a:rPr sz="1650" spc="10" dirty="0">
                <a:latin typeface="Arial MT"/>
                <a:cs typeface="Arial MT"/>
              </a:rPr>
              <a:t> </a:t>
            </a:r>
            <a:r>
              <a:rPr sz="1650" dirty="0">
                <a:latin typeface="Arial MT"/>
                <a:cs typeface="Arial MT"/>
              </a:rPr>
              <a:t>occurs</a:t>
            </a:r>
            <a:r>
              <a:rPr sz="1650" spc="10" dirty="0">
                <a:latin typeface="Arial MT"/>
                <a:cs typeface="Arial MT"/>
              </a:rPr>
              <a:t> </a:t>
            </a:r>
            <a:r>
              <a:rPr sz="1650" dirty="0">
                <a:latin typeface="Arial MT"/>
                <a:cs typeface="Arial MT"/>
              </a:rPr>
              <a:t>in</a:t>
            </a:r>
            <a:r>
              <a:rPr sz="1650" spc="10" dirty="0">
                <a:latin typeface="Arial MT"/>
                <a:cs typeface="Arial MT"/>
              </a:rPr>
              <a:t> </a:t>
            </a:r>
            <a:r>
              <a:rPr sz="1650" dirty="0">
                <a:latin typeface="Arial MT"/>
                <a:cs typeface="Arial MT"/>
              </a:rPr>
              <a:t>the </a:t>
            </a:r>
            <a:r>
              <a:rPr sz="1650" spc="-445" dirty="0">
                <a:latin typeface="Arial MT"/>
                <a:cs typeface="Arial MT"/>
              </a:rPr>
              <a:t> </a:t>
            </a:r>
            <a:r>
              <a:rPr sz="1650" dirty="0">
                <a:latin typeface="Arial MT"/>
                <a:cs typeface="Arial MT"/>
              </a:rPr>
              <a:t>tuple.</a:t>
            </a:r>
            <a:endParaRPr sz="1650">
              <a:latin typeface="Arial MT"/>
              <a:cs typeface="Arial MT"/>
            </a:endParaRPr>
          </a:p>
          <a:p>
            <a:pPr marL="12700">
              <a:lnSpc>
                <a:spcPct val="100000"/>
              </a:lnSpc>
              <a:spcBef>
                <a:spcPts val="155"/>
              </a:spcBef>
              <a:tabLst>
                <a:tab pos="3952875" algn="l"/>
              </a:tabLst>
            </a:pPr>
            <a:r>
              <a:rPr sz="1650" b="1" dirty="0">
                <a:latin typeface="Arial"/>
                <a:cs typeface="Arial"/>
              </a:rPr>
              <a:t>Ex:-</a:t>
            </a:r>
            <a:r>
              <a:rPr sz="1650" b="1" spc="15" dirty="0">
                <a:latin typeface="Arial"/>
                <a:cs typeface="Arial"/>
              </a:rPr>
              <a:t> </a:t>
            </a:r>
            <a:r>
              <a:rPr sz="1650" dirty="0">
                <a:latin typeface="Arial MT"/>
                <a:cs typeface="Arial MT"/>
              </a:rPr>
              <a:t>tuple</a:t>
            </a:r>
            <a:r>
              <a:rPr sz="1650" spc="10" dirty="0">
                <a:latin typeface="Arial MT"/>
                <a:cs typeface="Arial MT"/>
              </a:rPr>
              <a:t> </a:t>
            </a:r>
            <a:r>
              <a:rPr sz="1650" spc="5" dirty="0">
                <a:latin typeface="Arial MT"/>
                <a:cs typeface="Arial MT"/>
              </a:rPr>
              <a:t>=</a:t>
            </a:r>
            <a:r>
              <a:rPr sz="1650" dirty="0">
                <a:latin typeface="Arial MT"/>
                <a:cs typeface="Arial MT"/>
              </a:rPr>
              <a:t> </a:t>
            </a:r>
            <a:r>
              <a:rPr sz="1650" spc="5" dirty="0">
                <a:latin typeface="Arial MT"/>
                <a:cs typeface="Arial MT"/>
              </a:rPr>
              <a:t>(1,5,1,4)	</a:t>
            </a:r>
            <a:r>
              <a:rPr sz="1650" b="1" dirty="0">
                <a:latin typeface="Arial"/>
                <a:cs typeface="Arial"/>
              </a:rPr>
              <a:t>OP:-</a:t>
            </a:r>
            <a:r>
              <a:rPr sz="1650" b="1" spc="-25" dirty="0">
                <a:latin typeface="Arial"/>
                <a:cs typeface="Arial"/>
              </a:rPr>
              <a:t> </a:t>
            </a:r>
            <a:r>
              <a:rPr sz="1650" spc="5" dirty="0">
                <a:latin typeface="Arial MT"/>
                <a:cs typeface="Arial MT"/>
              </a:rPr>
              <a:t>2</a:t>
            </a:r>
            <a:endParaRPr sz="1650">
              <a:latin typeface="Arial MT"/>
              <a:cs typeface="Arial MT"/>
            </a:endParaRPr>
          </a:p>
          <a:p>
            <a:pPr marL="480695">
              <a:lnSpc>
                <a:spcPct val="100000"/>
              </a:lnSpc>
              <a:spcBef>
                <a:spcPts val="190"/>
              </a:spcBef>
            </a:pPr>
            <a:r>
              <a:rPr sz="1650" dirty="0">
                <a:latin typeface="Arial MT"/>
                <a:cs typeface="Arial MT"/>
              </a:rPr>
              <a:t>print(tuple.count(1))</a:t>
            </a:r>
            <a:endParaRPr sz="1650">
              <a:latin typeface="Arial MT"/>
              <a:cs typeface="Arial MT"/>
            </a:endParaRPr>
          </a:p>
          <a:p>
            <a:pPr>
              <a:lnSpc>
                <a:spcPct val="100000"/>
              </a:lnSpc>
              <a:spcBef>
                <a:spcPts val="5"/>
              </a:spcBef>
            </a:pPr>
            <a:endParaRPr sz="2050">
              <a:latin typeface="Arial MT"/>
              <a:cs typeface="Arial MT"/>
            </a:endParaRPr>
          </a:p>
          <a:p>
            <a:pPr marL="189230" indent="-177165">
              <a:lnSpc>
                <a:spcPct val="100000"/>
              </a:lnSpc>
              <a:buSzPct val="93939"/>
              <a:buAutoNum type="arabicPeriod" startAt="2"/>
              <a:tabLst>
                <a:tab pos="189865" algn="l"/>
              </a:tabLst>
            </a:pPr>
            <a:r>
              <a:rPr sz="1650" b="1" spc="-10" dirty="0">
                <a:latin typeface="Arial"/>
                <a:cs typeface="Arial"/>
              </a:rPr>
              <a:t>Tuple.index(5):-</a:t>
            </a:r>
            <a:r>
              <a:rPr sz="1650" b="1" spc="40" dirty="0">
                <a:latin typeface="Arial"/>
                <a:cs typeface="Arial"/>
              </a:rPr>
              <a:t> </a:t>
            </a:r>
            <a:r>
              <a:rPr sz="1650" dirty="0">
                <a:latin typeface="Arial MT"/>
                <a:cs typeface="Arial MT"/>
              </a:rPr>
              <a:t>It</a:t>
            </a:r>
            <a:r>
              <a:rPr sz="1650" spc="5" dirty="0">
                <a:latin typeface="Arial MT"/>
                <a:cs typeface="Arial MT"/>
              </a:rPr>
              <a:t> returns </a:t>
            </a:r>
            <a:r>
              <a:rPr sz="1650" dirty="0">
                <a:latin typeface="Arial MT"/>
                <a:cs typeface="Arial MT"/>
              </a:rPr>
              <a:t>the</a:t>
            </a:r>
            <a:r>
              <a:rPr sz="1650" spc="5" dirty="0">
                <a:latin typeface="Arial MT"/>
                <a:cs typeface="Arial MT"/>
              </a:rPr>
              <a:t> </a:t>
            </a:r>
            <a:r>
              <a:rPr sz="1650" dirty="0">
                <a:latin typeface="Arial MT"/>
                <a:cs typeface="Arial MT"/>
              </a:rPr>
              <a:t>index</a:t>
            </a:r>
            <a:r>
              <a:rPr sz="1650" spc="5" dirty="0">
                <a:latin typeface="Arial MT"/>
                <a:cs typeface="Arial MT"/>
              </a:rPr>
              <a:t> </a:t>
            </a:r>
            <a:r>
              <a:rPr sz="1650" dirty="0">
                <a:latin typeface="Arial MT"/>
                <a:cs typeface="Arial MT"/>
              </a:rPr>
              <a:t>of</a:t>
            </a:r>
            <a:r>
              <a:rPr sz="1650" spc="475" dirty="0">
                <a:latin typeface="Arial MT"/>
                <a:cs typeface="Arial MT"/>
              </a:rPr>
              <a:t> </a:t>
            </a:r>
            <a:r>
              <a:rPr sz="1650" dirty="0">
                <a:latin typeface="Arial MT"/>
                <a:cs typeface="Arial MT"/>
              </a:rPr>
              <a:t>element</a:t>
            </a:r>
            <a:r>
              <a:rPr sz="1650" spc="475" dirty="0">
                <a:latin typeface="Arial MT"/>
                <a:cs typeface="Arial MT"/>
              </a:rPr>
              <a:t> </a:t>
            </a:r>
            <a:r>
              <a:rPr sz="1650" spc="5" dirty="0">
                <a:latin typeface="Arial MT"/>
                <a:cs typeface="Arial MT"/>
              </a:rPr>
              <a:t>5</a:t>
            </a:r>
            <a:r>
              <a:rPr sz="1650" spc="10" dirty="0">
                <a:latin typeface="Arial MT"/>
                <a:cs typeface="Arial MT"/>
              </a:rPr>
              <a:t> </a:t>
            </a:r>
            <a:r>
              <a:rPr sz="1650" dirty="0">
                <a:latin typeface="Arial MT"/>
                <a:cs typeface="Arial MT"/>
              </a:rPr>
              <a:t>in</a:t>
            </a:r>
            <a:r>
              <a:rPr sz="1650" spc="5" dirty="0">
                <a:latin typeface="Arial MT"/>
                <a:cs typeface="Arial MT"/>
              </a:rPr>
              <a:t> </a:t>
            </a:r>
            <a:r>
              <a:rPr sz="1650" dirty="0">
                <a:latin typeface="Arial MT"/>
                <a:cs typeface="Arial MT"/>
              </a:rPr>
              <a:t>the</a:t>
            </a:r>
            <a:r>
              <a:rPr sz="1650" spc="5" dirty="0">
                <a:latin typeface="Arial MT"/>
                <a:cs typeface="Arial MT"/>
              </a:rPr>
              <a:t> </a:t>
            </a:r>
            <a:r>
              <a:rPr sz="1650" dirty="0">
                <a:latin typeface="Arial MT"/>
                <a:cs typeface="Arial MT"/>
              </a:rPr>
              <a:t>tuple.</a:t>
            </a:r>
            <a:endParaRPr sz="1650">
              <a:latin typeface="Arial MT"/>
              <a:cs typeface="Arial MT"/>
            </a:endParaRPr>
          </a:p>
          <a:p>
            <a:pPr marL="12700">
              <a:lnSpc>
                <a:spcPct val="100000"/>
              </a:lnSpc>
              <a:spcBef>
                <a:spcPts val="190"/>
              </a:spcBef>
              <a:tabLst>
                <a:tab pos="3893820" algn="l"/>
              </a:tabLst>
            </a:pPr>
            <a:r>
              <a:rPr sz="1650" b="1" dirty="0">
                <a:latin typeface="Arial"/>
                <a:cs typeface="Arial"/>
              </a:rPr>
              <a:t>Ex:-</a:t>
            </a:r>
            <a:r>
              <a:rPr sz="1650" b="1" spc="15" dirty="0">
                <a:latin typeface="Arial"/>
                <a:cs typeface="Arial"/>
              </a:rPr>
              <a:t> </a:t>
            </a:r>
            <a:r>
              <a:rPr sz="1650" dirty="0">
                <a:latin typeface="Arial MT"/>
                <a:cs typeface="Arial MT"/>
              </a:rPr>
              <a:t>tuple</a:t>
            </a:r>
            <a:r>
              <a:rPr sz="1650" spc="10" dirty="0">
                <a:latin typeface="Arial MT"/>
                <a:cs typeface="Arial MT"/>
              </a:rPr>
              <a:t> </a:t>
            </a:r>
            <a:r>
              <a:rPr sz="1650" spc="5" dirty="0">
                <a:latin typeface="Arial MT"/>
                <a:cs typeface="Arial MT"/>
              </a:rPr>
              <a:t>=</a:t>
            </a:r>
            <a:r>
              <a:rPr sz="1650" dirty="0">
                <a:latin typeface="Arial MT"/>
                <a:cs typeface="Arial MT"/>
              </a:rPr>
              <a:t> </a:t>
            </a:r>
            <a:r>
              <a:rPr sz="1650" spc="5" dirty="0">
                <a:latin typeface="Arial MT"/>
                <a:cs typeface="Arial MT"/>
              </a:rPr>
              <a:t>(1,5,1,4)	</a:t>
            </a:r>
            <a:r>
              <a:rPr sz="1650" b="1" dirty="0">
                <a:latin typeface="Arial"/>
                <a:cs typeface="Arial"/>
              </a:rPr>
              <a:t>OP:-</a:t>
            </a:r>
            <a:r>
              <a:rPr sz="1650" b="1" spc="-25" dirty="0">
                <a:latin typeface="Arial"/>
                <a:cs typeface="Arial"/>
              </a:rPr>
              <a:t> </a:t>
            </a:r>
            <a:r>
              <a:rPr sz="1650" spc="5" dirty="0">
                <a:latin typeface="Arial MT"/>
                <a:cs typeface="Arial MT"/>
              </a:rPr>
              <a:t>1</a:t>
            </a:r>
            <a:endParaRPr sz="1650">
              <a:latin typeface="Arial MT"/>
              <a:cs typeface="Arial MT"/>
            </a:endParaRPr>
          </a:p>
          <a:p>
            <a:pPr marL="480695">
              <a:lnSpc>
                <a:spcPct val="100000"/>
              </a:lnSpc>
              <a:spcBef>
                <a:spcPts val="190"/>
              </a:spcBef>
            </a:pPr>
            <a:r>
              <a:rPr sz="1650" dirty="0">
                <a:latin typeface="Arial MT"/>
                <a:cs typeface="Arial MT"/>
              </a:rPr>
              <a:t>print(tuple.index(5))</a:t>
            </a:r>
            <a:endParaRPr sz="1650">
              <a:latin typeface="Arial MT"/>
              <a:cs typeface="Arial MT"/>
            </a:endParaRPr>
          </a:p>
          <a:p>
            <a:pPr>
              <a:lnSpc>
                <a:spcPct val="100000"/>
              </a:lnSpc>
              <a:spcBef>
                <a:spcPts val="5"/>
              </a:spcBef>
            </a:pPr>
            <a:endParaRPr sz="2050">
              <a:latin typeface="Arial MT"/>
              <a:cs typeface="Arial MT"/>
            </a:endParaRPr>
          </a:p>
          <a:p>
            <a:pPr marL="189230" indent="-177165">
              <a:lnSpc>
                <a:spcPct val="100000"/>
              </a:lnSpc>
              <a:buSzPct val="93939"/>
              <a:buAutoNum type="arabicPeriod" startAt="3"/>
              <a:tabLst>
                <a:tab pos="189865" algn="l"/>
              </a:tabLst>
            </a:pPr>
            <a:r>
              <a:rPr sz="1650" b="1" dirty="0">
                <a:latin typeface="Arial"/>
                <a:cs typeface="Arial"/>
              </a:rPr>
              <a:t>Len():- </a:t>
            </a:r>
            <a:r>
              <a:rPr sz="1650" dirty="0">
                <a:latin typeface="Arial MT"/>
                <a:cs typeface="Arial MT"/>
              </a:rPr>
              <a:t>It</a:t>
            </a:r>
            <a:r>
              <a:rPr sz="1650" spc="5" dirty="0">
                <a:latin typeface="Arial MT"/>
                <a:cs typeface="Arial MT"/>
              </a:rPr>
              <a:t> </a:t>
            </a:r>
            <a:r>
              <a:rPr sz="1650" dirty="0">
                <a:latin typeface="Arial MT"/>
                <a:cs typeface="Arial MT"/>
              </a:rPr>
              <a:t>determines</a:t>
            </a:r>
            <a:r>
              <a:rPr sz="1650" spc="5" dirty="0">
                <a:latin typeface="Arial MT"/>
                <a:cs typeface="Arial MT"/>
              </a:rPr>
              <a:t> </a:t>
            </a:r>
            <a:r>
              <a:rPr sz="1650" dirty="0">
                <a:latin typeface="Arial MT"/>
                <a:cs typeface="Arial MT"/>
              </a:rPr>
              <a:t>number of</a:t>
            </a:r>
            <a:r>
              <a:rPr sz="1650" spc="5" dirty="0">
                <a:latin typeface="Arial MT"/>
                <a:cs typeface="Arial MT"/>
              </a:rPr>
              <a:t> </a:t>
            </a:r>
            <a:r>
              <a:rPr sz="1650" dirty="0">
                <a:latin typeface="Arial MT"/>
                <a:cs typeface="Arial MT"/>
              </a:rPr>
              <a:t>items</a:t>
            </a:r>
            <a:r>
              <a:rPr sz="1650" spc="5" dirty="0">
                <a:latin typeface="Arial MT"/>
                <a:cs typeface="Arial MT"/>
              </a:rPr>
              <a:t> </a:t>
            </a:r>
            <a:r>
              <a:rPr sz="1650" dirty="0">
                <a:latin typeface="Arial MT"/>
                <a:cs typeface="Arial MT"/>
              </a:rPr>
              <a:t>present in</a:t>
            </a:r>
            <a:r>
              <a:rPr sz="1650" spc="5" dirty="0">
                <a:latin typeface="Arial MT"/>
                <a:cs typeface="Arial MT"/>
              </a:rPr>
              <a:t> </a:t>
            </a:r>
            <a:r>
              <a:rPr sz="1650" dirty="0">
                <a:latin typeface="Arial MT"/>
                <a:cs typeface="Arial MT"/>
              </a:rPr>
              <a:t>tuple.</a:t>
            </a:r>
            <a:endParaRPr sz="1650">
              <a:latin typeface="Arial MT"/>
              <a:cs typeface="Arial MT"/>
            </a:endParaRPr>
          </a:p>
          <a:p>
            <a:pPr marL="12700">
              <a:lnSpc>
                <a:spcPct val="100000"/>
              </a:lnSpc>
              <a:spcBef>
                <a:spcPts val="190"/>
              </a:spcBef>
              <a:tabLst>
                <a:tab pos="3952875" algn="l"/>
              </a:tabLst>
            </a:pPr>
            <a:r>
              <a:rPr sz="1650" b="1" dirty="0">
                <a:latin typeface="Arial"/>
                <a:cs typeface="Arial"/>
              </a:rPr>
              <a:t>Ex:-</a:t>
            </a:r>
            <a:r>
              <a:rPr sz="1650" b="1" spc="15" dirty="0">
                <a:latin typeface="Arial"/>
                <a:cs typeface="Arial"/>
              </a:rPr>
              <a:t> </a:t>
            </a:r>
            <a:r>
              <a:rPr sz="1650" dirty="0">
                <a:latin typeface="Arial MT"/>
                <a:cs typeface="Arial MT"/>
              </a:rPr>
              <a:t>tuple</a:t>
            </a:r>
            <a:r>
              <a:rPr sz="1650" spc="10" dirty="0">
                <a:latin typeface="Arial MT"/>
                <a:cs typeface="Arial MT"/>
              </a:rPr>
              <a:t> </a:t>
            </a:r>
            <a:r>
              <a:rPr sz="1650" spc="5" dirty="0">
                <a:latin typeface="Arial MT"/>
                <a:cs typeface="Arial MT"/>
              </a:rPr>
              <a:t>=</a:t>
            </a:r>
            <a:r>
              <a:rPr sz="1650" dirty="0">
                <a:latin typeface="Arial MT"/>
                <a:cs typeface="Arial MT"/>
              </a:rPr>
              <a:t> </a:t>
            </a:r>
            <a:r>
              <a:rPr sz="1650" spc="5" dirty="0">
                <a:latin typeface="Arial MT"/>
                <a:cs typeface="Arial MT"/>
              </a:rPr>
              <a:t>(1,5,1,4)	</a:t>
            </a:r>
            <a:r>
              <a:rPr sz="1650" b="1" dirty="0">
                <a:latin typeface="Arial"/>
                <a:cs typeface="Arial"/>
              </a:rPr>
              <a:t>OP:-</a:t>
            </a:r>
            <a:r>
              <a:rPr sz="1650" b="1" spc="-25" dirty="0">
                <a:latin typeface="Arial"/>
                <a:cs typeface="Arial"/>
              </a:rPr>
              <a:t> </a:t>
            </a:r>
            <a:r>
              <a:rPr sz="1650" spc="5" dirty="0">
                <a:latin typeface="Arial MT"/>
                <a:cs typeface="Arial MT"/>
              </a:rPr>
              <a:t>4</a:t>
            </a:r>
            <a:endParaRPr sz="1650">
              <a:latin typeface="Arial MT"/>
              <a:cs typeface="Arial MT"/>
            </a:endParaRPr>
          </a:p>
          <a:p>
            <a:pPr marL="480695">
              <a:lnSpc>
                <a:spcPct val="100000"/>
              </a:lnSpc>
              <a:spcBef>
                <a:spcPts val="190"/>
              </a:spcBef>
            </a:pPr>
            <a:r>
              <a:rPr sz="1650" dirty="0">
                <a:latin typeface="Arial MT"/>
                <a:cs typeface="Arial MT"/>
              </a:rPr>
              <a:t>print(len(tuple))</a:t>
            </a:r>
            <a:endParaRPr sz="1650">
              <a:latin typeface="Arial MT"/>
              <a:cs typeface="Arial MT"/>
            </a:endParaRPr>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700" rIns="0" bIns="0" rtlCol="0">
            <a:spAutoFit/>
          </a:bodyPr>
          <a:lstStyle/>
          <a:p>
            <a:pPr marL="14604">
              <a:lnSpc>
                <a:spcPct val="100000"/>
              </a:lnSpc>
              <a:spcBef>
                <a:spcPts val="100"/>
              </a:spcBef>
            </a:pPr>
            <a:r>
              <a:rPr spc="-165" dirty="0"/>
              <a:t>BUI</a:t>
            </a:r>
            <a:r>
              <a:rPr spc="-330" dirty="0"/>
              <a:t>L</a:t>
            </a:r>
            <a:r>
              <a:rPr spc="-260" dirty="0"/>
              <a:t>T</a:t>
            </a:r>
            <a:r>
              <a:rPr spc="-165" dirty="0"/>
              <a:t>-IN</a:t>
            </a:r>
            <a:r>
              <a:rPr dirty="0"/>
              <a:t> </a:t>
            </a:r>
            <a:r>
              <a:rPr spc="-204" dirty="0"/>
              <a:t>FU</a:t>
            </a:r>
            <a:r>
              <a:rPr spc="-295" dirty="0"/>
              <a:t>N</a:t>
            </a:r>
            <a:r>
              <a:rPr spc="40" dirty="0"/>
              <a:t>cTIONs</a:t>
            </a:r>
            <a:r>
              <a:rPr dirty="0"/>
              <a:t> </a:t>
            </a:r>
            <a:r>
              <a:rPr spc="-135" dirty="0"/>
              <a:t>OF</a:t>
            </a:r>
            <a:r>
              <a:rPr dirty="0"/>
              <a:t> </a:t>
            </a:r>
            <a:r>
              <a:rPr spc="-60" dirty="0"/>
              <a:t>TUpLE</a:t>
            </a:r>
          </a:p>
        </p:txBody>
      </p:sp>
      <p:pic>
        <p:nvPicPr>
          <p:cNvPr id="3" name="object 3"/>
          <p:cNvPicPr/>
          <p:nvPr/>
        </p:nvPicPr>
        <p:blipFill>
          <a:blip r:embed="rId2" cstate="print"/>
          <a:stretch>
            <a:fillRect/>
          </a:stretch>
        </p:blipFill>
        <p:spPr>
          <a:xfrm>
            <a:off x="596734" y="1246911"/>
            <a:ext cx="6626431" cy="3126178"/>
          </a:xfrm>
          <a:prstGeom prst="rect">
            <a:avLst/>
          </a:prstGeom>
        </p:spPr>
      </p:pic>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82398" y="2124568"/>
            <a:ext cx="5797550" cy="513080"/>
          </a:xfrm>
          <a:prstGeom prst="rect">
            <a:avLst/>
          </a:prstGeom>
        </p:spPr>
        <p:txBody>
          <a:bodyPr vert="horz" wrap="square" lIns="0" tIns="12700" rIns="0" bIns="0" rtlCol="0">
            <a:spAutoFit/>
          </a:bodyPr>
          <a:lstStyle/>
          <a:p>
            <a:pPr marL="12700">
              <a:lnSpc>
                <a:spcPct val="100000"/>
              </a:lnSpc>
              <a:spcBef>
                <a:spcPts val="100"/>
              </a:spcBef>
            </a:pPr>
            <a:r>
              <a:rPr spc="-430" dirty="0"/>
              <a:t>7</a:t>
            </a:r>
            <a:r>
              <a:rPr spc="-210" dirty="0"/>
              <a:t>.1</a:t>
            </a:r>
            <a:r>
              <a:rPr spc="15" dirty="0"/>
              <a:t> </a:t>
            </a:r>
            <a:r>
              <a:rPr spc="735" dirty="0"/>
              <a:t>W</a:t>
            </a:r>
            <a:r>
              <a:rPr spc="750" dirty="0"/>
              <a:t>O</a:t>
            </a:r>
            <a:r>
              <a:rPr spc="480" dirty="0"/>
              <a:t>RKI</a:t>
            </a:r>
            <a:r>
              <a:rPr spc="540" dirty="0"/>
              <a:t>N</a:t>
            </a:r>
            <a:r>
              <a:rPr spc="730" dirty="0"/>
              <a:t>G</a:t>
            </a:r>
            <a:r>
              <a:rPr spc="-25" dirty="0"/>
              <a:t> </a:t>
            </a:r>
            <a:r>
              <a:rPr spc="600" dirty="0"/>
              <a:t>WITH</a:t>
            </a:r>
            <a:r>
              <a:rPr spc="145" dirty="0"/>
              <a:t> </a:t>
            </a:r>
            <a:r>
              <a:rPr spc="535" dirty="0"/>
              <a:t>SETS</a:t>
            </a:r>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txBox="1">
            <a:spLocks noGrp="1"/>
          </p:cNvSpPr>
          <p:nvPr>
            <p:ph type="sldNum" sz="quarter" idx="7"/>
          </p:nvPr>
        </p:nvSpPr>
        <p:spPr>
          <a:prstGeom prst="rect">
            <a:avLst/>
          </a:prstGeom>
        </p:spPr>
        <p:txBody>
          <a:bodyPr vert="horz" wrap="square" lIns="0" tIns="0" rIns="0" bIns="0" rtlCol="0">
            <a:spAutoFit/>
          </a:bodyPr>
          <a:lstStyle/>
          <a:p>
            <a:pPr marL="38100">
              <a:lnSpc>
                <a:spcPts val="1810"/>
              </a:lnSpc>
            </a:pPr>
            <a:fld id="{81D60167-4931-47E6-BA6A-407CBD079E47}" type="slidenum">
              <a:rPr dirty="0"/>
              <a:pPr marL="38100">
                <a:lnSpc>
                  <a:spcPts val="1810"/>
                </a:lnSpc>
              </a:pPr>
              <a:t>105</a:t>
            </a:fld>
            <a:endParaRPr dirty="0"/>
          </a:p>
        </p:txBody>
      </p:sp>
      <p:sp>
        <p:nvSpPr>
          <p:cNvPr id="2" name="object 2"/>
          <p:cNvSpPr txBox="1">
            <a:spLocks noGrp="1"/>
          </p:cNvSpPr>
          <p:nvPr>
            <p:ph type="title"/>
          </p:nvPr>
        </p:nvSpPr>
        <p:spPr>
          <a:xfrm>
            <a:off x="744797" y="327293"/>
            <a:ext cx="2911475" cy="513080"/>
          </a:xfrm>
          <a:prstGeom prst="rect">
            <a:avLst/>
          </a:prstGeom>
        </p:spPr>
        <p:txBody>
          <a:bodyPr vert="horz" wrap="square" lIns="0" tIns="12700" rIns="0" bIns="0" rtlCol="0">
            <a:spAutoFit/>
          </a:bodyPr>
          <a:lstStyle/>
          <a:p>
            <a:pPr marL="12700">
              <a:lnSpc>
                <a:spcPct val="100000"/>
              </a:lnSpc>
              <a:spcBef>
                <a:spcPts val="100"/>
              </a:spcBef>
            </a:pPr>
            <a:r>
              <a:rPr spc="235" dirty="0"/>
              <a:t>Set</a:t>
            </a:r>
            <a:r>
              <a:rPr spc="110" dirty="0"/>
              <a:t> </a:t>
            </a:r>
            <a:r>
              <a:rPr spc="270" dirty="0"/>
              <a:t>in</a:t>
            </a:r>
            <a:r>
              <a:rPr spc="114" dirty="0"/>
              <a:t> </a:t>
            </a:r>
            <a:r>
              <a:rPr spc="300" dirty="0"/>
              <a:t>Python</a:t>
            </a:r>
          </a:p>
        </p:txBody>
      </p:sp>
      <p:sp>
        <p:nvSpPr>
          <p:cNvPr id="3" name="object 3"/>
          <p:cNvSpPr txBox="1"/>
          <p:nvPr/>
        </p:nvSpPr>
        <p:spPr>
          <a:xfrm>
            <a:off x="844550" y="1347375"/>
            <a:ext cx="7677150" cy="1397000"/>
          </a:xfrm>
          <a:prstGeom prst="rect">
            <a:avLst/>
          </a:prstGeom>
        </p:spPr>
        <p:txBody>
          <a:bodyPr vert="horz" wrap="square" lIns="0" tIns="12700" rIns="0" bIns="0" rtlCol="0">
            <a:spAutoFit/>
          </a:bodyPr>
          <a:lstStyle/>
          <a:p>
            <a:pPr marL="241300" marR="5080" indent="-228600" algn="just">
              <a:lnSpc>
                <a:spcPct val="100000"/>
              </a:lnSpc>
              <a:spcBef>
                <a:spcPts val="100"/>
              </a:spcBef>
            </a:pPr>
            <a:r>
              <a:rPr sz="1800" dirty="0">
                <a:latin typeface="Arial MT"/>
                <a:cs typeface="Arial MT"/>
              </a:rPr>
              <a:t>A set </a:t>
            </a:r>
            <a:r>
              <a:rPr sz="1800" spc="-5" dirty="0">
                <a:latin typeface="Arial MT"/>
                <a:cs typeface="Arial MT"/>
              </a:rPr>
              <a:t>is an unordered </a:t>
            </a:r>
            <a:r>
              <a:rPr sz="1800" dirty="0">
                <a:latin typeface="Arial MT"/>
                <a:cs typeface="Arial MT"/>
              </a:rPr>
              <a:t>collection </a:t>
            </a:r>
            <a:r>
              <a:rPr sz="1800" spc="-5" dirty="0">
                <a:latin typeface="Arial MT"/>
                <a:cs typeface="Arial MT"/>
              </a:rPr>
              <a:t>of items. Every </a:t>
            </a:r>
            <a:r>
              <a:rPr sz="1800" dirty="0">
                <a:latin typeface="Arial MT"/>
                <a:cs typeface="Arial MT"/>
              </a:rPr>
              <a:t>set </a:t>
            </a:r>
            <a:r>
              <a:rPr sz="1800" spc="-5" dirty="0">
                <a:latin typeface="Arial MT"/>
                <a:cs typeface="Arial MT"/>
              </a:rPr>
              <a:t>element is unique </a:t>
            </a:r>
            <a:r>
              <a:rPr sz="1800" dirty="0">
                <a:latin typeface="Arial MT"/>
                <a:cs typeface="Arial MT"/>
              </a:rPr>
              <a:t>(no </a:t>
            </a:r>
            <a:r>
              <a:rPr sz="1800" spc="5" dirty="0">
                <a:latin typeface="Arial MT"/>
                <a:cs typeface="Arial MT"/>
              </a:rPr>
              <a:t> </a:t>
            </a:r>
            <a:r>
              <a:rPr sz="1800" spc="-5" dirty="0">
                <a:latin typeface="Arial MT"/>
                <a:cs typeface="Arial MT"/>
              </a:rPr>
              <a:t>duplicates) and </a:t>
            </a:r>
            <a:r>
              <a:rPr sz="1800" dirty="0">
                <a:latin typeface="Arial MT"/>
                <a:cs typeface="Arial MT"/>
              </a:rPr>
              <a:t>must </a:t>
            </a:r>
            <a:r>
              <a:rPr sz="1800" spc="-5" dirty="0">
                <a:latin typeface="Arial MT"/>
                <a:cs typeface="Arial MT"/>
              </a:rPr>
              <a:t>be immutable </a:t>
            </a:r>
            <a:r>
              <a:rPr sz="1800" dirty="0">
                <a:latin typeface="Arial MT"/>
                <a:cs typeface="Arial MT"/>
              </a:rPr>
              <a:t>(cannot </a:t>
            </a:r>
            <a:r>
              <a:rPr sz="1800" spc="-5" dirty="0">
                <a:latin typeface="Arial MT"/>
                <a:cs typeface="Arial MT"/>
              </a:rPr>
              <a:t>be </a:t>
            </a:r>
            <a:r>
              <a:rPr sz="1800" dirty="0">
                <a:latin typeface="Arial MT"/>
                <a:cs typeface="Arial MT"/>
              </a:rPr>
              <a:t>changed). </a:t>
            </a:r>
            <a:r>
              <a:rPr sz="1800" spc="-20" dirty="0">
                <a:latin typeface="Arial MT"/>
                <a:cs typeface="Arial MT"/>
              </a:rPr>
              <a:t>However, </a:t>
            </a:r>
            <a:r>
              <a:rPr sz="1800" dirty="0">
                <a:latin typeface="Arial MT"/>
                <a:cs typeface="Arial MT"/>
              </a:rPr>
              <a:t>a set </a:t>
            </a:r>
            <a:r>
              <a:rPr sz="1800" spc="5" dirty="0">
                <a:latin typeface="Arial MT"/>
                <a:cs typeface="Arial MT"/>
              </a:rPr>
              <a:t> </a:t>
            </a:r>
            <a:r>
              <a:rPr sz="1800" spc="-5" dirty="0">
                <a:latin typeface="Arial MT"/>
                <a:cs typeface="Arial MT"/>
              </a:rPr>
              <a:t>itself is </a:t>
            </a:r>
            <a:r>
              <a:rPr sz="1800" dirty="0">
                <a:latin typeface="Arial MT"/>
                <a:cs typeface="Arial MT"/>
              </a:rPr>
              <a:t>mutable. </a:t>
            </a:r>
            <a:r>
              <a:rPr sz="1800" spc="-20" dirty="0">
                <a:latin typeface="Arial MT"/>
                <a:cs typeface="Arial MT"/>
              </a:rPr>
              <a:t>We </a:t>
            </a:r>
            <a:r>
              <a:rPr sz="1800" dirty="0">
                <a:latin typeface="Arial MT"/>
                <a:cs typeface="Arial MT"/>
              </a:rPr>
              <a:t>can </a:t>
            </a:r>
            <a:r>
              <a:rPr sz="1800" spc="-5" dirty="0">
                <a:latin typeface="Arial MT"/>
                <a:cs typeface="Arial MT"/>
              </a:rPr>
              <a:t>add or </a:t>
            </a:r>
            <a:r>
              <a:rPr sz="1800" dirty="0">
                <a:latin typeface="Arial MT"/>
                <a:cs typeface="Arial MT"/>
              </a:rPr>
              <a:t>remove </a:t>
            </a:r>
            <a:r>
              <a:rPr sz="1800" spc="-5" dirty="0">
                <a:latin typeface="Arial MT"/>
                <a:cs typeface="Arial MT"/>
              </a:rPr>
              <a:t>items from it. Sets </a:t>
            </a:r>
            <a:r>
              <a:rPr sz="1800" dirty="0">
                <a:latin typeface="Arial MT"/>
                <a:cs typeface="Arial MT"/>
              </a:rPr>
              <a:t>can </a:t>
            </a:r>
            <a:r>
              <a:rPr sz="1800" spc="-5" dirty="0">
                <a:latin typeface="Arial MT"/>
                <a:cs typeface="Arial MT"/>
              </a:rPr>
              <a:t>also be </a:t>
            </a:r>
            <a:r>
              <a:rPr sz="1800" dirty="0">
                <a:latin typeface="Arial MT"/>
                <a:cs typeface="Arial MT"/>
              </a:rPr>
              <a:t> </a:t>
            </a:r>
            <a:r>
              <a:rPr sz="1800" spc="-5" dirty="0">
                <a:latin typeface="Arial MT"/>
                <a:cs typeface="Arial MT"/>
              </a:rPr>
              <a:t>used</a:t>
            </a:r>
            <a:r>
              <a:rPr sz="1800" dirty="0">
                <a:latin typeface="Arial MT"/>
                <a:cs typeface="Arial MT"/>
              </a:rPr>
              <a:t> </a:t>
            </a:r>
            <a:r>
              <a:rPr sz="1800" spc="-5" dirty="0">
                <a:latin typeface="Arial MT"/>
                <a:cs typeface="Arial MT"/>
              </a:rPr>
              <a:t>to</a:t>
            </a:r>
            <a:r>
              <a:rPr sz="1800" dirty="0">
                <a:latin typeface="Arial MT"/>
                <a:cs typeface="Arial MT"/>
              </a:rPr>
              <a:t> </a:t>
            </a:r>
            <a:r>
              <a:rPr sz="1800" spc="-5" dirty="0">
                <a:latin typeface="Arial MT"/>
                <a:cs typeface="Arial MT"/>
              </a:rPr>
              <a:t>perform</a:t>
            </a:r>
            <a:r>
              <a:rPr sz="1800" dirty="0">
                <a:latin typeface="Arial MT"/>
                <a:cs typeface="Arial MT"/>
              </a:rPr>
              <a:t> mathematical</a:t>
            </a:r>
            <a:r>
              <a:rPr sz="1800" spc="5" dirty="0">
                <a:latin typeface="Arial MT"/>
                <a:cs typeface="Arial MT"/>
              </a:rPr>
              <a:t> </a:t>
            </a:r>
            <a:r>
              <a:rPr sz="1800" dirty="0">
                <a:latin typeface="Arial MT"/>
                <a:cs typeface="Arial MT"/>
              </a:rPr>
              <a:t>set</a:t>
            </a:r>
            <a:r>
              <a:rPr sz="1800" spc="5" dirty="0">
                <a:latin typeface="Arial MT"/>
                <a:cs typeface="Arial MT"/>
              </a:rPr>
              <a:t> </a:t>
            </a:r>
            <a:r>
              <a:rPr sz="1800" spc="-5" dirty="0">
                <a:latin typeface="Arial MT"/>
                <a:cs typeface="Arial MT"/>
              </a:rPr>
              <a:t>operations</a:t>
            </a:r>
            <a:r>
              <a:rPr sz="1800" dirty="0">
                <a:latin typeface="Arial MT"/>
                <a:cs typeface="Arial MT"/>
              </a:rPr>
              <a:t> </a:t>
            </a:r>
            <a:r>
              <a:rPr sz="1800" spc="-5" dirty="0">
                <a:latin typeface="Arial MT"/>
                <a:cs typeface="Arial MT"/>
              </a:rPr>
              <a:t>like</a:t>
            </a:r>
            <a:r>
              <a:rPr sz="1800" dirty="0">
                <a:latin typeface="Arial MT"/>
                <a:cs typeface="Arial MT"/>
              </a:rPr>
              <a:t> </a:t>
            </a:r>
            <a:r>
              <a:rPr sz="1800" spc="-5" dirty="0">
                <a:latin typeface="Arial MT"/>
                <a:cs typeface="Arial MT"/>
              </a:rPr>
              <a:t>union,</a:t>
            </a:r>
            <a:r>
              <a:rPr sz="1800" dirty="0">
                <a:latin typeface="Arial MT"/>
                <a:cs typeface="Arial MT"/>
              </a:rPr>
              <a:t> </a:t>
            </a:r>
            <a:r>
              <a:rPr sz="1800" spc="-5" dirty="0">
                <a:latin typeface="Arial MT"/>
                <a:cs typeface="Arial MT"/>
              </a:rPr>
              <a:t>intersection, </a:t>
            </a:r>
            <a:r>
              <a:rPr sz="1800" spc="-490" dirty="0">
                <a:latin typeface="Arial MT"/>
                <a:cs typeface="Arial MT"/>
              </a:rPr>
              <a:t> </a:t>
            </a:r>
            <a:r>
              <a:rPr sz="1800" dirty="0">
                <a:latin typeface="Arial MT"/>
                <a:cs typeface="Arial MT"/>
              </a:rPr>
              <a:t>symmetric</a:t>
            </a:r>
            <a:r>
              <a:rPr sz="1800" spc="-10" dirty="0">
                <a:latin typeface="Arial MT"/>
                <a:cs typeface="Arial MT"/>
              </a:rPr>
              <a:t> difference,</a:t>
            </a:r>
            <a:r>
              <a:rPr sz="1800" spc="-5" dirty="0">
                <a:latin typeface="Arial MT"/>
                <a:cs typeface="Arial MT"/>
              </a:rPr>
              <a:t> etc.</a:t>
            </a:r>
            <a:endParaRPr sz="1800">
              <a:latin typeface="Arial MT"/>
              <a:cs typeface="Arial MT"/>
            </a:endParaRPr>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txBox="1">
            <a:spLocks noGrp="1"/>
          </p:cNvSpPr>
          <p:nvPr>
            <p:ph type="sldNum" sz="quarter" idx="7"/>
          </p:nvPr>
        </p:nvSpPr>
        <p:spPr>
          <a:prstGeom prst="rect">
            <a:avLst/>
          </a:prstGeom>
        </p:spPr>
        <p:txBody>
          <a:bodyPr vert="horz" wrap="square" lIns="0" tIns="0" rIns="0" bIns="0" rtlCol="0">
            <a:spAutoFit/>
          </a:bodyPr>
          <a:lstStyle/>
          <a:p>
            <a:pPr marL="38100">
              <a:lnSpc>
                <a:spcPts val="1810"/>
              </a:lnSpc>
            </a:pPr>
            <a:fld id="{81D60167-4931-47E6-BA6A-407CBD079E47}" type="slidenum">
              <a:rPr dirty="0"/>
              <a:pPr marL="38100">
                <a:lnSpc>
                  <a:spcPts val="1810"/>
                </a:lnSpc>
              </a:pPr>
              <a:t>106</a:t>
            </a:fld>
            <a:endParaRPr dirty="0"/>
          </a:p>
        </p:txBody>
      </p:sp>
      <p:sp>
        <p:nvSpPr>
          <p:cNvPr id="2" name="object 2"/>
          <p:cNvSpPr txBox="1">
            <a:spLocks noGrp="1"/>
          </p:cNvSpPr>
          <p:nvPr>
            <p:ph type="title"/>
          </p:nvPr>
        </p:nvSpPr>
        <p:spPr>
          <a:xfrm>
            <a:off x="576184" y="294869"/>
            <a:ext cx="4505960" cy="513080"/>
          </a:xfrm>
          <a:prstGeom prst="rect">
            <a:avLst/>
          </a:prstGeom>
        </p:spPr>
        <p:txBody>
          <a:bodyPr vert="horz" wrap="square" lIns="0" tIns="12700" rIns="0" bIns="0" rtlCol="0">
            <a:spAutoFit/>
          </a:bodyPr>
          <a:lstStyle/>
          <a:p>
            <a:pPr marL="12700">
              <a:lnSpc>
                <a:spcPct val="100000"/>
              </a:lnSpc>
              <a:spcBef>
                <a:spcPts val="100"/>
              </a:spcBef>
            </a:pPr>
            <a:r>
              <a:rPr spc="260" dirty="0"/>
              <a:t>Creating</a:t>
            </a:r>
            <a:r>
              <a:rPr spc="80" dirty="0"/>
              <a:t> </a:t>
            </a:r>
            <a:r>
              <a:rPr spc="300" dirty="0"/>
              <a:t>Python</a:t>
            </a:r>
            <a:r>
              <a:rPr spc="114" dirty="0"/>
              <a:t> </a:t>
            </a:r>
            <a:r>
              <a:rPr spc="180" dirty="0"/>
              <a:t>Sets</a:t>
            </a:r>
          </a:p>
        </p:txBody>
      </p:sp>
      <p:sp>
        <p:nvSpPr>
          <p:cNvPr id="3" name="object 3"/>
          <p:cNvSpPr txBox="1"/>
          <p:nvPr/>
        </p:nvSpPr>
        <p:spPr>
          <a:xfrm>
            <a:off x="615950" y="1347375"/>
            <a:ext cx="7910195" cy="3317240"/>
          </a:xfrm>
          <a:prstGeom prst="rect">
            <a:avLst/>
          </a:prstGeom>
        </p:spPr>
        <p:txBody>
          <a:bodyPr vert="horz" wrap="square" lIns="0" tIns="12700" rIns="0" bIns="0" rtlCol="0">
            <a:spAutoFit/>
          </a:bodyPr>
          <a:lstStyle/>
          <a:p>
            <a:pPr marL="12700" marR="5080" algn="just">
              <a:lnSpc>
                <a:spcPct val="100000"/>
              </a:lnSpc>
              <a:spcBef>
                <a:spcPts val="100"/>
              </a:spcBef>
            </a:pPr>
            <a:r>
              <a:rPr sz="1800" dirty="0">
                <a:latin typeface="Arial MT"/>
                <a:cs typeface="Arial MT"/>
              </a:rPr>
              <a:t>A set </a:t>
            </a:r>
            <a:r>
              <a:rPr sz="1800" spc="-5" dirty="0">
                <a:latin typeface="Arial MT"/>
                <a:cs typeface="Arial MT"/>
              </a:rPr>
              <a:t>is </a:t>
            </a:r>
            <a:r>
              <a:rPr sz="1800" dirty="0">
                <a:latin typeface="Arial MT"/>
                <a:cs typeface="Arial MT"/>
              </a:rPr>
              <a:t>created </a:t>
            </a:r>
            <a:r>
              <a:rPr sz="1800" spc="-5" dirty="0">
                <a:latin typeface="Arial MT"/>
                <a:cs typeface="Arial MT"/>
              </a:rPr>
              <a:t>by placing all the items </a:t>
            </a:r>
            <a:r>
              <a:rPr sz="1800" dirty="0">
                <a:latin typeface="Arial MT"/>
                <a:cs typeface="Arial MT"/>
              </a:rPr>
              <a:t>(elements) </a:t>
            </a:r>
            <a:r>
              <a:rPr sz="1800" spc="-5" dirty="0">
                <a:latin typeface="Arial MT"/>
                <a:cs typeface="Arial MT"/>
              </a:rPr>
              <a:t>inside </a:t>
            </a:r>
            <a:r>
              <a:rPr sz="1800" dirty="0">
                <a:latin typeface="Arial MT"/>
                <a:cs typeface="Arial MT"/>
              </a:rPr>
              <a:t>curly </a:t>
            </a:r>
            <a:r>
              <a:rPr sz="1800" spc="-5" dirty="0">
                <a:latin typeface="Arial MT"/>
                <a:cs typeface="Arial MT"/>
              </a:rPr>
              <a:t>braces {}, </a:t>
            </a:r>
            <a:r>
              <a:rPr sz="1800" dirty="0">
                <a:latin typeface="Arial MT"/>
                <a:cs typeface="Arial MT"/>
              </a:rPr>
              <a:t> separated </a:t>
            </a:r>
            <a:r>
              <a:rPr sz="1800" spc="-5" dirty="0">
                <a:latin typeface="Arial MT"/>
                <a:cs typeface="Arial MT"/>
              </a:rPr>
              <a:t>by </a:t>
            </a:r>
            <a:r>
              <a:rPr sz="1800" dirty="0">
                <a:latin typeface="Arial MT"/>
                <a:cs typeface="Arial MT"/>
              </a:rPr>
              <a:t>comma, </a:t>
            </a:r>
            <a:r>
              <a:rPr sz="1800" spc="-5" dirty="0">
                <a:latin typeface="Arial MT"/>
                <a:cs typeface="Arial MT"/>
              </a:rPr>
              <a:t>or by using the built-in </a:t>
            </a:r>
            <a:r>
              <a:rPr sz="1800" dirty="0">
                <a:latin typeface="Arial MT"/>
                <a:cs typeface="Arial MT"/>
              </a:rPr>
              <a:t>set() </a:t>
            </a:r>
            <a:r>
              <a:rPr sz="1800" spc="-5" dirty="0">
                <a:latin typeface="Arial MT"/>
                <a:cs typeface="Arial MT"/>
              </a:rPr>
              <a:t>function. It </a:t>
            </a:r>
            <a:r>
              <a:rPr sz="1800" dirty="0">
                <a:latin typeface="Arial MT"/>
                <a:cs typeface="Arial MT"/>
              </a:rPr>
              <a:t>can </a:t>
            </a:r>
            <a:r>
              <a:rPr sz="1800" spc="-5" dirty="0">
                <a:latin typeface="Arial MT"/>
                <a:cs typeface="Arial MT"/>
              </a:rPr>
              <a:t>have any </a:t>
            </a:r>
            <a:r>
              <a:rPr sz="1800" dirty="0">
                <a:latin typeface="Arial MT"/>
                <a:cs typeface="Arial MT"/>
              </a:rPr>
              <a:t> </a:t>
            </a:r>
            <a:r>
              <a:rPr sz="1800" spc="-5" dirty="0">
                <a:latin typeface="Arial MT"/>
                <a:cs typeface="Arial MT"/>
              </a:rPr>
              <a:t>number of items and they </a:t>
            </a:r>
            <a:r>
              <a:rPr sz="1800" dirty="0">
                <a:latin typeface="Arial MT"/>
                <a:cs typeface="Arial MT"/>
              </a:rPr>
              <a:t>may </a:t>
            </a:r>
            <a:r>
              <a:rPr sz="1800" spc="-5" dirty="0">
                <a:latin typeface="Arial MT"/>
                <a:cs typeface="Arial MT"/>
              </a:rPr>
              <a:t>be of </a:t>
            </a:r>
            <a:r>
              <a:rPr sz="1800" spc="-10" dirty="0">
                <a:latin typeface="Arial MT"/>
                <a:cs typeface="Arial MT"/>
              </a:rPr>
              <a:t>different </a:t>
            </a:r>
            <a:r>
              <a:rPr sz="1800" spc="-5" dirty="0">
                <a:latin typeface="Arial MT"/>
                <a:cs typeface="Arial MT"/>
              </a:rPr>
              <a:t>types </a:t>
            </a:r>
            <a:r>
              <a:rPr sz="1800" spc="-15" dirty="0">
                <a:latin typeface="Arial MT"/>
                <a:cs typeface="Arial MT"/>
              </a:rPr>
              <a:t>(integer, </a:t>
            </a:r>
            <a:r>
              <a:rPr sz="1800" spc="-5" dirty="0">
                <a:latin typeface="Arial MT"/>
                <a:cs typeface="Arial MT"/>
              </a:rPr>
              <a:t>float, tuple, </a:t>
            </a:r>
            <a:r>
              <a:rPr sz="1800" dirty="0">
                <a:latin typeface="Arial MT"/>
                <a:cs typeface="Arial MT"/>
              </a:rPr>
              <a:t>string </a:t>
            </a:r>
            <a:r>
              <a:rPr sz="1800" spc="5" dirty="0">
                <a:latin typeface="Arial MT"/>
                <a:cs typeface="Arial MT"/>
              </a:rPr>
              <a:t> </a:t>
            </a:r>
            <a:r>
              <a:rPr sz="1800" spc="-5" dirty="0">
                <a:latin typeface="Arial MT"/>
                <a:cs typeface="Arial MT"/>
              </a:rPr>
              <a:t>etc.). But </a:t>
            </a:r>
            <a:r>
              <a:rPr sz="1800" dirty="0">
                <a:latin typeface="Arial MT"/>
                <a:cs typeface="Arial MT"/>
              </a:rPr>
              <a:t>a set cannot </a:t>
            </a:r>
            <a:r>
              <a:rPr sz="1800" spc="-5" dirty="0">
                <a:latin typeface="Arial MT"/>
                <a:cs typeface="Arial MT"/>
              </a:rPr>
              <a:t>have </a:t>
            </a:r>
            <a:r>
              <a:rPr sz="1800" dirty="0">
                <a:latin typeface="Arial MT"/>
                <a:cs typeface="Arial MT"/>
              </a:rPr>
              <a:t>mutable </a:t>
            </a:r>
            <a:r>
              <a:rPr sz="1800" spc="-5" dirty="0">
                <a:latin typeface="Arial MT"/>
                <a:cs typeface="Arial MT"/>
              </a:rPr>
              <a:t>elements like </a:t>
            </a:r>
            <a:r>
              <a:rPr sz="1800" u="heavy" spc="-5" dirty="0">
                <a:solidFill>
                  <a:srgbClr val="0097A7"/>
                </a:solidFill>
                <a:uFill>
                  <a:solidFill>
                    <a:srgbClr val="0097A7"/>
                  </a:solidFill>
                </a:uFill>
                <a:latin typeface="Arial MT"/>
                <a:cs typeface="Arial MT"/>
                <a:hlinkClick r:id="rId2"/>
              </a:rPr>
              <a:t>lists</a:t>
            </a:r>
            <a:r>
              <a:rPr sz="1800" spc="-5" dirty="0">
                <a:latin typeface="Arial MT"/>
                <a:cs typeface="Arial MT"/>
              </a:rPr>
              <a:t>, </a:t>
            </a:r>
            <a:r>
              <a:rPr sz="1800" dirty="0">
                <a:latin typeface="Arial MT"/>
                <a:cs typeface="Arial MT"/>
              </a:rPr>
              <a:t>sets </a:t>
            </a:r>
            <a:r>
              <a:rPr sz="1800" spc="-5" dirty="0">
                <a:latin typeface="Arial MT"/>
                <a:cs typeface="Arial MT"/>
              </a:rPr>
              <a:t>or </a:t>
            </a:r>
            <a:r>
              <a:rPr sz="1800" u="heavy" spc="-5" dirty="0">
                <a:solidFill>
                  <a:srgbClr val="0097A7"/>
                </a:solidFill>
                <a:uFill>
                  <a:solidFill>
                    <a:srgbClr val="0097A7"/>
                  </a:solidFill>
                </a:uFill>
                <a:latin typeface="Arial MT"/>
                <a:cs typeface="Arial MT"/>
                <a:hlinkClick r:id="rId3"/>
              </a:rPr>
              <a:t>dictionaries</a:t>
            </a:r>
            <a:r>
              <a:rPr sz="1800" spc="-5" dirty="0">
                <a:solidFill>
                  <a:srgbClr val="0097A7"/>
                </a:solidFill>
                <a:latin typeface="Arial MT"/>
                <a:cs typeface="Arial MT"/>
                <a:hlinkClick r:id="rId3"/>
              </a:rPr>
              <a:t> </a:t>
            </a:r>
            <a:r>
              <a:rPr sz="1800" spc="-5" dirty="0">
                <a:latin typeface="Arial MT"/>
                <a:cs typeface="Arial MT"/>
              </a:rPr>
              <a:t>as </a:t>
            </a:r>
            <a:r>
              <a:rPr sz="1800" spc="-490" dirty="0">
                <a:latin typeface="Arial MT"/>
                <a:cs typeface="Arial MT"/>
              </a:rPr>
              <a:t> </a:t>
            </a:r>
            <a:r>
              <a:rPr sz="1800" spc="-5" dirty="0">
                <a:latin typeface="Arial MT"/>
                <a:cs typeface="Arial MT"/>
              </a:rPr>
              <a:t>its</a:t>
            </a:r>
            <a:r>
              <a:rPr sz="1800" spc="-10" dirty="0">
                <a:latin typeface="Arial MT"/>
                <a:cs typeface="Arial MT"/>
              </a:rPr>
              <a:t> </a:t>
            </a:r>
            <a:r>
              <a:rPr sz="1800" spc="-5" dirty="0">
                <a:latin typeface="Arial MT"/>
                <a:cs typeface="Arial MT"/>
              </a:rPr>
              <a:t>elements.</a:t>
            </a:r>
            <a:endParaRPr sz="1800">
              <a:latin typeface="Arial MT"/>
              <a:cs typeface="Arial MT"/>
            </a:endParaRPr>
          </a:p>
          <a:p>
            <a:pPr marL="12700" marR="6106795">
              <a:lnSpc>
                <a:spcPct val="100000"/>
              </a:lnSpc>
            </a:pPr>
            <a:r>
              <a:rPr sz="1800" dirty="0">
                <a:latin typeface="Arial MT"/>
                <a:cs typeface="Arial MT"/>
              </a:rPr>
              <a:t>my_set</a:t>
            </a:r>
            <a:r>
              <a:rPr sz="1800" spc="-30" dirty="0">
                <a:latin typeface="Arial MT"/>
                <a:cs typeface="Arial MT"/>
              </a:rPr>
              <a:t> </a:t>
            </a:r>
            <a:r>
              <a:rPr sz="1800" dirty="0">
                <a:latin typeface="Arial MT"/>
                <a:cs typeface="Arial MT"/>
              </a:rPr>
              <a:t>=</a:t>
            </a:r>
            <a:r>
              <a:rPr sz="1800" spc="-25" dirty="0">
                <a:latin typeface="Arial MT"/>
                <a:cs typeface="Arial MT"/>
              </a:rPr>
              <a:t> </a:t>
            </a:r>
            <a:r>
              <a:rPr sz="1800" spc="-5" dirty="0">
                <a:latin typeface="Arial MT"/>
                <a:cs typeface="Arial MT"/>
              </a:rPr>
              <a:t>{1,</a:t>
            </a:r>
            <a:r>
              <a:rPr sz="1800" spc="-30" dirty="0">
                <a:latin typeface="Arial MT"/>
                <a:cs typeface="Arial MT"/>
              </a:rPr>
              <a:t> </a:t>
            </a:r>
            <a:r>
              <a:rPr sz="1800" spc="-5" dirty="0">
                <a:latin typeface="Arial MT"/>
                <a:cs typeface="Arial MT"/>
              </a:rPr>
              <a:t>2,</a:t>
            </a:r>
            <a:r>
              <a:rPr sz="1800" spc="-25" dirty="0">
                <a:latin typeface="Arial MT"/>
                <a:cs typeface="Arial MT"/>
              </a:rPr>
              <a:t> </a:t>
            </a:r>
            <a:r>
              <a:rPr sz="1800" spc="-5" dirty="0">
                <a:latin typeface="Arial MT"/>
                <a:cs typeface="Arial MT"/>
              </a:rPr>
              <a:t>3} </a:t>
            </a:r>
            <a:r>
              <a:rPr sz="1800" spc="-484" dirty="0">
                <a:latin typeface="Arial MT"/>
                <a:cs typeface="Arial MT"/>
              </a:rPr>
              <a:t> </a:t>
            </a:r>
            <a:r>
              <a:rPr sz="1800" spc="-5" dirty="0">
                <a:latin typeface="Arial MT"/>
                <a:cs typeface="Arial MT"/>
              </a:rPr>
              <a:t>print(my_set)</a:t>
            </a:r>
            <a:endParaRPr sz="1800">
              <a:latin typeface="Arial MT"/>
              <a:cs typeface="Arial MT"/>
            </a:endParaRPr>
          </a:p>
          <a:p>
            <a:pPr marL="12700" marR="4704080">
              <a:lnSpc>
                <a:spcPct val="100000"/>
              </a:lnSpc>
            </a:pPr>
            <a:r>
              <a:rPr sz="1800" dirty="0">
                <a:latin typeface="Arial MT"/>
                <a:cs typeface="Arial MT"/>
              </a:rPr>
              <a:t>my_set</a:t>
            </a:r>
            <a:r>
              <a:rPr sz="1800" spc="-20" dirty="0">
                <a:latin typeface="Arial MT"/>
                <a:cs typeface="Arial MT"/>
              </a:rPr>
              <a:t> </a:t>
            </a:r>
            <a:r>
              <a:rPr sz="1800" dirty="0">
                <a:latin typeface="Arial MT"/>
                <a:cs typeface="Arial MT"/>
              </a:rPr>
              <a:t>=</a:t>
            </a:r>
            <a:r>
              <a:rPr sz="1800" spc="-20" dirty="0">
                <a:latin typeface="Arial MT"/>
                <a:cs typeface="Arial MT"/>
              </a:rPr>
              <a:t> </a:t>
            </a:r>
            <a:r>
              <a:rPr sz="1800" spc="-5" dirty="0">
                <a:latin typeface="Arial MT"/>
                <a:cs typeface="Arial MT"/>
              </a:rPr>
              <a:t>{1.0,</a:t>
            </a:r>
            <a:r>
              <a:rPr sz="1800" spc="-20" dirty="0">
                <a:latin typeface="Arial MT"/>
                <a:cs typeface="Arial MT"/>
              </a:rPr>
              <a:t> </a:t>
            </a:r>
            <a:r>
              <a:rPr sz="1800" spc="-5" dirty="0">
                <a:latin typeface="Arial MT"/>
                <a:cs typeface="Arial MT"/>
              </a:rPr>
              <a:t>"Hello",</a:t>
            </a:r>
            <a:r>
              <a:rPr sz="1800" spc="-20" dirty="0">
                <a:latin typeface="Arial MT"/>
                <a:cs typeface="Arial MT"/>
              </a:rPr>
              <a:t> </a:t>
            </a:r>
            <a:r>
              <a:rPr sz="1800" dirty="0">
                <a:latin typeface="Arial MT"/>
                <a:cs typeface="Arial MT"/>
              </a:rPr>
              <a:t>(1,</a:t>
            </a:r>
            <a:r>
              <a:rPr sz="1800" spc="-15" dirty="0">
                <a:latin typeface="Arial MT"/>
                <a:cs typeface="Arial MT"/>
              </a:rPr>
              <a:t> </a:t>
            </a:r>
            <a:r>
              <a:rPr sz="1800" spc="-5" dirty="0">
                <a:latin typeface="Arial MT"/>
                <a:cs typeface="Arial MT"/>
              </a:rPr>
              <a:t>2,</a:t>
            </a:r>
            <a:r>
              <a:rPr sz="1800" spc="-20" dirty="0">
                <a:latin typeface="Arial MT"/>
                <a:cs typeface="Arial MT"/>
              </a:rPr>
              <a:t> </a:t>
            </a:r>
            <a:r>
              <a:rPr sz="1800" spc="-5" dirty="0">
                <a:latin typeface="Arial MT"/>
                <a:cs typeface="Arial MT"/>
              </a:rPr>
              <a:t>3)} </a:t>
            </a:r>
            <a:r>
              <a:rPr sz="1800" spc="-484" dirty="0">
                <a:latin typeface="Arial MT"/>
                <a:cs typeface="Arial MT"/>
              </a:rPr>
              <a:t> </a:t>
            </a:r>
            <a:r>
              <a:rPr sz="1800" spc="-5" dirty="0">
                <a:latin typeface="Arial MT"/>
                <a:cs typeface="Arial MT"/>
              </a:rPr>
              <a:t>print(my_set)</a:t>
            </a:r>
            <a:endParaRPr sz="1800">
              <a:latin typeface="Arial MT"/>
              <a:cs typeface="Arial MT"/>
            </a:endParaRPr>
          </a:p>
          <a:p>
            <a:pPr marL="12700">
              <a:lnSpc>
                <a:spcPct val="100000"/>
              </a:lnSpc>
            </a:pPr>
            <a:r>
              <a:rPr sz="1800" spc="-5" dirty="0">
                <a:latin typeface="Arial MT"/>
                <a:cs typeface="Arial MT"/>
              </a:rPr>
              <a:t>Output</a:t>
            </a:r>
            <a:r>
              <a:rPr sz="1800" spc="-20" dirty="0">
                <a:latin typeface="Arial MT"/>
                <a:cs typeface="Arial MT"/>
              </a:rPr>
              <a:t> </a:t>
            </a:r>
            <a:r>
              <a:rPr sz="1800" spc="-5" dirty="0">
                <a:latin typeface="Arial MT"/>
                <a:cs typeface="Arial MT"/>
              </a:rPr>
              <a:t>for</a:t>
            </a:r>
            <a:r>
              <a:rPr sz="1800" spc="-20" dirty="0">
                <a:latin typeface="Arial MT"/>
                <a:cs typeface="Arial MT"/>
              </a:rPr>
              <a:t> </a:t>
            </a:r>
            <a:r>
              <a:rPr sz="1800" spc="-5" dirty="0">
                <a:latin typeface="Arial MT"/>
                <a:cs typeface="Arial MT"/>
              </a:rPr>
              <a:t>the</a:t>
            </a:r>
            <a:r>
              <a:rPr sz="1800" spc="-15" dirty="0">
                <a:latin typeface="Arial MT"/>
                <a:cs typeface="Arial MT"/>
              </a:rPr>
              <a:t> </a:t>
            </a:r>
            <a:r>
              <a:rPr sz="1800" spc="-5" dirty="0">
                <a:latin typeface="Arial MT"/>
                <a:cs typeface="Arial MT"/>
              </a:rPr>
              <a:t>above</a:t>
            </a:r>
            <a:r>
              <a:rPr sz="1800" spc="-20" dirty="0">
                <a:latin typeface="Arial MT"/>
                <a:cs typeface="Arial MT"/>
              </a:rPr>
              <a:t> </a:t>
            </a:r>
            <a:r>
              <a:rPr sz="1800" dirty="0">
                <a:latin typeface="Arial MT"/>
                <a:cs typeface="Arial MT"/>
              </a:rPr>
              <a:t>code</a:t>
            </a:r>
            <a:r>
              <a:rPr sz="1800" spc="-15" dirty="0">
                <a:latin typeface="Arial MT"/>
                <a:cs typeface="Arial MT"/>
              </a:rPr>
              <a:t> </a:t>
            </a:r>
            <a:r>
              <a:rPr sz="1800" dirty="0">
                <a:latin typeface="Arial MT"/>
                <a:cs typeface="Arial MT"/>
              </a:rPr>
              <a:t>snippet</a:t>
            </a:r>
            <a:endParaRPr sz="1800">
              <a:latin typeface="Arial MT"/>
              <a:cs typeface="Arial MT"/>
            </a:endParaRPr>
          </a:p>
          <a:p>
            <a:pPr marL="12700">
              <a:lnSpc>
                <a:spcPct val="100000"/>
              </a:lnSpc>
            </a:pPr>
            <a:r>
              <a:rPr sz="1800" spc="-5" dirty="0">
                <a:latin typeface="Arial MT"/>
                <a:cs typeface="Arial MT"/>
              </a:rPr>
              <a:t>{1,</a:t>
            </a:r>
            <a:r>
              <a:rPr sz="1800" spc="-35" dirty="0">
                <a:latin typeface="Arial MT"/>
                <a:cs typeface="Arial MT"/>
              </a:rPr>
              <a:t> </a:t>
            </a:r>
            <a:r>
              <a:rPr sz="1800" spc="-5" dirty="0">
                <a:latin typeface="Arial MT"/>
                <a:cs typeface="Arial MT"/>
              </a:rPr>
              <a:t>2,</a:t>
            </a:r>
            <a:r>
              <a:rPr sz="1800" spc="-35" dirty="0">
                <a:latin typeface="Arial MT"/>
                <a:cs typeface="Arial MT"/>
              </a:rPr>
              <a:t> </a:t>
            </a:r>
            <a:r>
              <a:rPr sz="1800" spc="-5" dirty="0">
                <a:latin typeface="Arial MT"/>
                <a:cs typeface="Arial MT"/>
              </a:rPr>
              <a:t>3}</a:t>
            </a:r>
            <a:endParaRPr sz="1800">
              <a:latin typeface="Arial MT"/>
              <a:cs typeface="Arial MT"/>
            </a:endParaRPr>
          </a:p>
          <a:p>
            <a:pPr marL="12700">
              <a:lnSpc>
                <a:spcPct val="100000"/>
              </a:lnSpc>
            </a:pPr>
            <a:r>
              <a:rPr sz="1800" spc="-5" dirty="0">
                <a:latin typeface="Arial MT"/>
                <a:cs typeface="Arial MT"/>
              </a:rPr>
              <a:t>{1.0,</a:t>
            </a:r>
            <a:r>
              <a:rPr sz="1800" spc="-25" dirty="0">
                <a:latin typeface="Arial MT"/>
                <a:cs typeface="Arial MT"/>
              </a:rPr>
              <a:t> </a:t>
            </a:r>
            <a:r>
              <a:rPr sz="1800" spc="-5" dirty="0">
                <a:latin typeface="Arial MT"/>
                <a:cs typeface="Arial MT"/>
              </a:rPr>
              <a:t>'Hello',</a:t>
            </a:r>
            <a:r>
              <a:rPr sz="1800" spc="-20" dirty="0">
                <a:latin typeface="Arial MT"/>
                <a:cs typeface="Arial MT"/>
              </a:rPr>
              <a:t> </a:t>
            </a:r>
            <a:r>
              <a:rPr sz="1800" dirty="0">
                <a:latin typeface="Arial MT"/>
                <a:cs typeface="Arial MT"/>
              </a:rPr>
              <a:t>(1,</a:t>
            </a:r>
            <a:r>
              <a:rPr sz="1800" spc="-20" dirty="0">
                <a:latin typeface="Arial MT"/>
                <a:cs typeface="Arial MT"/>
              </a:rPr>
              <a:t> </a:t>
            </a:r>
            <a:r>
              <a:rPr sz="1800" spc="-5" dirty="0">
                <a:latin typeface="Arial MT"/>
                <a:cs typeface="Arial MT"/>
              </a:rPr>
              <a:t>2,</a:t>
            </a:r>
            <a:r>
              <a:rPr sz="1800" spc="-25" dirty="0">
                <a:latin typeface="Arial MT"/>
                <a:cs typeface="Arial MT"/>
              </a:rPr>
              <a:t> </a:t>
            </a:r>
            <a:r>
              <a:rPr sz="1800" spc="-5" dirty="0">
                <a:latin typeface="Arial MT"/>
                <a:cs typeface="Arial MT"/>
              </a:rPr>
              <a:t>3)}</a:t>
            </a:r>
            <a:endParaRPr sz="1800">
              <a:latin typeface="Arial MT"/>
              <a:cs typeface="Arial MT"/>
            </a:endParaRPr>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txBox="1">
            <a:spLocks noGrp="1"/>
          </p:cNvSpPr>
          <p:nvPr>
            <p:ph type="sldNum" sz="quarter" idx="7"/>
          </p:nvPr>
        </p:nvSpPr>
        <p:spPr>
          <a:prstGeom prst="rect">
            <a:avLst/>
          </a:prstGeom>
        </p:spPr>
        <p:txBody>
          <a:bodyPr vert="horz" wrap="square" lIns="0" tIns="0" rIns="0" bIns="0" rtlCol="0">
            <a:spAutoFit/>
          </a:bodyPr>
          <a:lstStyle/>
          <a:p>
            <a:pPr marL="38100">
              <a:lnSpc>
                <a:spcPts val="1810"/>
              </a:lnSpc>
            </a:pPr>
            <a:fld id="{81D60167-4931-47E6-BA6A-407CBD079E47}" type="slidenum">
              <a:rPr dirty="0"/>
              <a:pPr marL="38100">
                <a:lnSpc>
                  <a:spcPts val="1810"/>
                </a:lnSpc>
              </a:pPr>
              <a:t>107</a:t>
            </a:fld>
            <a:endParaRPr dirty="0"/>
          </a:p>
        </p:txBody>
      </p:sp>
      <p:sp>
        <p:nvSpPr>
          <p:cNvPr id="2" name="object 2"/>
          <p:cNvSpPr txBox="1">
            <a:spLocks noGrp="1"/>
          </p:cNvSpPr>
          <p:nvPr>
            <p:ph type="title"/>
          </p:nvPr>
        </p:nvSpPr>
        <p:spPr>
          <a:xfrm>
            <a:off x="765513" y="627234"/>
            <a:ext cx="5008880" cy="464820"/>
          </a:xfrm>
          <a:prstGeom prst="rect">
            <a:avLst/>
          </a:prstGeom>
        </p:spPr>
        <p:txBody>
          <a:bodyPr vert="horz" wrap="square" lIns="0" tIns="16510" rIns="0" bIns="0" rtlCol="0">
            <a:spAutoFit/>
          </a:bodyPr>
          <a:lstStyle/>
          <a:p>
            <a:pPr marL="12700">
              <a:lnSpc>
                <a:spcPct val="100000"/>
              </a:lnSpc>
              <a:spcBef>
                <a:spcPts val="130"/>
              </a:spcBef>
            </a:pPr>
            <a:r>
              <a:rPr sz="2850" spc="335" dirty="0"/>
              <a:t>Modifying</a:t>
            </a:r>
            <a:r>
              <a:rPr sz="2850" spc="85" dirty="0"/>
              <a:t> </a:t>
            </a:r>
            <a:r>
              <a:rPr sz="2850" spc="125" dirty="0"/>
              <a:t>a</a:t>
            </a:r>
            <a:r>
              <a:rPr sz="2850" spc="120" dirty="0"/>
              <a:t> </a:t>
            </a:r>
            <a:r>
              <a:rPr sz="2850" spc="85" dirty="0"/>
              <a:t>set</a:t>
            </a:r>
            <a:r>
              <a:rPr sz="2850" spc="120" dirty="0"/>
              <a:t> </a:t>
            </a:r>
            <a:r>
              <a:rPr sz="2850" spc="254" dirty="0"/>
              <a:t>in</a:t>
            </a:r>
            <a:r>
              <a:rPr sz="2850" spc="114" dirty="0"/>
              <a:t> </a:t>
            </a:r>
            <a:r>
              <a:rPr sz="2850" spc="290" dirty="0"/>
              <a:t>Python</a:t>
            </a:r>
            <a:endParaRPr sz="2850"/>
          </a:p>
        </p:txBody>
      </p:sp>
      <p:sp>
        <p:nvSpPr>
          <p:cNvPr id="3" name="object 3"/>
          <p:cNvSpPr txBox="1">
            <a:spLocks noGrp="1"/>
          </p:cNvSpPr>
          <p:nvPr>
            <p:ph type="body" idx="1"/>
          </p:nvPr>
        </p:nvSpPr>
        <p:spPr>
          <a:prstGeom prst="rect">
            <a:avLst/>
          </a:prstGeom>
        </p:spPr>
        <p:txBody>
          <a:bodyPr vert="horz" wrap="square" lIns="0" tIns="12700" rIns="0" bIns="0" rtlCol="0">
            <a:spAutoFit/>
          </a:bodyPr>
          <a:lstStyle/>
          <a:p>
            <a:pPr marL="312420" marR="384175" indent="-228600">
              <a:lnSpc>
                <a:spcPct val="100000"/>
              </a:lnSpc>
              <a:spcBef>
                <a:spcPts val="100"/>
              </a:spcBef>
            </a:pPr>
            <a:r>
              <a:rPr spc="-5" dirty="0"/>
              <a:t>Sets are </a:t>
            </a:r>
            <a:r>
              <a:rPr dirty="0"/>
              <a:t>mutable. </a:t>
            </a:r>
            <a:r>
              <a:rPr spc="-20" dirty="0"/>
              <a:t>However, </a:t>
            </a:r>
            <a:r>
              <a:rPr dirty="0"/>
              <a:t>since </a:t>
            </a:r>
            <a:r>
              <a:rPr spc="-5" dirty="0"/>
              <a:t>they are unordered, indexing has no </a:t>
            </a:r>
            <a:r>
              <a:rPr spc="-490" dirty="0"/>
              <a:t> </a:t>
            </a:r>
            <a:r>
              <a:rPr dirty="0"/>
              <a:t>meaning.</a:t>
            </a:r>
          </a:p>
          <a:p>
            <a:pPr marL="83820">
              <a:lnSpc>
                <a:spcPct val="100000"/>
              </a:lnSpc>
            </a:pPr>
            <a:r>
              <a:rPr spc="-20" dirty="0"/>
              <a:t>We</a:t>
            </a:r>
            <a:r>
              <a:rPr spc="-10" dirty="0"/>
              <a:t> </a:t>
            </a:r>
            <a:r>
              <a:rPr dirty="0"/>
              <a:t>cannot</a:t>
            </a:r>
            <a:r>
              <a:rPr spc="-10" dirty="0"/>
              <a:t> </a:t>
            </a:r>
            <a:r>
              <a:rPr spc="-5" dirty="0"/>
              <a:t>access</a:t>
            </a:r>
            <a:r>
              <a:rPr spc="-10" dirty="0"/>
              <a:t> </a:t>
            </a:r>
            <a:r>
              <a:rPr spc="-5" dirty="0"/>
              <a:t>or</a:t>
            </a:r>
            <a:r>
              <a:rPr spc="-10" dirty="0"/>
              <a:t> </a:t>
            </a:r>
            <a:r>
              <a:rPr dirty="0"/>
              <a:t>change</a:t>
            </a:r>
            <a:r>
              <a:rPr spc="-10" dirty="0"/>
              <a:t> </a:t>
            </a:r>
            <a:r>
              <a:rPr spc="-5" dirty="0"/>
              <a:t>an element</a:t>
            </a:r>
            <a:r>
              <a:rPr spc="-10" dirty="0"/>
              <a:t> </a:t>
            </a:r>
            <a:r>
              <a:rPr spc="-5" dirty="0"/>
              <a:t>of</a:t>
            </a:r>
            <a:r>
              <a:rPr spc="-10" dirty="0"/>
              <a:t> </a:t>
            </a:r>
            <a:r>
              <a:rPr dirty="0"/>
              <a:t>a</a:t>
            </a:r>
            <a:r>
              <a:rPr spc="-10" dirty="0"/>
              <a:t> </a:t>
            </a:r>
            <a:r>
              <a:rPr dirty="0"/>
              <a:t>set</a:t>
            </a:r>
            <a:r>
              <a:rPr spc="-10" dirty="0"/>
              <a:t> </a:t>
            </a:r>
            <a:r>
              <a:rPr spc="-5" dirty="0"/>
              <a:t>using indexing</a:t>
            </a:r>
            <a:r>
              <a:rPr spc="-10" dirty="0"/>
              <a:t> </a:t>
            </a:r>
            <a:r>
              <a:rPr spc="-5" dirty="0"/>
              <a:t>or</a:t>
            </a:r>
            <a:r>
              <a:rPr spc="-10" dirty="0"/>
              <a:t> </a:t>
            </a:r>
            <a:r>
              <a:rPr dirty="0"/>
              <a:t>slicing.</a:t>
            </a:r>
          </a:p>
          <a:p>
            <a:pPr marL="312420" marR="290195">
              <a:lnSpc>
                <a:spcPct val="100000"/>
              </a:lnSpc>
            </a:pPr>
            <a:r>
              <a:rPr spc="-5" dirty="0"/>
              <a:t>Set data type does not </a:t>
            </a:r>
            <a:r>
              <a:rPr dirty="0"/>
              <a:t>support </a:t>
            </a:r>
            <a:r>
              <a:rPr spc="-5" dirty="0"/>
              <a:t>it. </a:t>
            </a:r>
            <a:r>
              <a:rPr spc="-20" dirty="0"/>
              <a:t>We </a:t>
            </a:r>
            <a:r>
              <a:rPr dirty="0"/>
              <a:t>can </a:t>
            </a:r>
            <a:r>
              <a:rPr spc="-5" dirty="0"/>
              <a:t>add </a:t>
            </a:r>
            <a:r>
              <a:rPr dirty="0"/>
              <a:t>a single </a:t>
            </a:r>
            <a:r>
              <a:rPr spc="-5" dirty="0"/>
              <a:t>element using </a:t>
            </a:r>
            <a:r>
              <a:rPr spc="-490" dirty="0"/>
              <a:t> </a:t>
            </a:r>
            <a:r>
              <a:rPr spc="-5" dirty="0"/>
              <a:t>the add() </a:t>
            </a:r>
            <a:r>
              <a:rPr dirty="0"/>
              <a:t>method, </a:t>
            </a:r>
            <a:r>
              <a:rPr spc="-5" dirty="0"/>
              <a:t>and </a:t>
            </a:r>
            <a:r>
              <a:rPr dirty="0"/>
              <a:t>multiple </a:t>
            </a:r>
            <a:r>
              <a:rPr spc="-5" dirty="0"/>
              <a:t>elements using the update() </a:t>
            </a:r>
            <a:r>
              <a:rPr dirty="0"/>
              <a:t>method. </a:t>
            </a:r>
            <a:r>
              <a:rPr spc="5" dirty="0"/>
              <a:t> </a:t>
            </a:r>
            <a:r>
              <a:rPr spc="-5" dirty="0"/>
              <a:t>The update() </a:t>
            </a:r>
            <a:r>
              <a:rPr dirty="0"/>
              <a:t>method can </a:t>
            </a:r>
            <a:r>
              <a:rPr spc="-5" dirty="0"/>
              <a:t>take </a:t>
            </a:r>
            <a:r>
              <a:rPr u="heavy" spc="-5" dirty="0">
                <a:solidFill>
                  <a:srgbClr val="0097A7"/>
                </a:solidFill>
                <a:uFill>
                  <a:solidFill>
                    <a:srgbClr val="0097A7"/>
                  </a:solidFill>
                </a:uFill>
                <a:hlinkClick r:id="rId2"/>
              </a:rPr>
              <a:t>tuples</a:t>
            </a:r>
            <a:r>
              <a:rPr spc="-5" dirty="0"/>
              <a:t>, lists, </a:t>
            </a:r>
            <a:r>
              <a:rPr u="heavy" dirty="0">
                <a:solidFill>
                  <a:srgbClr val="0097A7"/>
                </a:solidFill>
                <a:uFill>
                  <a:solidFill>
                    <a:srgbClr val="0097A7"/>
                  </a:solidFill>
                </a:uFill>
                <a:hlinkClick r:id="rId3"/>
              </a:rPr>
              <a:t>strings</a:t>
            </a:r>
            <a:r>
              <a:rPr dirty="0">
                <a:solidFill>
                  <a:srgbClr val="0097A7"/>
                </a:solidFill>
                <a:hlinkClick r:id="rId3"/>
              </a:rPr>
              <a:t> </a:t>
            </a:r>
            <a:r>
              <a:rPr spc="-5" dirty="0"/>
              <a:t>or other </a:t>
            </a:r>
            <a:r>
              <a:rPr dirty="0"/>
              <a:t>sets </a:t>
            </a:r>
            <a:r>
              <a:rPr spc="-5" dirty="0"/>
              <a:t>as its </a:t>
            </a:r>
            <a:r>
              <a:rPr spc="-490" dirty="0"/>
              <a:t> </a:t>
            </a:r>
            <a:r>
              <a:rPr spc="-5" dirty="0"/>
              <a:t>argument.</a:t>
            </a:r>
            <a:r>
              <a:rPr spc="-10" dirty="0"/>
              <a:t> </a:t>
            </a:r>
            <a:r>
              <a:rPr spc="-5" dirty="0"/>
              <a:t>In all</a:t>
            </a:r>
            <a:r>
              <a:rPr spc="-10" dirty="0"/>
              <a:t> </a:t>
            </a:r>
            <a:r>
              <a:rPr dirty="0"/>
              <a:t>cases,</a:t>
            </a:r>
            <a:r>
              <a:rPr spc="-5" dirty="0"/>
              <a:t> duplicates are</a:t>
            </a:r>
            <a:r>
              <a:rPr spc="-10" dirty="0"/>
              <a:t> </a:t>
            </a:r>
            <a:r>
              <a:rPr spc="-5" dirty="0"/>
              <a:t>avoided.</a:t>
            </a:r>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16355" y="9523"/>
            <a:ext cx="5562600" cy="513080"/>
          </a:xfrm>
          <a:prstGeom prst="rect">
            <a:avLst/>
          </a:prstGeom>
        </p:spPr>
        <p:txBody>
          <a:bodyPr vert="horz" wrap="square" lIns="0" tIns="12700" rIns="0" bIns="0" rtlCol="0">
            <a:spAutoFit/>
          </a:bodyPr>
          <a:lstStyle/>
          <a:p>
            <a:pPr marL="12700">
              <a:lnSpc>
                <a:spcPct val="100000"/>
              </a:lnSpc>
              <a:spcBef>
                <a:spcPts val="100"/>
              </a:spcBef>
            </a:pPr>
            <a:r>
              <a:rPr spc="355" dirty="0"/>
              <a:t>Modifying</a:t>
            </a:r>
            <a:r>
              <a:rPr spc="95" dirty="0"/>
              <a:t> </a:t>
            </a:r>
            <a:r>
              <a:rPr spc="120" dirty="0"/>
              <a:t>a</a:t>
            </a:r>
            <a:r>
              <a:rPr spc="135" dirty="0"/>
              <a:t> </a:t>
            </a:r>
            <a:r>
              <a:rPr spc="80" dirty="0"/>
              <a:t>set</a:t>
            </a:r>
            <a:r>
              <a:rPr spc="135" dirty="0"/>
              <a:t> </a:t>
            </a:r>
            <a:r>
              <a:rPr spc="270" dirty="0"/>
              <a:t>in</a:t>
            </a:r>
            <a:r>
              <a:rPr spc="135" dirty="0"/>
              <a:t> </a:t>
            </a:r>
            <a:r>
              <a:rPr spc="300" dirty="0"/>
              <a:t>Python</a:t>
            </a:r>
          </a:p>
        </p:txBody>
      </p:sp>
      <p:sp>
        <p:nvSpPr>
          <p:cNvPr id="3" name="object 3"/>
          <p:cNvSpPr txBox="1"/>
          <p:nvPr/>
        </p:nvSpPr>
        <p:spPr>
          <a:xfrm>
            <a:off x="615950" y="1347375"/>
            <a:ext cx="3463925" cy="3591560"/>
          </a:xfrm>
          <a:prstGeom prst="rect">
            <a:avLst/>
          </a:prstGeom>
        </p:spPr>
        <p:txBody>
          <a:bodyPr vert="horz" wrap="square" lIns="0" tIns="12700" rIns="0" bIns="0" rtlCol="0">
            <a:spAutoFit/>
          </a:bodyPr>
          <a:lstStyle/>
          <a:p>
            <a:pPr marL="12700" marR="1029335">
              <a:lnSpc>
                <a:spcPct val="100000"/>
              </a:lnSpc>
              <a:spcBef>
                <a:spcPts val="100"/>
              </a:spcBef>
            </a:pPr>
            <a:r>
              <a:rPr sz="1800" dirty="0">
                <a:latin typeface="Arial MT"/>
                <a:cs typeface="Arial MT"/>
              </a:rPr>
              <a:t>my_set = </a:t>
            </a:r>
            <a:r>
              <a:rPr sz="1800" spc="-5" dirty="0">
                <a:latin typeface="Arial MT"/>
                <a:cs typeface="Arial MT"/>
              </a:rPr>
              <a:t>{1, 3} </a:t>
            </a:r>
            <a:r>
              <a:rPr sz="1800" dirty="0">
                <a:latin typeface="Arial MT"/>
                <a:cs typeface="Arial MT"/>
              </a:rPr>
              <a:t> </a:t>
            </a:r>
            <a:r>
              <a:rPr sz="1800" spc="-5" dirty="0">
                <a:latin typeface="Arial MT"/>
                <a:cs typeface="Arial MT"/>
              </a:rPr>
              <a:t>print(my_set) </a:t>
            </a:r>
            <a:r>
              <a:rPr sz="1800" dirty="0">
                <a:latin typeface="Arial MT"/>
                <a:cs typeface="Arial MT"/>
              </a:rPr>
              <a:t> my_set.add(2) </a:t>
            </a:r>
            <a:r>
              <a:rPr sz="1800" spc="5" dirty="0">
                <a:latin typeface="Arial MT"/>
                <a:cs typeface="Arial MT"/>
              </a:rPr>
              <a:t> </a:t>
            </a:r>
            <a:r>
              <a:rPr sz="1800" spc="-5" dirty="0">
                <a:latin typeface="Arial MT"/>
                <a:cs typeface="Arial MT"/>
              </a:rPr>
              <a:t>print(my_set) </a:t>
            </a:r>
            <a:r>
              <a:rPr sz="1800" dirty="0">
                <a:latin typeface="Arial MT"/>
                <a:cs typeface="Arial MT"/>
              </a:rPr>
              <a:t> my_set.update([2,</a:t>
            </a:r>
            <a:r>
              <a:rPr sz="1800" spc="-55" dirty="0">
                <a:latin typeface="Arial MT"/>
                <a:cs typeface="Arial MT"/>
              </a:rPr>
              <a:t> </a:t>
            </a:r>
            <a:r>
              <a:rPr sz="1800" spc="-5" dirty="0">
                <a:latin typeface="Arial MT"/>
                <a:cs typeface="Arial MT"/>
              </a:rPr>
              <a:t>3,</a:t>
            </a:r>
            <a:r>
              <a:rPr sz="1800" spc="-50" dirty="0">
                <a:latin typeface="Arial MT"/>
                <a:cs typeface="Arial MT"/>
              </a:rPr>
              <a:t> </a:t>
            </a:r>
            <a:r>
              <a:rPr sz="1800" spc="-5" dirty="0">
                <a:latin typeface="Arial MT"/>
                <a:cs typeface="Arial MT"/>
              </a:rPr>
              <a:t>4]) </a:t>
            </a:r>
            <a:r>
              <a:rPr sz="1800" spc="-484" dirty="0">
                <a:latin typeface="Arial MT"/>
                <a:cs typeface="Arial MT"/>
              </a:rPr>
              <a:t> </a:t>
            </a:r>
            <a:r>
              <a:rPr sz="1800" spc="-5" dirty="0">
                <a:latin typeface="Arial MT"/>
                <a:cs typeface="Arial MT"/>
              </a:rPr>
              <a:t>print(my_set)</a:t>
            </a:r>
            <a:endParaRPr sz="1800">
              <a:latin typeface="Arial MT"/>
              <a:cs typeface="Arial MT"/>
            </a:endParaRPr>
          </a:p>
          <a:p>
            <a:pPr marL="12700" marR="370205">
              <a:lnSpc>
                <a:spcPct val="100000"/>
              </a:lnSpc>
            </a:pPr>
            <a:r>
              <a:rPr sz="1800" dirty="0">
                <a:latin typeface="Arial MT"/>
                <a:cs typeface="Arial MT"/>
              </a:rPr>
              <a:t>my_set.update([4,</a:t>
            </a:r>
            <a:r>
              <a:rPr sz="1800" spc="-30" dirty="0">
                <a:latin typeface="Arial MT"/>
                <a:cs typeface="Arial MT"/>
              </a:rPr>
              <a:t> </a:t>
            </a:r>
            <a:r>
              <a:rPr sz="1800" spc="-5" dirty="0">
                <a:latin typeface="Arial MT"/>
                <a:cs typeface="Arial MT"/>
              </a:rPr>
              <a:t>5],</a:t>
            </a:r>
            <a:r>
              <a:rPr sz="1800" spc="-25" dirty="0">
                <a:latin typeface="Arial MT"/>
                <a:cs typeface="Arial MT"/>
              </a:rPr>
              <a:t> </a:t>
            </a:r>
            <a:r>
              <a:rPr sz="1800" spc="-5" dirty="0">
                <a:latin typeface="Arial MT"/>
                <a:cs typeface="Arial MT"/>
              </a:rPr>
              <a:t>{1,</a:t>
            </a:r>
            <a:r>
              <a:rPr sz="1800" spc="-25" dirty="0">
                <a:latin typeface="Arial MT"/>
                <a:cs typeface="Arial MT"/>
              </a:rPr>
              <a:t> </a:t>
            </a:r>
            <a:r>
              <a:rPr sz="1800" spc="-5" dirty="0">
                <a:latin typeface="Arial MT"/>
                <a:cs typeface="Arial MT"/>
              </a:rPr>
              <a:t>6,</a:t>
            </a:r>
            <a:r>
              <a:rPr sz="1800" spc="-25" dirty="0">
                <a:latin typeface="Arial MT"/>
                <a:cs typeface="Arial MT"/>
              </a:rPr>
              <a:t> </a:t>
            </a:r>
            <a:r>
              <a:rPr sz="1800" spc="-5" dirty="0">
                <a:latin typeface="Arial MT"/>
                <a:cs typeface="Arial MT"/>
              </a:rPr>
              <a:t>8}) </a:t>
            </a:r>
            <a:r>
              <a:rPr sz="1800" spc="-484" dirty="0">
                <a:latin typeface="Arial MT"/>
                <a:cs typeface="Arial MT"/>
              </a:rPr>
              <a:t> </a:t>
            </a:r>
            <a:r>
              <a:rPr sz="1800" spc="-5" dirty="0">
                <a:latin typeface="Arial MT"/>
                <a:cs typeface="Arial MT"/>
              </a:rPr>
              <a:t>print(my_set)</a:t>
            </a:r>
            <a:endParaRPr sz="1800">
              <a:latin typeface="Arial MT"/>
              <a:cs typeface="Arial MT"/>
            </a:endParaRPr>
          </a:p>
          <a:p>
            <a:pPr marL="12700">
              <a:lnSpc>
                <a:spcPct val="100000"/>
              </a:lnSpc>
            </a:pPr>
            <a:r>
              <a:rPr sz="1800" spc="-5" dirty="0">
                <a:latin typeface="Arial MT"/>
                <a:cs typeface="Arial MT"/>
              </a:rPr>
              <a:t>Output</a:t>
            </a:r>
            <a:r>
              <a:rPr sz="1800" spc="-25" dirty="0">
                <a:latin typeface="Arial MT"/>
                <a:cs typeface="Arial MT"/>
              </a:rPr>
              <a:t> </a:t>
            </a:r>
            <a:r>
              <a:rPr sz="1800" spc="-5" dirty="0">
                <a:latin typeface="Arial MT"/>
                <a:cs typeface="Arial MT"/>
              </a:rPr>
              <a:t>for</a:t>
            </a:r>
            <a:r>
              <a:rPr sz="1800" spc="-20" dirty="0">
                <a:latin typeface="Arial MT"/>
                <a:cs typeface="Arial MT"/>
              </a:rPr>
              <a:t> </a:t>
            </a:r>
            <a:r>
              <a:rPr sz="1800" spc="-5" dirty="0">
                <a:latin typeface="Arial MT"/>
                <a:cs typeface="Arial MT"/>
              </a:rPr>
              <a:t>the</a:t>
            </a:r>
            <a:r>
              <a:rPr sz="1800" spc="-20" dirty="0">
                <a:latin typeface="Arial MT"/>
                <a:cs typeface="Arial MT"/>
              </a:rPr>
              <a:t> </a:t>
            </a:r>
            <a:r>
              <a:rPr sz="1800" spc="-5" dirty="0">
                <a:latin typeface="Arial MT"/>
                <a:cs typeface="Arial MT"/>
              </a:rPr>
              <a:t>above</a:t>
            </a:r>
            <a:r>
              <a:rPr sz="1800" spc="-20" dirty="0">
                <a:latin typeface="Arial MT"/>
                <a:cs typeface="Arial MT"/>
              </a:rPr>
              <a:t> </a:t>
            </a:r>
            <a:r>
              <a:rPr sz="1800" dirty="0">
                <a:latin typeface="Arial MT"/>
                <a:cs typeface="Arial MT"/>
              </a:rPr>
              <a:t>code</a:t>
            </a:r>
            <a:r>
              <a:rPr sz="1800" spc="-20" dirty="0">
                <a:latin typeface="Arial MT"/>
                <a:cs typeface="Arial MT"/>
              </a:rPr>
              <a:t> </a:t>
            </a:r>
            <a:r>
              <a:rPr sz="1800" dirty="0">
                <a:latin typeface="Arial MT"/>
                <a:cs typeface="Arial MT"/>
              </a:rPr>
              <a:t>snippet</a:t>
            </a:r>
            <a:endParaRPr sz="1800">
              <a:latin typeface="Arial MT"/>
              <a:cs typeface="Arial MT"/>
            </a:endParaRPr>
          </a:p>
          <a:p>
            <a:pPr marL="12700">
              <a:lnSpc>
                <a:spcPct val="100000"/>
              </a:lnSpc>
            </a:pPr>
            <a:r>
              <a:rPr sz="1800" spc="-5" dirty="0">
                <a:latin typeface="Arial MT"/>
                <a:cs typeface="Arial MT"/>
              </a:rPr>
              <a:t>{1,</a:t>
            </a:r>
            <a:r>
              <a:rPr sz="1800" spc="-50" dirty="0">
                <a:latin typeface="Arial MT"/>
                <a:cs typeface="Arial MT"/>
              </a:rPr>
              <a:t> </a:t>
            </a:r>
            <a:r>
              <a:rPr sz="1800" spc="-5" dirty="0">
                <a:latin typeface="Arial MT"/>
                <a:cs typeface="Arial MT"/>
              </a:rPr>
              <a:t>3}</a:t>
            </a:r>
            <a:endParaRPr sz="1800">
              <a:latin typeface="Arial MT"/>
              <a:cs typeface="Arial MT"/>
            </a:endParaRPr>
          </a:p>
          <a:p>
            <a:pPr marL="12700">
              <a:lnSpc>
                <a:spcPct val="100000"/>
              </a:lnSpc>
            </a:pPr>
            <a:r>
              <a:rPr sz="1800" spc="-5" dirty="0">
                <a:latin typeface="Arial MT"/>
                <a:cs typeface="Arial MT"/>
              </a:rPr>
              <a:t>{1,</a:t>
            </a:r>
            <a:r>
              <a:rPr sz="1800" spc="-35" dirty="0">
                <a:latin typeface="Arial MT"/>
                <a:cs typeface="Arial MT"/>
              </a:rPr>
              <a:t> </a:t>
            </a:r>
            <a:r>
              <a:rPr sz="1800" spc="-5" dirty="0">
                <a:latin typeface="Arial MT"/>
                <a:cs typeface="Arial MT"/>
              </a:rPr>
              <a:t>2,</a:t>
            </a:r>
            <a:r>
              <a:rPr sz="1800" spc="-35" dirty="0">
                <a:latin typeface="Arial MT"/>
                <a:cs typeface="Arial MT"/>
              </a:rPr>
              <a:t> </a:t>
            </a:r>
            <a:r>
              <a:rPr sz="1800" spc="-5" dirty="0">
                <a:latin typeface="Arial MT"/>
                <a:cs typeface="Arial MT"/>
              </a:rPr>
              <a:t>3}</a:t>
            </a:r>
            <a:endParaRPr sz="1800">
              <a:latin typeface="Arial MT"/>
              <a:cs typeface="Arial MT"/>
            </a:endParaRPr>
          </a:p>
          <a:p>
            <a:pPr marL="12700">
              <a:lnSpc>
                <a:spcPct val="100000"/>
              </a:lnSpc>
            </a:pPr>
            <a:r>
              <a:rPr sz="1800" spc="-5" dirty="0">
                <a:latin typeface="Arial MT"/>
                <a:cs typeface="Arial MT"/>
              </a:rPr>
              <a:t>{1,</a:t>
            </a:r>
            <a:r>
              <a:rPr sz="1800" spc="-30" dirty="0">
                <a:latin typeface="Arial MT"/>
                <a:cs typeface="Arial MT"/>
              </a:rPr>
              <a:t> </a:t>
            </a:r>
            <a:r>
              <a:rPr sz="1800" spc="-5" dirty="0">
                <a:latin typeface="Arial MT"/>
                <a:cs typeface="Arial MT"/>
              </a:rPr>
              <a:t>2,</a:t>
            </a:r>
            <a:r>
              <a:rPr sz="1800" spc="-25" dirty="0">
                <a:latin typeface="Arial MT"/>
                <a:cs typeface="Arial MT"/>
              </a:rPr>
              <a:t> </a:t>
            </a:r>
            <a:r>
              <a:rPr sz="1800" spc="-5" dirty="0">
                <a:latin typeface="Arial MT"/>
                <a:cs typeface="Arial MT"/>
              </a:rPr>
              <a:t>3,</a:t>
            </a:r>
            <a:r>
              <a:rPr sz="1800" spc="-25" dirty="0">
                <a:latin typeface="Arial MT"/>
                <a:cs typeface="Arial MT"/>
              </a:rPr>
              <a:t> </a:t>
            </a:r>
            <a:r>
              <a:rPr sz="1800" spc="-5" dirty="0">
                <a:latin typeface="Arial MT"/>
                <a:cs typeface="Arial MT"/>
              </a:rPr>
              <a:t>4}</a:t>
            </a:r>
            <a:endParaRPr sz="1800">
              <a:latin typeface="Arial MT"/>
              <a:cs typeface="Arial MT"/>
            </a:endParaRPr>
          </a:p>
          <a:p>
            <a:pPr marL="12700">
              <a:lnSpc>
                <a:spcPct val="100000"/>
              </a:lnSpc>
            </a:pPr>
            <a:r>
              <a:rPr sz="1800" spc="-5" dirty="0">
                <a:latin typeface="Arial MT"/>
                <a:cs typeface="Arial MT"/>
              </a:rPr>
              <a:t>{1,</a:t>
            </a:r>
            <a:r>
              <a:rPr sz="1800" spc="-15" dirty="0">
                <a:latin typeface="Arial MT"/>
                <a:cs typeface="Arial MT"/>
              </a:rPr>
              <a:t> </a:t>
            </a:r>
            <a:r>
              <a:rPr sz="1800" spc="-5" dirty="0">
                <a:latin typeface="Arial MT"/>
                <a:cs typeface="Arial MT"/>
              </a:rPr>
              <a:t>2,</a:t>
            </a:r>
            <a:r>
              <a:rPr sz="1800" spc="-15" dirty="0">
                <a:latin typeface="Arial MT"/>
                <a:cs typeface="Arial MT"/>
              </a:rPr>
              <a:t> </a:t>
            </a:r>
            <a:r>
              <a:rPr sz="1800" spc="-5" dirty="0">
                <a:latin typeface="Arial MT"/>
                <a:cs typeface="Arial MT"/>
              </a:rPr>
              <a:t>3,</a:t>
            </a:r>
            <a:r>
              <a:rPr sz="1800" spc="-15" dirty="0">
                <a:latin typeface="Arial MT"/>
                <a:cs typeface="Arial MT"/>
              </a:rPr>
              <a:t> </a:t>
            </a:r>
            <a:r>
              <a:rPr sz="1800" spc="-5" dirty="0">
                <a:latin typeface="Arial MT"/>
                <a:cs typeface="Arial MT"/>
              </a:rPr>
              <a:t>4,</a:t>
            </a:r>
            <a:r>
              <a:rPr sz="1800" spc="-15" dirty="0">
                <a:latin typeface="Arial MT"/>
                <a:cs typeface="Arial MT"/>
              </a:rPr>
              <a:t> </a:t>
            </a:r>
            <a:r>
              <a:rPr sz="1800" spc="-5" dirty="0">
                <a:latin typeface="Arial MT"/>
                <a:cs typeface="Arial MT"/>
              </a:rPr>
              <a:t>5,</a:t>
            </a:r>
            <a:r>
              <a:rPr sz="1800" spc="-15" dirty="0">
                <a:latin typeface="Arial MT"/>
                <a:cs typeface="Arial MT"/>
              </a:rPr>
              <a:t> </a:t>
            </a:r>
            <a:r>
              <a:rPr sz="1800" spc="-5" dirty="0">
                <a:latin typeface="Arial MT"/>
                <a:cs typeface="Arial MT"/>
              </a:rPr>
              <a:t>6,</a:t>
            </a:r>
            <a:r>
              <a:rPr sz="1800" spc="-15" dirty="0">
                <a:latin typeface="Arial MT"/>
                <a:cs typeface="Arial MT"/>
              </a:rPr>
              <a:t> </a:t>
            </a:r>
            <a:r>
              <a:rPr sz="1800" spc="-5" dirty="0">
                <a:latin typeface="Arial MT"/>
                <a:cs typeface="Arial MT"/>
              </a:rPr>
              <a:t>8}</a:t>
            </a:r>
            <a:endParaRPr sz="1800">
              <a:latin typeface="Arial MT"/>
              <a:cs typeface="Arial MT"/>
            </a:endParaRPr>
          </a:p>
        </p:txBody>
      </p:sp>
      <p:sp>
        <p:nvSpPr>
          <p:cNvPr id="4" name="object 4"/>
          <p:cNvSpPr txBox="1"/>
          <p:nvPr/>
        </p:nvSpPr>
        <p:spPr>
          <a:xfrm>
            <a:off x="8558117" y="4761611"/>
            <a:ext cx="141605" cy="299720"/>
          </a:xfrm>
          <a:prstGeom prst="rect">
            <a:avLst/>
          </a:prstGeom>
        </p:spPr>
        <p:txBody>
          <a:bodyPr vert="horz" wrap="square" lIns="0" tIns="12700" rIns="0" bIns="0" rtlCol="0">
            <a:spAutoFit/>
          </a:bodyPr>
          <a:lstStyle/>
          <a:p>
            <a:pPr marL="12700">
              <a:lnSpc>
                <a:spcPct val="100000"/>
              </a:lnSpc>
              <a:spcBef>
                <a:spcPts val="100"/>
              </a:spcBef>
            </a:pPr>
            <a:r>
              <a:rPr sz="1800" dirty="0">
                <a:solidFill>
                  <a:srgbClr val="888888"/>
                </a:solidFill>
                <a:latin typeface="Calibri"/>
                <a:cs typeface="Calibri"/>
              </a:rPr>
              <a:t>6</a:t>
            </a:r>
            <a:endParaRPr sz="1800">
              <a:latin typeface="Calibri"/>
              <a:cs typeface="Calibri"/>
            </a:endParaRPr>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txBox="1">
            <a:spLocks noGrp="1"/>
          </p:cNvSpPr>
          <p:nvPr>
            <p:ph type="sldNum" sz="quarter" idx="7"/>
          </p:nvPr>
        </p:nvSpPr>
        <p:spPr>
          <a:prstGeom prst="rect">
            <a:avLst/>
          </a:prstGeom>
        </p:spPr>
        <p:txBody>
          <a:bodyPr vert="horz" wrap="square" lIns="0" tIns="0" rIns="0" bIns="0" rtlCol="0">
            <a:spAutoFit/>
          </a:bodyPr>
          <a:lstStyle/>
          <a:p>
            <a:pPr marL="38100">
              <a:lnSpc>
                <a:spcPts val="1810"/>
              </a:lnSpc>
            </a:pPr>
            <a:fld id="{81D60167-4931-47E6-BA6A-407CBD079E47}" type="slidenum">
              <a:rPr dirty="0"/>
              <a:pPr marL="38100">
                <a:lnSpc>
                  <a:spcPts val="1810"/>
                </a:lnSpc>
              </a:pPr>
              <a:t>109</a:t>
            </a:fld>
            <a:endParaRPr dirty="0"/>
          </a:p>
        </p:txBody>
      </p:sp>
      <p:sp>
        <p:nvSpPr>
          <p:cNvPr id="2" name="object 2"/>
          <p:cNvSpPr txBox="1">
            <a:spLocks noGrp="1"/>
          </p:cNvSpPr>
          <p:nvPr>
            <p:ph type="title"/>
          </p:nvPr>
        </p:nvSpPr>
        <p:spPr>
          <a:xfrm>
            <a:off x="570961" y="497204"/>
            <a:ext cx="6533515" cy="513080"/>
          </a:xfrm>
          <a:prstGeom prst="rect">
            <a:avLst/>
          </a:prstGeom>
        </p:spPr>
        <p:txBody>
          <a:bodyPr vert="horz" wrap="square" lIns="0" tIns="12700" rIns="0" bIns="0" rtlCol="0">
            <a:spAutoFit/>
          </a:bodyPr>
          <a:lstStyle/>
          <a:p>
            <a:pPr marL="12700">
              <a:lnSpc>
                <a:spcPct val="100000"/>
              </a:lnSpc>
              <a:spcBef>
                <a:spcPts val="100"/>
              </a:spcBef>
            </a:pPr>
            <a:r>
              <a:rPr spc="330" dirty="0"/>
              <a:t>Removing</a:t>
            </a:r>
            <a:r>
              <a:rPr spc="105" dirty="0"/>
              <a:t> </a:t>
            </a:r>
            <a:r>
              <a:rPr spc="225" dirty="0"/>
              <a:t>elements</a:t>
            </a:r>
            <a:r>
              <a:rPr spc="145" dirty="0"/>
              <a:t> </a:t>
            </a:r>
            <a:r>
              <a:rPr spc="360" dirty="0"/>
              <a:t>from</a:t>
            </a:r>
            <a:r>
              <a:rPr spc="145" dirty="0"/>
              <a:t> </a:t>
            </a:r>
            <a:r>
              <a:rPr spc="120" dirty="0"/>
              <a:t>a</a:t>
            </a:r>
            <a:r>
              <a:rPr spc="140" dirty="0"/>
              <a:t> </a:t>
            </a:r>
            <a:r>
              <a:rPr spc="80" dirty="0"/>
              <a:t>set</a:t>
            </a:r>
          </a:p>
        </p:txBody>
      </p:sp>
      <p:sp>
        <p:nvSpPr>
          <p:cNvPr id="3" name="object 3"/>
          <p:cNvSpPr txBox="1"/>
          <p:nvPr/>
        </p:nvSpPr>
        <p:spPr>
          <a:xfrm>
            <a:off x="615950" y="1347375"/>
            <a:ext cx="7740650" cy="1397000"/>
          </a:xfrm>
          <a:prstGeom prst="rect">
            <a:avLst/>
          </a:prstGeom>
        </p:spPr>
        <p:txBody>
          <a:bodyPr vert="horz" wrap="square" lIns="0" tIns="12700" rIns="0" bIns="0" rtlCol="0">
            <a:spAutoFit/>
          </a:bodyPr>
          <a:lstStyle/>
          <a:p>
            <a:pPr marL="12700" algn="just">
              <a:lnSpc>
                <a:spcPct val="100000"/>
              </a:lnSpc>
              <a:spcBef>
                <a:spcPts val="100"/>
              </a:spcBef>
            </a:pPr>
            <a:r>
              <a:rPr sz="1800" dirty="0">
                <a:latin typeface="Arial MT"/>
                <a:cs typeface="Arial MT"/>
              </a:rPr>
              <a:t>A</a:t>
            </a:r>
            <a:r>
              <a:rPr sz="1800" spc="-114" dirty="0">
                <a:latin typeface="Arial MT"/>
                <a:cs typeface="Arial MT"/>
              </a:rPr>
              <a:t> </a:t>
            </a:r>
            <a:r>
              <a:rPr sz="1800" spc="-5" dirty="0">
                <a:latin typeface="Arial MT"/>
                <a:cs typeface="Arial MT"/>
              </a:rPr>
              <a:t>particular</a:t>
            </a:r>
            <a:r>
              <a:rPr sz="1800" spc="-10" dirty="0">
                <a:latin typeface="Arial MT"/>
                <a:cs typeface="Arial MT"/>
              </a:rPr>
              <a:t> </a:t>
            </a:r>
            <a:r>
              <a:rPr sz="1800" spc="-5" dirty="0">
                <a:latin typeface="Arial MT"/>
                <a:cs typeface="Arial MT"/>
              </a:rPr>
              <a:t>item</a:t>
            </a:r>
            <a:r>
              <a:rPr sz="1800" spc="-10" dirty="0">
                <a:latin typeface="Arial MT"/>
                <a:cs typeface="Arial MT"/>
              </a:rPr>
              <a:t> </a:t>
            </a:r>
            <a:r>
              <a:rPr sz="1800" dirty="0">
                <a:latin typeface="Arial MT"/>
                <a:cs typeface="Arial MT"/>
              </a:rPr>
              <a:t>can</a:t>
            </a:r>
            <a:r>
              <a:rPr sz="1800" spc="-15" dirty="0">
                <a:latin typeface="Arial MT"/>
                <a:cs typeface="Arial MT"/>
              </a:rPr>
              <a:t> </a:t>
            </a:r>
            <a:r>
              <a:rPr sz="1800" spc="-5" dirty="0">
                <a:latin typeface="Arial MT"/>
                <a:cs typeface="Arial MT"/>
              </a:rPr>
              <a:t>be</a:t>
            </a:r>
            <a:r>
              <a:rPr sz="1800" spc="-10" dirty="0">
                <a:latin typeface="Arial MT"/>
                <a:cs typeface="Arial MT"/>
              </a:rPr>
              <a:t> </a:t>
            </a:r>
            <a:r>
              <a:rPr sz="1800" dirty="0">
                <a:latin typeface="Arial MT"/>
                <a:cs typeface="Arial MT"/>
              </a:rPr>
              <a:t>removed</a:t>
            </a:r>
            <a:r>
              <a:rPr sz="1800" spc="-10" dirty="0">
                <a:latin typeface="Arial MT"/>
                <a:cs typeface="Arial MT"/>
              </a:rPr>
              <a:t> </a:t>
            </a:r>
            <a:r>
              <a:rPr sz="1800" spc="-5" dirty="0">
                <a:latin typeface="Arial MT"/>
                <a:cs typeface="Arial MT"/>
              </a:rPr>
              <a:t>from</a:t>
            </a:r>
            <a:r>
              <a:rPr sz="1800" spc="-15" dirty="0">
                <a:latin typeface="Arial MT"/>
                <a:cs typeface="Arial MT"/>
              </a:rPr>
              <a:t> </a:t>
            </a:r>
            <a:r>
              <a:rPr sz="1800" dirty="0">
                <a:latin typeface="Arial MT"/>
                <a:cs typeface="Arial MT"/>
              </a:rPr>
              <a:t>a</a:t>
            </a:r>
            <a:r>
              <a:rPr sz="1800" spc="-10" dirty="0">
                <a:latin typeface="Arial MT"/>
                <a:cs typeface="Arial MT"/>
              </a:rPr>
              <a:t> </a:t>
            </a:r>
            <a:r>
              <a:rPr sz="1800" dirty="0">
                <a:latin typeface="Arial MT"/>
                <a:cs typeface="Arial MT"/>
              </a:rPr>
              <a:t>set</a:t>
            </a:r>
            <a:r>
              <a:rPr sz="1800" spc="-10" dirty="0">
                <a:latin typeface="Arial MT"/>
                <a:cs typeface="Arial MT"/>
              </a:rPr>
              <a:t> </a:t>
            </a:r>
            <a:r>
              <a:rPr sz="1800" spc="-5" dirty="0">
                <a:latin typeface="Arial MT"/>
                <a:cs typeface="Arial MT"/>
              </a:rPr>
              <a:t>using</a:t>
            </a:r>
            <a:r>
              <a:rPr sz="1800" spc="-15" dirty="0">
                <a:latin typeface="Arial MT"/>
                <a:cs typeface="Arial MT"/>
              </a:rPr>
              <a:t> </a:t>
            </a:r>
            <a:r>
              <a:rPr sz="1800" spc="-5" dirty="0">
                <a:latin typeface="Arial MT"/>
                <a:cs typeface="Arial MT"/>
              </a:rPr>
              <a:t>the</a:t>
            </a:r>
            <a:endParaRPr sz="1800">
              <a:latin typeface="Arial MT"/>
              <a:cs typeface="Arial MT"/>
            </a:endParaRPr>
          </a:p>
          <a:p>
            <a:pPr marL="12700" marR="5080" algn="just">
              <a:lnSpc>
                <a:spcPct val="100000"/>
              </a:lnSpc>
            </a:pPr>
            <a:r>
              <a:rPr sz="1800" dirty="0">
                <a:latin typeface="Arial MT"/>
                <a:cs typeface="Arial MT"/>
              </a:rPr>
              <a:t>methods </a:t>
            </a:r>
            <a:r>
              <a:rPr sz="1800" spc="-5" dirty="0">
                <a:latin typeface="Arial MT"/>
                <a:cs typeface="Arial MT"/>
              </a:rPr>
              <a:t>discard() and </a:t>
            </a:r>
            <a:r>
              <a:rPr sz="1800" dirty="0">
                <a:latin typeface="Arial MT"/>
                <a:cs typeface="Arial MT"/>
              </a:rPr>
              <a:t>remove(). </a:t>
            </a:r>
            <a:r>
              <a:rPr sz="1800" spc="-5" dirty="0">
                <a:latin typeface="Arial MT"/>
                <a:cs typeface="Arial MT"/>
              </a:rPr>
              <a:t>The only </a:t>
            </a:r>
            <a:r>
              <a:rPr sz="1800" spc="-10" dirty="0">
                <a:latin typeface="Arial MT"/>
                <a:cs typeface="Arial MT"/>
              </a:rPr>
              <a:t>difference </a:t>
            </a:r>
            <a:r>
              <a:rPr sz="1800" spc="-5" dirty="0">
                <a:latin typeface="Arial MT"/>
                <a:cs typeface="Arial MT"/>
              </a:rPr>
              <a:t>between the two is that </a:t>
            </a:r>
            <a:r>
              <a:rPr sz="1800" spc="-490" dirty="0">
                <a:latin typeface="Arial MT"/>
                <a:cs typeface="Arial MT"/>
              </a:rPr>
              <a:t> </a:t>
            </a:r>
            <a:r>
              <a:rPr sz="1800" spc="-5" dirty="0">
                <a:latin typeface="Arial MT"/>
                <a:cs typeface="Arial MT"/>
              </a:rPr>
              <a:t>the discard() function leaves </a:t>
            </a:r>
            <a:r>
              <a:rPr sz="1800" dirty="0">
                <a:latin typeface="Arial MT"/>
                <a:cs typeface="Arial MT"/>
              </a:rPr>
              <a:t>a set </a:t>
            </a:r>
            <a:r>
              <a:rPr sz="1800" spc="-5" dirty="0">
                <a:latin typeface="Arial MT"/>
                <a:cs typeface="Arial MT"/>
              </a:rPr>
              <a:t>unchanged if the element is not present in </a:t>
            </a:r>
            <a:r>
              <a:rPr sz="1800" spc="-490" dirty="0">
                <a:latin typeface="Arial MT"/>
                <a:cs typeface="Arial MT"/>
              </a:rPr>
              <a:t> </a:t>
            </a:r>
            <a:r>
              <a:rPr sz="1800" spc="-5" dirty="0">
                <a:latin typeface="Arial MT"/>
                <a:cs typeface="Arial MT"/>
              </a:rPr>
              <a:t>the </a:t>
            </a:r>
            <a:r>
              <a:rPr sz="1800" dirty="0">
                <a:latin typeface="Arial MT"/>
                <a:cs typeface="Arial MT"/>
              </a:rPr>
              <a:t>set. </a:t>
            </a:r>
            <a:r>
              <a:rPr sz="1800" spc="-5" dirty="0">
                <a:latin typeface="Arial MT"/>
                <a:cs typeface="Arial MT"/>
              </a:rPr>
              <a:t>On the other hand, the </a:t>
            </a:r>
            <a:r>
              <a:rPr sz="1800" dirty="0">
                <a:latin typeface="Arial MT"/>
                <a:cs typeface="Arial MT"/>
              </a:rPr>
              <a:t>remove() </a:t>
            </a:r>
            <a:r>
              <a:rPr sz="1800" spc="-5" dirty="0">
                <a:latin typeface="Arial MT"/>
                <a:cs typeface="Arial MT"/>
              </a:rPr>
              <a:t>function will </a:t>
            </a:r>
            <a:r>
              <a:rPr sz="1800" dirty="0">
                <a:latin typeface="Arial MT"/>
                <a:cs typeface="Arial MT"/>
              </a:rPr>
              <a:t>raise </a:t>
            </a:r>
            <a:r>
              <a:rPr sz="1800" spc="-5" dirty="0">
                <a:latin typeface="Arial MT"/>
                <a:cs typeface="Arial MT"/>
              </a:rPr>
              <a:t>an error in </a:t>
            </a:r>
            <a:r>
              <a:rPr sz="1800" dirty="0">
                <a:latin typeface="Arial MT"/>
                <a:cs typeface="Arial MT"/>
              </a:rPr>
              <a:t>such a </a:t>
            </a:r>
            <a:r>
              <a:rPr sz="1800" spc="-490" dirty="0">
                <a:latin typeface="Arial MT"/>
                <a:cs typeface="Arial MT"/>
              </a:rPr>
              <a:t> </a:t>
            </a:r>
            <a:r>
              <a:rPr sz="1800" dirty="0">
                <a:latin typeface="Arial MT"/>
                <a:cs typeface="Arial MT"/>
              </a:rPr>
              <a:t>condition</a:t>
            </a:r>
            <a:r>
              <a:rPr sz="1800" spc="-10" dirty="0">
                <a:latin typeface="Arial MT"/>
                <a:cs typeface="Arial MT"/>
              </a:rPr>
              <a:t> </a:t>
            </a:r>
            <a:r>
              <a:rPr sz="1800" dirty="0">
                <a:latin typeface="Arial MT"/>
                <a:cs typeface="Arial MT"/>
              </a:rPr>
              <a:t>(if</a:t>
            </a:r>
            <a:r>
              <a:rPr sz="1800" spc="-5" dirty="0">
                <a:latin typeface="Arial MT"/>
                <a:cs typeface="Arial MT"/>
              </a:rPr>
              <a:t> element is not</a:t>
            </a:r>
            <a:r>
              <a:rPr sz="1800" spc="-10" dirty="0">
                <a:latin typeface="Arial MT"/>
                <a:cs typeface="Arial MT"/>
              </a:rPr>
              <a:t> </a:t>
            </a:r>
            <a:r>
              <a:rPr sz="1800" spc="-5" dirty="0">
                <a:latin typeface="Arial MT"/>
                <a:cs typeface="Arial MT"/>
              </a:rPr>
              <a:t>present in the </a:t>
            </a:r>
            <a:r>
              <a:rPr sz="1800" dirty="0">
                <a:latin typeface="Arial MT"/>
                <a:cs typeface="Arial MT"/>
              </a:rPr>
              <a:t>set).</a:t>
            </a:r>
            <a:endParaRPr sz="1800">
              <a:latin typeface="Arial MT"/>
              <a:cs typeface="Arial MT"/>
            </a:endParaRPr>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txBox="1">
            <a:spLocks noGrp="1"/>
          </p:cNvSpPr>
          <p:nvPr>
            <p:ph type="sldNum" sz="quarter" idx="7"/>
          </p:nvPr>
        </p:nvSpPr>
        <p:spPr>
          <a:prstGeom prst="rect">
            <a:avLst/>
          </a:prstGeom>
        </p:spPr>
        <p:txBody>
          <a:bodyPr vert="horz" wrap="square" lIns="0" tIns="0" rIns="0" bIns="0" rtlCol="0">
            <a:spAutoFit/>
          </a:bodyPr>
          <a:lstStyle/>
          <a:p>
            <a:pPr marL="38100">
              <a:lnSpc>
                <a:spcPts val="1810"/>
              </a:lnSpc>
            </a:pPr>
            <a:fld id="{81D60167-4931-47E6-BA6A-407CBD079E47}" type="slidenum">
              <a:rPr dirty="0"/>
              <a:pPr marL="38100">
                <a:lnSpc>
                  <a:spcPts val="1810"/>
                </a:lnSpc>
              </a:pPr>
              <a:t>110</a:t>
            </a:fld>
            <a:endParaRPr dirty="0"/>
          </a:p>
        </p:txBody>
      </p:sp>
      <p:sp>
        <p:nvSpPr>
          <p:cNvPr id="2" name="object 2"/>
          <p:cNvSpPr txBox="1">
            <a:spLocks noGrp="1"/>
          </p:cNvSpPr>
          <p:nvPr>
            <p:ph type="title"/>
          </p:nvPr>
        </p:nvSpPr>
        <p:spPr>
          <a:xfrm>
            <a:off x="550244" y="80860"/>
            <a:ext cx="7888605" cy="1000760"/>
          </a:xfrm>
          <a:prstGeom prst="rect">
            <a:avLst/>
          </a:prstGeom>
        </p:spPr>
        <p:txBody>
          <a:bodyPr vert="horz" wrap="square" lIns="0" tIns="12700" rIns="0" bIns="0" rtlCol="0">
            <a:spAutoFit/>
          </a:bodyPr>
          <a:lstStyle/>
          <a:p>
            <a:pPr marL="12700" marR="5080">
              <a:lnSpc>
                <a:spcPct val="100000"/>
              </a:lnSpc>
              <a:spcBef>
                <a:spcPts val="100"/>
              </a:spcBef>
            </a:pPr>
            <a:r>
              <a:rPr spc="380" dirty="0"/>
              <a:t>The</a:t>
            </a:r>
            <a:r>
              <a:rPr spc="135" dirty="0"/>
              <a:t> </a:t>
            </a:r>
            <a:r>
              <a:rPr spc="250" dirty="0"/>
              <a:t>following</a:t>
            </a:r>
            <a:r>
              <a:rPr spc="100" dirty="0"/>
              <a:t> </a:t>
            </a:r>
            <a:r>
              <a:rPr spc="280" dirty="0"/>
              <a:t>example</a:t>
            </a:r>
            <a:r>
              <a:rPr spc="45" dirty="0"/>
              <a:t> </a:t>
            </a:r>
            <a:r>
              <a:rPr spc="185" dirty="0"/>
              <a:t>will</a:t>
            </a:r>
            <a:r>
              <a:rPr spc="135" dirty="0"/>
              <a:t> illustrate </a:t>
            </a:r>
            <a:r>
              <a:rPr spc="-690" dirty="0"/>
              <a:t> </a:t>
            </a:r>
            <a:r>
              <a:rPr spc="200" dirty="0"/>
              <a:t>the</a:t>
            </a:r>
            <a:r>
              <a:rPr spc="140" dirty="0"/>
              <a:t> </a:t>
            </a:r>
            <a:r>
              <a:rPr spc="285" dirty="0"/>
              <a:t>removing</a:t>
            </a:r>
            <a:r>
              <a:rPr spc="105" dirty="0"/>
              <a:t> </a:t>
            </a:r>
            <a:r>
              <a:rPr spc="254" dirty="0"/>
              <a:t>element</a:t>
            </a:r>
            <a:r>
              <a:rPr spc="145" dirty="0"/>
              <a:t> </a:t>
            </a:r>
            <a:r>
              <a:rPr spc="360" dirty="0"/>
              <a:t>from</a:t>
            </a:r>
            <a:r>
              <a:rPr spc="140" dirty="0"/>
              <a:t> </a:t>
            </a:r>
            <a:r>
              <a:rPr spc="200" dirty="0"/>
              <a:t>the</a:t>
            </a:r>
            <a:r>
              <a:rPr spc="145" dirty="0"/>
              <a:t> </a:t>
            </a:r>
            <a:r>
              <a:rPr spc="80" dirty="0"/>
              <a:t>set</a:t>
            </a:r>
          </a:p>
        </p:txBody>
      </p:sp>
      <p:sp>
        <p:nvSpPr>
          <p:cNvPr id="3" name="object 3"/>
          <p:cNvSpPr txBox="1"/>
          <p:nvPr/>
        </p:nvSpPr>
        <p:spPr>
          <a:xfrm>
            <a:off x="615950" y="1347375"/>
            <a:ext cx="5214620" cy="3042920"/>
          </a:xfrm>
          <a:prstGeom prst="rect">
            <a:avLst/>
          </a:prstGeom>
        </p:spPr>
        <p:txBody>
          <a:bodyPr vert="horz" wrap="square" lIns="0" tIns="12700" rIns="0" bIns="0" rtlCol="0">
            <a:spAutoFit/>
          </a:bodyPr>
          <a:lstStyle/>
          <a:p>
            <a:pPr marL="12700" marR="2903220">
              <a:lnSpc>
                <a:spcPct val="100000"/>
              </a:lnSpc>
              <a:spcBef>
                <a:spcPts val="100"/>
              </a:spcBef>
            </a:pPr>
            <a:r>
              <a:rPr sz="1800" dirty="0">
                <a:latin typeface="Arial MT"/>
                <a:cs typeface="Arial MT"/>
              </a:rPr>
              <a:t>my_set</a:t>
            </a:r>
            <a:r>
              <a:rPr sz="1800" spc="-20" dirty="0">
                <a:latin typeface="Arial MT"/>
                <a:cs typeface="Arial MT"/>
              </a:rPr>
              <a:t> </a:t>
            </a:r>
            <a:r>
              <a:rPr sz="1800" dirty="0">
                <a:latin typeface="Arial MT"/>
                <a:cs typeface="Arial MT"/>
              </a:rPr>
              <a:t>=</a:t>
            </a:r>
            <a:r>
              <a:rPr sz="1800" spc="-20" dirty="0">
                <a:latin typeface="Arial MT"/>
                <a:cs typeface="Arial MT"/>
              </a:rPr>
              <a:t> </a:t>
            </a:r>
            <a:r>
              <a:rPr sz="1800" spc="-5" dirty="0">
                <a:latin typeface="Arial MT"/>
                <a:cs typeface="Arial MT"/>
              </a:rPr>
              <a:t>{1,</a:t>
            </a:r>
            <a:r>
              <a:rPr sz="1800" spc="-15" dirty="0">
                <a:latin typeface="Arial MT"/>
                <a:cs typeface="Arial MT"/>
              </a:rPr>
              <a:t> </a:t>
            </a:r>
            <a:r>
              <a:rPr sz="1800" spc="-5" dirty="0">
                <a:latin typeface="Arial MT"/>
                <a:cs typeface="Arial MT"/>
              </a:rPr>
              <a:t>3,</a:t>
            </a:r>
            <a:r>
              <a:rPr sz="1800" spc="-20" dirty="0">
                <a:latin typeface="Arial MT"/>
                <a:cs typeface="Arial MT"/>
              </a:rPr>
              <a:t> </a:t>
            </a:r>
            <a:r>
              <a:rPr sz="1800" spc="-5" dirty="0">
                <a:latin typeface="Arial MT"/>
                <a:cs typeface="Arial MT"/>
              </a:rPr>
              <a:t>4,</a:t>
            </a:r>
            <a:r>
              <a:rPr sz="1800" spc="-20" dirty="0">
                <a:latin typeface="Arial MT"/>
                <a:cs typeface="Arial MT"/>
              </a:rPr>
              <a:t> </a:t>
            </a:r>
            <a:r>
              <a:rPr sz="1800" spc="-5" dirty="0">
                <a:latin typeface="Arial MT"/>
                <a:cs typeface="Arial MT"/>
              </a:rPr>
              <a:t>5,</a:t>
            </a:r>
            <a:r>
              <a:rPr sz="1800" spc="-15" dirty="0">
                <a:latin typeface="Arial MT"/>
                <a:cs typeface="Arial MT"/>
              </a:rPr>
              <a:t> </a:t>
            </a:r>
            <a:r>
              <a:rPr sz="1800" spc="-5" dirty="0">
                <a:latin typeface="Arial MT"/>
                <a:cs typeface="Arial MT"/>
              </a:rPr>
              <a:t>6} </a:t>
            </a:r>
            <a:r>
              <a:rPr sz="1800" spc="-484" dirty="0">
                <a:latin typeface="Arial MT"/>
                <a:cs typeface="Arial MT"/>
              </a:rPr>
              <a:t> </a:t>
            </a:r>
            <a:r>
              <a:rPr sz="1800" spc="-5" dirty="0">
                <a:latin typeface="Arial MT"/>
                <a:cs typeface="Arial MT"/>
              </a:rPr>
              <a:t>print(my_set) </a:t>
            </a:r>
            <a:r>
              <a:rPr sz="1800" dirty="0">
                <a:latin typeface="Arial MT"/>
                <a:cs typeface="Arial MT"/>
              </a:rPr>
              <a:t> my_set.discard(4) </a:t>
            </a:r>
            <a:r>
              <a:rPr sz="1800" spc="5" dirty="0">
                <a:latin typeface="Arial MT"/>
                <a:cs typeface="Arial MT"/>
              </a:rPr>
              <a:t> </a:t>
            </a:r>
            <a:r>
              <a:rPr sz="1800" spc="-5" dirty="0">
                <a:latin typeface="Arial MT"/>
                <a:cs typeface="Arial MT"/>
              </a:rPr>
              <a:t>print(my_set) </a:t>
            </a:r>
            <a:r>
              <a:rPr sz="1800" dirty="0">
                <a:latin typeface="Arial MT"/>
                <a:cs typeface="Arial MT"/>
              </a:rPr>
              <a:t> my_set.remove(6) </a:t>
            </a:r>
            <a:r>
              <a:rPr sz="1800" spc="5" dirty="0">
                <a:latin typeface="Arial MT"/>
                <a:cs typeface="Arial MT"/>
              </a:rPr>
              <a:t> </a:t>
            </a:r>
            <a:r>
              <a:rPr sz="1800" spc="-5" dirty="0">
                <a:latin typeface="Arial MT"/>
                <a:cs typeface="Arial MT"/>
              </a:rPr>
              <a:t>print(my_set) </a:t>
            </a:r>
            <a:r>
              <a:rPr sz="1800" dirty="0">
                <a:latin typeface="Arial MT"/>
                <a:cs typeface="Arial MT"/>
              </a:rPr>
              <a:t> my_set.discard(2) </a:t>
            </a:r>
            <a:r>
              <a:rPr sz="1800" spc="5" dirty="0">
                <a:latin typeface="Arial MT"/>
                <a:cs typeface="Arial MT"/>
              </a:rPr>
              <a:t> </a:t>
            </a:r>
            <a:r>
              <a:rPr sz="1800" spc="-5" dirty="0">
                <a:latin typeface="Arial MT"/>
                <a:cs typeface="Arial MT"/>
              </a:rPr>
              <a:t>print(my_set) </a:t>
            </a:r>
            <a:r>
              <a:rPr sz="1800" dirty="0">
                <a:latin typeface="Arial MT"/>
                <a:cs typeface="Arial MT"/>
              </a:rPr>
              <a:t> my_set.remove(2)</a:t>
            </a:r>
            <a:endParaRPr sz="1800">
              <a:latin typeface="Arial MT"/>
              <a:cs typeface="Arial MT"/>
            </a:endParaRPr>
          </a:p>
          <a:p>
            <a:pPr marL="12700">
              <a:lnSpc>
                <a:spcPct val="100000"/>
              </a:lnSpc>
            </a:pPr>
            <a:r>
              <a:rPr sz="1800" spc="-5" dirty="0">
                <a:latin typeface="Arial MT"/>
                <a:cs typeface="Arial MT"/>
              </a:rPr>
              <a:t>Output</a:t>
            </a:r>
            <a:r>
              <a:rPr sz="1800" spc="-20" dirty="0">
                <a:latin typeface="Arial MT"/>
                <a:cs typeface="Arial MT"/>
              </a:rPr>
              <a:t> </a:t>
            </a:r>
            <a:r>
              <a:rPr sz="1800" spc="-5" dirty="0">
                <a:latin typeface="Arial MT"/>
                <a:cs typeface="Arial MT"/>
              </a:rPr>
              <a:t>for</a:t>
            </a:r>
            <a:r>
              <a:rPr sz="1800" spc="-20" dirty="0">
                <a:latin typeface="Arial MT"/>
                <a:cs typeface="Arial MT"/>
              </a:rPr>
              <a:t> </a:t>
            </a:r>
            <a:r>
              <a:rPr sz="1800" spc="-5" dirty="0">
                <a:latin typeface="Arial MT"/>
                <a:cs typeface="Arial MT"/>
              </a:rPr>
              <a:t>the</a:t>
            </a:r>
            <a:r>
              <a:rPr sz="1800" spc="-15" dirty="0">
                <a:latin typeface="Arial MT"/>
                <a:cs typeface="Arial MT"/>
              </a:rPr>
              <a:t> </a:t>
            </a:r>
            <a:r>
              <a:rPr sz="1800" spc="-5" dirty="0">
                <a:latin typeface="Arial MT"/>
                <a:cs typeface="Arial MT"/>
              </a:rPr>
              <a:t>above</a:t>
            </a:r>
            <a:r>
              <a:rPr sz="1800" spc="-20" dirty="0">
                <a:latin typeface="Arial MT"/>
                <a:cs typeface="Arial MT"/>
              </a:rPr>
              <a:t> </a:t>
            </a:r>
            <a:r>
              <a:rPr sz="1800" dirty="0">
                <a:latin typeface="Arial MT"/>
                <a:cs typeface="Arial MT"/>
              </a:rPr>
              <a:t>code</a:t>
            </a:r>
            <a:r>
              <a:rPr sz="1800" spc="-15" dirty="0">
                <a:latin typeface="Arial MT"/>
                <a:cs typeface="Arial MT"/>
              </a:rPr>
              <a:t> </a:t>
            </a:r>
            <a:r>
              <a:rPr sz="1800" dirty="0">
                <a:latin typeface="Arial MT"/>
                <a:cs typeface="Arial MT"/>
              </a:rPr>
              <a:t>snippet</a:t>
            </a:r>
            <a:endParaRPr sz="1800">
              <a:latin typeface="Arial MT"/>
              <a:cs typeface="Arial MT"/>
            </a:endParaRPr>
          </a:p>
          <a:p>
            <a:pPr marL="12700">
              <a:lnSpc>
                <a:spcPct val="100000"/>
              </a:lnSpc>
            </a:pPr>
            <a:r>
              <a:rPr sz="1800" spc="-5" dirty="0">
                <a:latin typeface="Arial MT"/>
                <a:cs typeface="Arial MT"/>
              </a:rPr>
              <a:t>{1,</a:t>
            </a:r>
            <a:r>
              <a:rPr sz="1800" spc="-10" dirty="0">
                <a:latin typeface="Arial MT"/>
                <a:cs typeface="Arial MT"/>
              </a:rPr>
              <a:t> </a:t>
            </a:r>
            <a:r>
              <a:rPr sz="1800" spc="-5" dirty="0">
                <a:latin typeface="Arial MT"/>
                <a:cs typeface="Arial MT"/>
              </a:rPr>
              <a:t>3, 4,</a:t>
            </a:r>
            <a:r>
              <a:rPr sz="1800" spc="-10" dirty="0">
                <a:latin typeface="Arial MT"/>
                <a:cs typeface="Arial MT"/>
              </a:rPr>
              <a:t> </a:t>
            </a:r>
            <a:r>
              <a:rPr sz="1800" spc="-5" dirty="0">
                <a:latin typeface="Arial MT"/>
                <a:cs typeface="Arial MT"/>
              </a:rPr>
              <a:t>5, 6}</a:t>
            </a:r>
            <a:r>
              <a:rPr sz="1800" spc="-10" dirty="0">
                <a:latin typeface="Arial MT"/>
                <a:cs typeface="Arial MT"/>
              </a:rPr>
              <a:t> </a:t>
            </a:r>
            <a:r>
              <a:rPr sz="1800" spc="-5" dirty="0">
                <a:latin typeface="Arial MT"/>
                <a:cs typeface="Arial MT"/>
              </a:rPr>
              <a:t>{1, 3, 5,</a:t>
            </a:r>
            <a:r>
              <a:rPr sz="1800" spc="-10" dirty="0">
                <a:latin typeface="Arial MT"/>
                <a:cs typeface="Arial MT"/>
              </a:rPr>
              <a:t> </a:t>
            </a:r>
            <a:r>
              <a:rPr sz="1800" spc="-5" dirty="0">
                <a:latin typeface="Arial MT"/>
                <a:cs typeface="Arial MT"/>
              </a:rPr>
              <a:t>6} {1,</a:t>
            </a:r>
            <a:r>
              <a:rPr sz="1800" spc="-10" dirty="0">
                <a:latin typeface="Arial MT"/>
                <a:cs typeface="Arial MT"/>
              </a:rPr>
              <a:t> </a:t>
            </a:r>
            <a:r>
              <a:rPr sz="1800" spc="-5" dirty="0">
                <a:latin typeface="Arial MT"/>
                <a:cs typeface="Arial MT"/>
              </a:rPr>
              <a:t>3, 5}{1, 3,</a:t>
            </a:r>
            <a:r>
              <a:rPr sz="1800" spc="-10" dirty="0">
                <a:latin typeface="Arial MT"/>
                <a:cs typeface="Arial MT"/>
              </a:rPr>
              <a:t> </a:t>
            </a:r>
            <a:r>
              <a:rPr sz="1800" spc="-5" dirty="0">
                <a:latin typeface="Arial MT"/>
                <a:cs typeface="Arial MT"/>
              </a:rPr>
              <a:t>5}KeyError: </a:t>
            </a:r>
            <a:r>
              <a:rPr sz="1800" dirty="0">
                <a:latin typeface="Arial MT"/>
                <a:cs typeface="Arial MT"/>
              </a:rPr>
              <a:t>2</a:t>
            </a:r>
            <a:endParaRPr sz="1800">
              <a:latin typeface="Arial MT"/>
              <a:cs typeface="Arial MT"/>
            </a:endParaRPr>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1"/>
          <p:cNvSpPr/>
          <p:nvPr/>
        </p:nvSpPr>
        <p:spPr>
          <a:xfrm>
            <a:off x="0" y="0"/>
            <a:ext cx="9144000" cy="5143500"/>
          </a:xfrm>
          <a:prstGeom prst="rect">
            <a:avLst/>
          </a:prstGeom>
          <a:blipFill>
            <a:blip r:embed="rId2" cstate="print"/>
            <a:stretch>
              <a:fillRect/>
            </a:stretch>
          </a:blipFill>
        </p:spPr>
        <p:txBody>
          <a:bodyPr wrap="square" lIns="0" tIns="0" rIns="0" bIns="0" rtlCol="0">
            <a:spAutoFit/>
          </a:bodyPr>
          <a:lstStyle/>
          <a:p>
            <a:endParaRPr/>
          </a:p>
        </p:txBody>
      </p:sp>
      <p:sp>
        <p:nvSpPr>
          <p:cNvPr id="3" name="object 3"/>
          <p:cNvSpPr txBox="1"/>
          <p:nvPr/>
        </p:nvSpPr>
        <p:spPr>
          <a:xfrm>
            <a:off x="795099" y="2140808"/>
            <a:ext cx="6542250" cy="537972"/>
          </a:xfrm>
          <a:prstGeom prst="rect">
            <a:avLst/>
          </a:prstGeom>
        </p:spPr>
        <p:txBody>
          <a:bodyPr vert="horz" wrap="square" lIns="0" tIns="0" rIns="0" bIns="0" rtlCol="0">
            <a:spAutoFit/>
          </a:bodyPr>
          <a:lstStyle/>
          <a:p>
            <a:pPr marL="0" marR="0">
              <a:lnSpc>
                <a:spcPts val="3936"/>
              </a:lnSpc>
              <a:spcBef>
                <a:spcPts val="0"/>
              </a:spcBef>
              <a:spcAft>
                <a:spcPts val="0"/>
              </a:spcAft>
            </a:pPr>
            <a:r>
              <a:rPr sz="3200" b="1" dirty="0">
                <a:solidFill>
                  <a:srgbClr val="C00000"/>
                </a:solidFill>
                <a:latin typeface="JCLMCO+LibreBaskerville-Bold"/>
                <a:cs typeface="JCLMCO+LibreBaskerville-Bold"/>
              </a:rPr>
              <a:t>7.2</a:t>
            </a:r>
            <a:r>
              <a:rPr sz="3200" b="1" spc="-175" dirty="0">
                <a:solidFill>
                  <a:srgbClr val="C00000"/>
                </a:solidFill>
                <a:latin typeface="JCLMCO+LibreBaskerville-Bold"/>
                <a:cs typeface="JCLMCO+LibreBaskerville-Bold"/>
              </a:rPr>
              <a:t> </a:t>
            </a:r>
            <a:r>
              <a:rPr sz="3200" b="1" dirty="0">
                <a:solidFill>
                  <a:srgbClr val="C00000"/>
                </a:solidFill>
                <a:latin typeface="JCLMCO+LibreBaskerville-Bold"/>
                <a:cs typeface="JCLMCO+LibreBaskerville-Bold"/>
              </a:rPr>
              <a:t>Working with Dictionaries</a:t>
            </a:r>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1"/>
          <p:cNvSpPr/>
          <p:nvPr/>
        </p:nvSpPr>
        <p:spPr>
          <a:xfrm>
            <a:off x="0" y="0"/>
            <a:ext cx="9144000" cy="5143500"/>
          </a:xfrm>
          <a:prstGeom prst="rect">
            <a:avLst/>
          </a:prstGeom>
          <a:blipFill>
            <a:blip r:embed="rId2" cstate="print"/>
            <a:stretch>
              <a:fillRect/>
            </a:stretch>
          </a:blipFill>
        </p:spPr>
        <p:txBody>
          <a:bodyPr wrap="square" lIns="0" tIns="0" rIns="0" bIns="0" rtlCol="0">
            <a:spAutoFit/>
          </a:bodyPr>
          <a:lstStyle/>
          <a:p>
            <a:endParaRPr/>
          </a:p>
        </p:txBody>
      </p:sp>
      <p:sp>
        <p:nvSpPr>
          <p:cNvPr id="3" name="object 3"/>
          <p:cNvSpPr txBox="1"/>
          <p:nvPr/>
        </p:nvSpPr>
        <p:spPr>
          <a:xfrm>
            <a:off x="739302" y="829916"/>
            <a:ext cx="4136745" cy="537972"/>
          </a:xfrm>
          <a:prstGeom prst="rect">
            <a:avLst/>
          </a:prstGeom>
        </p:spPr>
        <p:txBody>
          <a:bodyPr vert="horz" wrap="square" lIns="0" tIns="0" rIns="0" bIns="0" rtlCol="0">
            <a:spAutoFit/>
          </a:bodyPr>
          <a:lstStyle/>
          <a:p>
            <a:pPr marL="0" marR="0">
              <a:lnSpc>
                <a:spcPts val="3936"/>
              </a:lnSpc>
              <a:spcBef>
                <a:spcPts val="0"/>
              </a:spcBef>
              <a:spcAft>
                <a:spcPts val="0"/>
              </a:spcAft>
            </a:pPr>
            <a:r>
              <a:rPr sz="3200" b="1" dirty="0">
                <a:solidFill>
                  <a:srgbClr val="C00000"/>
                </a:solidFill>
                <a:latin typeface="JCLMCO+LibreBaskerville-Bold"/>
                <a:cs typeface="JCLMCO+LibreBaskerville-Bold"/>
              </a:rPr>
              <a:t>Python Dictionary</a:t>
            </a:r>
          </a:p>
        </p:txBody>
      </p:sp>
      <p:sp>
        <p:nvSpPr>
          <p:cNvPr id="4" name="object 4"/>
          <p:cNvSpPr txBox="1"/>
          <p:nvPr/>
        </p:nvSpPr>
        <p:spPr>
          <a:xfrm>
            <a:off x="801408" y="1782856"/>
            <a:ext cx="7975787" cy="1939409"/>
          </a:xfrm>
          <a:prstGeom prst="rect">
            <a:avLst/>
          </a:prstGeom>
        </p:spPr>
        <p:txBody>
          <a:bodyPr vert="horz" wrap="square" lIns="0" tIns="0" rIns="0" bIns="0" rtlCol="0">
            <a:spAutoFit/>
          </a:bodyPr>
          <a:lstStyle/>
          <a:p>
            <a:pPr marL="0" marR="0">
              <a:lnSpc>
                <a:spcPts val="2010"/>
              </a:lnSpc>
              <a:spcBef>
                <a:spcPts val="0"/>
              </a:spcBef>
              <a:spcAft>
                <a:spcPts val="0"/>
              </a:spcAft>
            </a:pPr>
            <a:r>
              <a:rPr sz="1800" dirty="0">
                <a:solidFill>
                  <a:srgbClr val="000000"/>
                </a:solidFill>
                <a:latin typeface="JMPQAK+ArialMT"/>
                <a:cs typeface="JMPQAK+ArialMT"/>
              </a:rPr>
              <a:t>Dictionaries</a:t>
            </a:r>
            <a:r>
              <a:rPr sz="1800" spc="49" dirty="0">
                <a:solidFill>
                  <a:srgbClr val="000000"/>
                </a:solidFill>
                <a:latin typeface="Times New Roman"/>
                <a:cs typeface="Times New Roman"/>
              </a:rPr>
              <a:t> </a:t>
            </a:r>
            <a:r>
              <a:rPr sz="1800" dirty="0">
                <a:solidFill>
                  <a:srgbClr val="000000"/>
                </a:solidFill>
                <a:latin typeface="JMPQAK+ArialMT"/>
                <a:cs typeface="JMPQAK+ArialMT"/>
              </a:rPr>
              <a:t>are</a:t>
            </a:r>
            <a:r>
              <a:rPr sz="1800" spc="47" dirty="0">
                <a:solidFill>
                  <a:srgbClr val="000000"/>
                </a:solidFill>
                <a:latin typeface="Times New Roman"/>
                <a:cs typeface="Times New Roman"/>
              </a:rPr>
              <a:t> </a:t>
            </a:r>
            <a:r>
              <a:rPr sz="1800" dirty="0">
                <a:solidFill>
                  <a:srgbClr val="000000"/>
                </a:solidFill>
                <a:latin typeface="JMPQAK+ArialMT"/>
                <a:cs typeface="JMPQAK+ArialMT"/>
              </a:rPr>
              <a:t>used</a:t>
            </a:r>
            <a:r>
              <a:rPr sz="1800" spc="49" dirty="0">
                <a:solidFill>
                  <a:srgbClr val="000000"/>
                </a:solidFill>
                <a:latin typeface="Times New Roman"/>
                <a:cs typeface="Times New Roman"/>
              </a:rPr>
              <a:t> </a:t>
            </a:r>
            <a:r>
              <a:rPr sz="1800" dirty="0">
                <a:solidFill>
                  <a:srgbClr val="000000"/>
                </a:solidFill>
                <a:latin typeface="JMPQAK+ArialMT"/>
                <a:cs typeface="JMPQAK+ArialMT"/>
              </a:rPr>
              <a:t>to</a:t>
            </a:r>
            <a:r>
              <a:rPr sz="1800" spc="50" dirty="0">
                <a:solidFill>
                  <a:srgbClr val="000000"/>
                </a:solidFill>
                <a:latin typeface="Times New Roman"/>
                <a:cs typeface="Times New Roman"/>
              </a:rPr>
              <a:t> </a:t>
            </a:r>
            <a:r>
              <a:rPr sz="1800" dirty="0">
                <a:solidFill>
                  <a:srgbClr val="000000"/>
                </a:solidFill>
                <a:latin typeface="JMPQAK+ArialMT"/>
                <a:cs typeface="JMPQAK+ArialMT"/>
              </a:rPr>
              <a:t>store</a:t>
            </a:r>
            <a:r>
              <a:rPr sz="1800" spc="49" dirty="0">
                <a:solidFill>
                  <a:srgbClr val="000000"/>
                </a:solidFill>
                <a:latin typeface="Times New Roman"/>
                <a:cs typeface="Times New Roman"/>
              </a:rPr>
              <a:t> </a:t>
            </a:r>
            <a:r>
              <a:rPr sz="1800" dirty="0">
                <a:solidFill>
                  <a:srgbClr val="000000"/>
                </a:solidFill>
                <a:latin typeface="JMPQAK+ArialMT"/>
                <a:cs typeface="JMPQAK+ArialMT"/>
              </a:rPr>
              <a:t>data</a:t>
            </a:r>
            <a:r>
              <a:rPr sz="1800" spc="49" dirty="0">
                <a:solidFill>
                  <a:srgbClr val="000000"/>
                </a:solidFill>
                <a:latin typeface="Times New Roman"/>
                <a:cs typeface="Times New Roman"/>
              </a:rPr>
              <a:t> </a:t>
            </a:r>
            <a:r>
              <a:rPr sz="1800" dirty="0">
                <a:solidFill>
                  <a:srgbClr val="000000"/>
                </a:solidFill>
                <a:latin typeface="JMPQAK+ArialMT"/>
                <a:cs typeface="JMPQAK+ArialMT"/>
              </a:rPr>
              <a:t>values</a:t>
            </a:r>
            <a:r>
              <a:rPr sz="1800" spc="49" dirty="0">
                <a:solidFill>
                  <a:srgbClr val="000000"/>
                </a:solidFill>
                <a:latin typeface="Times New Roman"/>
                <a:cs typeface="Times New Roman"/>
              </a:rPr>
              <a:t> </a:t>
            </a:r>
            <a:r>
              <a:rPr sz="1800" dirty="0">
                <a:solidFill>
                  <a:srgbClr val="000000"/>
                </a:solidFill>
                <a:latin typeface="JMPQAK+ArialMT"/>
                <a:cs typeface="JMPQAK+ArialMT"/>
              </a:rPr>
              <a:t>in</a:t>
            </a:r>
            <a:r>
              <a:rPr sz="1800" spc="49" dirty="0">
                <a:solidFill>
                  <a:srgbClr val="000000"/>
                </a:solidFill>
                <a:latin typeface="Times New Roman"/>
                <a:cs typeface="Times New Roman"/>
              </a:rPr>
              <a:t> </a:t>
            </a:r>
            <a:r>
              <a:rPr sz="1800" dirty="0">
                <a:solidFill>
                  <a:srgbClr val="000000"/>
                </a:solidFill>
                <a:latin typeface="JMPQAK+ArialMT"/>
                <a:cs typeface="JMPQAK+ArialMT"/>
              </a:rPr>
              <a:t>key:value</a:t>
            </a:r>
            <a:r>
              <a:rPr sz="1800" spc="49" dirty="0">
                <a:solidFill>
                  <a:srgbClr val="000000"/>
                </a:solidFill>
                <a:latin typeface="Times New Roman"/>
                <a:cs typeface="Times New Roman"/>
              </a:rPr>
              <a:t> </a:t>
            </a:r>
            <a:r>
              <a:rPr sz="1800" dirty="0">
                <a:solidFill>
                  <a:srgbClr val="000000"/>
                </a:solidFill>
                <a:latin typeface="JMPQAK+ArialMT"/>
                <a:cs typeface="JMPQAK+ArialMT"/>
              </a:rPr>
              <a:t>pairs.</a:t>
            </a:r>
          </a:p>
          <a:p>
            <a:pPr marL="0" marR="0">
              <a:lnSpc>
                <a:spcPts val="2010"/>
              </a:lnSpc>
              <a:spcBef>
                <a:spcPts val="199"/>
              </a:spcBef>
              <a:spcAft>
                <a:spcPts val="0"/>
              </a:spcAft>
            </a:pPr>
            <a:r>
              <a:rPr sz="1800" dirty="0">
                <a:solidFill>
                  <a:srgbClr val="000000"/>
                </a:solidFill>
                <a:latin typeface="JMPQAK+ArialMT"/>
                <a:cs typeface="JMPQAK+ArialMT"/>
              </a:rPr>
              <a:t>It</a:t>
            </a:r>
            <a:r>
              <a:rPr sz="1800" spc="52" dirty="0">
                <a:solidFill>
                  <a:srgbClr val="000000"/>
                </a:solidFill>
                <a:latin typeface="Times New Roman"/>
                <a:cs typeface="Times New Roman"/>
              </a:rPr>
              <a:t> </a:t>
            </a:r>
            <a:r>
              <a:rPr sz="1800" dirty="0">
                <a:solidFill>
                  <a:srgbClr val="000000"/>
                </a:solidFill>
                <a:latin typeface="JMPQAK+ArialMT"/>
                <a:cs typeface="JMPQAK+ArialMT"/>
              </a:rPr>
              <a:t>is</a:t>
            </a:r>
            <a:r>
              <a:rPr sz="1800" spc="49" dirty="0">
                <a:solidFill>
                  <a:srgbClr val="000000"/>
                </a:solidFill>
                <a:latin typeface="Times New Roman"/>
                <a:cs typeface="Times New Roman"/>
              </a:rPr>
              <a:t> </a:t>
            </a:r>
            <a:r>
              <a:rPr sz="1800" dirty="0">
                <a:solidFill>
                  <a:srgbClr val="000000"/>
                </a:solidFill>
                <a:latin typeface="JMPQAK+ArialMT"/>
                <a:cs typeface="JMPQAK+ArialMT"/>
              </a:rPr>
              <a:t>a</a:t>
            </a:r>
            <a:r>
              <a:rPr sz="1800" spc="47" dirty="0">
                <a:solidFill>
                  <a:srgbClr val="000000"/>
                </a:solidFill>
                <a:latin typeface="Times New Roman"/>
                <a:cs typeface="Times New Roman"/>
              </a:rPr>
              <a:t> </a:t>
            </a:r>
            <a:r>
              <a:rPr sz="1800" dirty="0">
                <a:solidFill>
                  <a:srgbClr val="000000"/>
                </a:solidFill>
                <a:latin typeface="JMPQAK+ArialMT"/>
                <a:cs typeface="JMPQAK+ArialMT"/>
              </a:rPr>
              <a:t>collection</a:t>
            </a:r>
            <a:r>
              <a:rPr sz="1800" spc="49" dirty="0">
                <a:solidFill>
                  <a:srgbClr val="000000"/>
                </a:solidFill>
                <a:latin typeface="Times New Roman"/>
                <a:cs typeface="Times New Roman"/>
              </a:rPr>
              <a:t> </a:t>
            </a:r>
            <a:r>
              <a:rPr sz="1800" dirty="0">
                <a:solidFill>
                  <a:srgbClr val="000000"/>
                </a:solidFill>
                <a:latin typeface="JMPQAK+ArialMT"/>
                <a:cs typeface="JMPQAK+ArialMT"/>
              </a:rPr>
              <a:t>of</a:t>
            </a:r>
            <a:r>
              <a:rPr sz="1800" spc="46" dirty="0">
                <a:solidFill>
                  <a:srgbClr val="000000"/>
                </a:solidFill>
                <a:latin typeface="Times New Roman"/>
                <a:cs typeface="Times New Roman"/>
              </a:rPr>
              <a:t> </a:t>
            </a:r>
            <a:r>
              <a:rPr sz="1800" dirty="0">
                <a:solidFill>
                  <a:srgbClr val="000000"/>
                </a:solidFill>
                <a:latin typeface="JMPQAK+ArialMT"/>
                <a:cs typeface="JMPQAK+ArialMT"/>
              </a:rPr>
              <a:t>changeable</a:t>
            </a:r>
            <a:r>
              <a:rPr sz="1800" spc="49" dirty="0">
                <a:solidFill>
                  <a:srgbClr val="000000"/>
                </a:solidFill>
                <a:latin typeface="Times New Roman"/>
                <a:cs typeface="Times New Roman"/>
              </a:rPr>
              <a:t> </a:t>
            </a:r>
            <a:r>
              <a:rPr sz="1800" dirty="0">
                <a:solidFill>
                  <a:srgbClr val="000000"/>
                </a:solidFill>
                <a:latin typeface="JMPQAK+ArialMT"/>
                <a:cs typeface="JMPQAK+ArialMT"/>
              </a:rPr>
              <a:t>and</a:t>
            </a:r>
            <a:r>
              <a:rPr sz="1800" spc="49" dirty="0">
                <a:solidFill>
                  <a:srgbClr val="000000"/>
                </a:solidFill>
                <a:latin typeface="Times New Roman"/>
                <a:cs typeface="Times New Roman"/>
              </a:rPr>
              <a:t> </a:t>
            </a:r>
            <a:r>
              <a:rPr sz="1800" dirty="0">
                <a:solidFill>
                  <a:srgbClr val="000000"/>
                </a:solidFill>
                <a:latin typeface="JMPQAK+ArialMT"/>
                <a:cs typeface="JMPQAK+ArialMT"/>
              </a:rPr>
              <a:t>no</a:t>
            </a:r>
            <a:r>
              <a:rPr sz="1800" spc="49" dirty="0">
                <a:solidFill>
                  <a:srgbClr val="000000"/>
                </a:solidFill>
                <a:latin typeface="Times New Roman"/>
                <a:cs typeface="Times New Roman"/>
              </a:rPr>
              <a:t> </a:t>
            </a:r>
            <a:r>
              <a:rPr sz="1800" dirty="0">
                <a:solidFill>
                  <a:srgbClr val="000000"/>
                </a:solidFill>
                <a:latin typeface="JMPQAK+ArialMT"/>
                <a:cs typeface="JMPQAK+ArialMT"/>
              </a:rPr>
              <a:t>duplicate</a:t>
            </a:r>
            <a:r>
              <a:rPr sz="1800" spc="47" dirty="0">
                <a:solidFill>
                  <a:srgbClr val="000000"/>
                </a:solidFill>
                <a:latin typeface="Times New Roman"/>
                <a:cs typeface="Times New Roman"/>
              </a:rPr>
              <a:t> </a:t>
            </a:r>
            <a:r>
              <a:rPr sz="1800" dirty="0">
                <a:solidFill>
                  <a:srgbClr val="000000"/>
                </a:solidFill>
                <a:latin typeface="JMPQAK+ArialMT"/>
                <a:cs typeface="JMPQAK+ArialMT"/>
              </a:rPr>
              <a:t>elements.</a:t>
            </a:r>
          </a:p>
          <a:p>
            <a:pPr marL="0" marR="0">
              <a:lnSpc>
                <a:spcPts val="2010"/>
              </a:lnSpc>
              <a:spcBef>
                <a:spcPts val="149"/>
              </a:spcBef>
              <a:spcAft>
                <a:spcPts val="0"/>
              </a:spcAft>
            </a:pPr>
            <a:r>
              <a:rPr sz="1800" dirty="0">
                <a:solidFill>
                  <a:srgbClr val="000000"/>
                </a:solidFill>
                <a:latin typeface="JMPQAK+ArialMT"/>
                <a:cs typeface="JMPQAK+ArialMT"/>
              </a:rPr>
              <a:t>Dictionaries</a:t>
            </a:r>
            <a:r>
              <a:rPr sz="1800" spc="258" dirty="0">
                <a:solidFill>
                  <a:srgbClr val="000000"/>
                </a:solidFill>
                <a:latin typeface="Times New Roman"/>
                <a:cs typeface="Times New Roman"/>
              </a:rPr>
              <a:t> </a:t>
            </a:r>
            <a:r>
              <a:rPr sz="1800" dirty="0">
                <a:solidFill>
                  <a:srgbClr val="000000"/>
                </a:solidFill>
                <a:latin typeface="JMPQAK+ArialMT"/>
                <a:cs typeface="JMPQAK+ArialMT"/>
              </a:rPr>
              <a:t>are</a:t>
            </a:r>
            <a:r>
              <a:rPr sz="1800" spc="256" dirty="0">
                <a:solidFill>
                  <a:srgbClr val="000000"/>
                </a:solidFill>
                <a:latin typeface="Times New Roman"/>
                <a:cs typeface="Times New Roman"/>
              </a:rPr>
              <a:t> </a:t>
            </a:r>
            <a:r>
              <a:rPr sz="1800" dirty="0">
                <a:solidFill>
                  <a:srgbClr val="000000"/>
                </a:solidFill>
                <a:latin typeface="JMPQAK+ArialMT"/>
                <a:cs typeface="JMPQAK+ArialMT"/>
              </a:rPr>
              <a:t>enclosed</a:t>
            </a:r>
            <a:r>
              <a:rPr sz="1800" spc="254" dirty="0">
                <a:solidFill>
                  <a:srgbClr val="000000"/>
                </a:solidFill>
                <a:latin typeface="Times New Roman"/>
                <a:cs typeface="Times New Roman"/>
              </a:rPr>
              <a:t> </a:t>
            </a:r>
            <a:r>
              <a:rPr sz="1800" dirty="0">
                <a:solidFill>
                  <a:srgbClr val="000000"/>
                </a:solidFill>
                <a:latin typeface="JMPQAK+ArialMT"/>
                <a:cs typeface="JMPQAK+ArialMT"/>
              </a:rPr>
              <a:t>by</a:t>
            </a:r>
            <a:r>
              <a:rPr sz="1800" spc="257" dirty="0">
                <a:solidFill>
                  <a:srgbClr val="000000"/>
                </a:solidFill>
                <a:latin typeface="Times New Roman"/>
                <a:cs typeface="Times New Roman"/>
              </a:rPr>
              <a:t> </a:t>
            </a:r>
            <a:r>
              <a:rPr sz="1800" dirty="0">
                <a:solidFill>
                  <a:srgbClr val="000000"/>
                </a:solidFill>
                <a:latin typeface="JMPQAK+ArialMT"/>
                <a:cs typeface="JMPQAK+ArialMT"/>
              </a:rPr>
              <a:t>curly</a:t>
            </a:r>
            <a:r>
              <a:rPr sz="1800" spc="258" dirty="0">
                <a:solidFill>
                  <a:srgbClr val="000000"/>
                </a:solidFill>
                <a:latin typeface="Times New Roman"/>
                <a:cs typeface="Times New Roman"/>
              </a:rPr>
              <a:t> </a:t>
            </a:r>
            <a:r>
              <a:rPr sz="1800" dirty="0">
                <a:solidFill>
                  <a:srgbClr val="000000"/>
                </a:solidFill>
                <a:latin typeface="JMPQAK+ArialMT"/>
                <a:cs typeface="JMPQAK+ArialMT"/>
              </a:rPr>
              <a:t>braces</a:t>
            </a:r>
            <a:r>
              <a:rPr sz="1800" spc="256" dirty="0">
                <a:solidFill>
                  <a:srgbClr val="000000"/>
                </a:solidFill>
                <a:latin typeface="Times New Roman"/>
                <a:cs typeface="Times New Roman"/>
              </a:rPr>
              <a:t> </a:t>
            </a:r>
            <a:r>
              <a:rPr sz="1800" dirty="0">
                <a:solidFill>
                  <a:srgbClr val="000000"/>
                </a:solidFill>
                <a:latin typeface="JMPQAK+ArialMT"/>
                <a:cs typeface="JMPQAK+ArialMT"/>
              </a:rPr>
              <a:t>({</a:t>
            </a:r>
            <a:r>
              <a:rPr sz="1800" spc="257" dirty="0">
                <a:solidFill>
                  <a:srgbClr val="000000"/>
                </a:solidFill>
                <a:latin typeface="Times New Roman"/>
                <a:cs typeface="Times New Roman"/>
              </a:rPr>
              <a:t> </a:t>
            </a:r>
            <a:r>
              <a:rPr sz="1800" dirty="0">
                <a:solidFill>
                  <a:srgbClr val="000000"/>
                </a:solidFill>
                <a:latin typeface="JMPQAK+ArialMT"/>
                <a:cs typeface="JMPQAK+ArialMT"/>
              </a:rPr>
              <a:t>})</a:t>
            </a:r>
            <a:r>
              <a:rPr sz="1800" spc="260" dirty="0">
                <a:solidFill>
                  <a:srgbClr val="000000"/>
                </a:solidFill>
                <a:latin typeface="Times New Roman"/>
                <a:cs typeface="Times New Roman"/>
              </a:rPr>
              <a:t> </a:t>
            </a:r>
            <a:r>
              <a:rPr sz="1800" dirty="0">
                <a:solidFill>
                  <a:srgbClr val="000000"/>
                </a:solidFill>
                <a:latin typeface="JMPQAK+ArialMT"/>
                <a:cs typeface="JMPQAK+ArialMT"/>
              </a:rPr>
              <a:t>and</a:t>
            </a:r>
            <a:r>
              <a:rPr sz="1800" spc="255" dirty="0">
                <a:solidFill>
                  <a:srgbClr val="000000"/>
                </a:solidFill>
                <a:latin typeface="Times New Roman"/>
                <a:cs typeface="Times New Roman"/>
              </a:rPr>
              <a:t> </a:t>
            </a:r>
            <a:r>
              <a:rPr sz="1800" dirty="0">
                <a:solidFill>
                  <a:srgbClr val="000000"/>
                </a:solidFill>
                <a:latin typeface="JMPQAK+ArialMT"/>
                <a:cs typeface="JMPQAK+ArialMT"/>
              </a:rPr>
              <a:t>values</a:t>
            </a:r>
            <a:r>
              <a:rPr sz="1800" spc="256" dirty="0">
                <a:solidFill>
                  <a:srgbClr val="000000"/>
                </a:solidFill>
                <a:latin typeface="Times New Roman"/>
                <a:cs typeface="Times New Roman"/>
              </a:rPr>
              <a:t> </a:t>
            </a:r>
            <a:r>
              <a:rPr sz="1800" dirty="0">
                <a:solidFill>
                  <a:srgbClr val="000000"/>
                </a:solidFill>
                <a:latin typeface="JMPQAK+ArialMT"/>
                <a:cs typeface="JMPQAK+ArialMT"/>
              </a:rPr>
              <a:t>can</a:t>
            </a:r>
            <a:r>
              <a:rPr sz="1800" spc="256" dirty="0">
                <a:solidFill>
                  <a:srgbClr val="000000"/>
                </a:solidFill>
                <a:latin typeface="Times New Roman"/>
                <a:cs typeface="Times New Roman"/>
              </a:rPr>
              <a:t> </a:t>
            </a:r>
            <a:r>
              <a:rPr sz="1800" dirty="0">
                <a:solidFill>
                  <a:srgbClr val="000000"/>
                </a:solidFill>
                <a:latin typeface="JMPQAK+ArialMT"/>
                <a:cs typeface="JMPQAK+ArialMT"/>
              </a:rPr>
              <a:t>be</a:t>
            </a:r>
            <a:r>
              <a:rPr sz="1800" spc="256" dirty="0">
                <a:solidFill>
                  <a:srgbClr val="000000"/>
                </a:solidFill>
                <a:latin typeface="Times New Roman"/>
                <a:cs typeface="Times New Roman"/>
              </a:rPr>
              <a:t> </a:t>
            </a:r>
            <a:r>
              <a:rPr sz="1800" dirty="0">
                <a:solidFill>
                  <a:srgbClr val="000000"/>
                </a:solidFill>
                <a:latin typeface="JMPQAK+ArialMT"/>
                <a:cs typeface="JMPQAK+ArialMT"/>
              </a:rPr>
              <a:t>assigned</a:t>
            </a:r>
          </a:p>
          <a:p>
            <a:pPr marL="228600" marR="0">
              <a:lnSpc>
                <a:spcPts val="2010"/>
              </a:lnSpc>
              <a:spcBef>
                <a:spcPts val="199"/>
              </a:spcBef>
              <a:spcAft>
                <a:spcPts val="0"/>
              </a:spcAft>
            </a:pPr>
            <a:r>
              <a:rPr sz="1800" dirty="0">
                <a:solidFill>
                  <a:srgbClr val="000000"/>
                </a:solidFill>
                <a:latin typeface="JMPQAK+ArialMT"/>
                <a:cs typeface="JMPQAK+ArialMT"/>
              </a:rPr>
              <a:t>and</a:t>
            </a:r>
            <a:r>
              <a:rPr sz="1800" spc="49" dirty="0">
                <a:solidFill>
                  <a:srgbClr val="000000"/>
                </a:solidFill>
                <a:latin typeface="Times New Roman"/>
                <a:cs typeface="Times New Roman"/>
              </a:rPr>
              <a:t> </a:t>
            </a:r>
            <a:r>
              <a:rPr sz="1800" dirty="0">
                <a:solidFill>
                  <a:srgbClr val="000000"/>
                </a:solidFill>
                <a:latin typeface="JMPQAK+ArialMT"/>
                <a:cs typeface="JMPQAK+ArialMT"/>
              </a:rPr>
              <a:t>accessed</a:t>
            </a:r>
            <a:r>
              <a:rPr sz="1800" spc="47" dirty="0">
                <a:solidFill>
                  <a:srgbClr val="000000"/>
                </a:solidFill>
                <a:latin typeface="Times New Roman"/>
                <a:cs typeface="Times New Roman"/>
              </a:rPr>
              <a:t> </a:t>
            </a:r>
            <a:r>
              <a:rPr sz="1800" dirty="0">
                <a:solidFill>
                  <a:srgbClr val="000000"/>
                </a:solidFill>
                <a:latin typeface="JMPQAK+ArialMT"/>
                <a:cs typeface="JMPQAK+ArialMT"/>
              </a:rPr>
              <a:t>using</a:t>
            </a:r>
            <a:r>
              <a:rPr sz="1800" spc="49" dirty="0">
                <a:solidFill>
                  <a:srgbClr val="000000"/>
                </a:solidFill>
                <a:latin typeface="Times New Roman"/>
                <a:cs typeface="Times New Roman"/>
              </a:rPr>
              <a:t> </a:t>
            </a:r>
            <a:r>
              <a:rPr sz="1800" dirty="0">
                <a:solidFill>
                  <a:srgbClr val="000000"/>
                </a:solidFill>
                <a:latin typeface="JMPQAK+ArialMT"/>
                <a:cs typeface="JMPQAK+ArialMT"/>
              </a:rPr>
              <a:t>square</a:t>
            </a:r>
            <a:r>
              <a:rPr sz="1800" spc="47" dirty="0">
                <a:solidFill>
                  <a:srgbClr val="000000"/>
                </a:solidFill>
                <a:latin typeface="Times New Roman"/>
                <a:cs typeface="Times New Roman"/>
              </a:rPr>
              <a:t> </a:t>
            </a:r>
            <a:r>
              <a:rPr sz="1800" dirty="0">
                <a:solidFill>
                  <a:srgbClr val="000000"/>
                </a:solidFill>
                <a:latin typeface="JMPQAK+ArialMT"/>
                <a:cs typeface="JMPQAK+ArialMT"/>
              </a:rPr>
              <a:t>braces</a:t>
            </a:r>
            <a:r>
              <a:rPr sz="1800" spc="49" dirty="0">
                <a:solidFill>
                  <a:srgbClr val="000000"/>
                </a:solidFill>
                <a:latin typeface="Times New Roman"/>
                <a:cs typeface="Times New Roman"/>
              </a:rPr>
              <a:t> </a:t>
            </a:r>
            <a:r>
              <a:rPr sz="1800" dirty="0">
                <a:solidFill>
                  <a:srgbClr val="000000"/>
                </a:solidFill>
                <a:latin typeface="JMPQAK+ArialMT"/>
                <a:cs typeface="JMPQAK+ArialMT"/>
              </a:rPr>
              <a:t>([]).</a:t>
            </a:r>
          </a:p>
          <a:p>
            <a:pPr marL="0" marR="0">
              <a:lnSpc>
                <a:spcPts val="2010"/>
              </a:lnSpc>
              <a:spcBef>
                <a:spcPts val="199"/>
              </a:spcBef>
              <a:spcAft>
                <a:spcPts val="0"/>
              </a:spcAft>
            </a:pPr>
            <a:r>
              <a:rPr sz="1800" dirty="0">
                <a:solidFill>
                  <a:srgbClr val="000000"/>
                </a:solidFill>
                <a:latin typeface="JMPQAK+ArialMT"/>
                <a:cs typeface="JMPQAK+ArialMT"/>
              </a:rPr>
              <a:t>The</a:t>
            </a:r>
            <a:r>
              <a:rPr sz="1800" spc="279" dirty="0">
                <a:solidFill>
                  <a:srgbClr val="000000"/>
                </a:solidFill>
                <a:latin typeface="Times New Roman"/>
                <a:cs typeface="Times New Roman"/>
              </a:rPr>
              <a:t> </a:t>
            </a:r>
            <a:r>
              <a:rPr sz="1800" dirty="0">
                <a:solidFill>
                  <a:srgbClr val="000000"/>
                </a:solidFill>
                <a:latin typeface="JMPQAK+ArialMT"/>
                <a:cs typeface="JMPQAK+ArialMT"/>
              </a:rPr>
              <a:t>values</a:t>
            </a:r>
            <a:r>
              <a:rPr sz="1800" spc="276" dirty="0">
                <a:solidFill>
                  <a:srgbClr val="000000"/>
                </a:solidFill>
                <a:latin typeface="Times New Roman"/>
                <a:cs typeface="Times New Roman"/>
              </a:rPr>
              <a:t> </a:t>
            </a:r>
            <a:r>
              <a:rPr sz="1800" dirty="0">
                <a:solidFill>
                  <a:srgbClr val="000000"/>
                </a:solidFill>
                <a:latin typeface="JMPQAK+ArialMT"/>
                <a:cs typeface="JMPQAK+ArialMT"/>
              </a:rPr>
              <a:t>in</a:t>
            </a:r>
            <a:r>
              <a:rPr sz="1800" spc="277" dirty="0">
                <a:solidFill>
                  <a:srgbClr val="000000"/>
                </a:solidFill>
                <a:latin typeface="Times New Roman"/>
                <a:cs typeface="Times New Roman"/>
              </a:rPr>
              <a:t> </a:t>
            </a:r>
            <a:r>
              <a:rPr sz="1800" dirty="0">
                <a:solidFill>
                  <a:srgbClr val="000000"/>
                </a:solidFill>
                <a:latin typeface="JMPQAK+ArialMT"/>
                <a:cs typeface="JMPQAK+ArialMT"/>
              </a:rPr>
              <a:t>dictionary</a:t>
            </a:r>
            <a:r>
              <a:rPr sz="1800" spc="278" dirty="0">
                <a:solidFill>
                  <a:srgbClr val="000000"/>
                </a:solidFill>
                <a:latin typeface="Times New Roman"/>
                <a:cs typeface="Times New Roman"/>
              </a:rPr>
              <a:t> </a:t>
            </a:r>
            <a:r>
              <a:rPr sz="1800" dirty="0">
                <a:solidFill>
                  <a:srgbClr val="000000"/>
                </a:solidFill>
                <a:latin typeface="JMPQAK+ArialMT"/>
                <a:cs typeface="JMPQAK+ArialMT"/>
              </a:rPr>
              <a:t>items</a:t>
            </a:r>
            <a:r>
              <a:rPr sz="1800" spc="280" dirty="0">
                <a:solidFill>
                  <a:srgbClr val="000000"/>
                </a:solidFill>
                <a:latin typeface="Times New Roman"/>
                <a:cs typeface="Times New Roman"/>
              </a:rPr>
              <a:t> </a:t>
            </a:r>
            <a:r>
              <a:rPr sz="1800" dirty="0">
                <a:solidFill>
                  <a:srgbClr val="000000"/>
                </a:solidFill>
                <a:latin typeface="JMPQAK+ArialMT"/>
                <a:cs typeface="JMPQAK+ArialMT"/>
              </a:rPr>
              <a:t>can</a:t>
            </a:r>
            <a:r>
              <a:rPr sz="1800" spc="276" dirty="0">
                <a:solidFill>
                  <a:srgbClr val="000000"/>
                </a:solidFill>
                <a:latin typeface="Times New Roman"/>
                <a:cs typeface="Times New Roman"/>
              </a:rPr>
              <a:t> </a:t>
            </a:r>
            <a:r>
              <a:rPr sz="1800" dirty="0">
                <a:solidFill>
                  <a:srgbClr val="000000"/>
                </a:solidFill>
                <a:latin typeface="JMPQAK+ArialMT"/>
                <a:cs typeface="JMPQAK+ArialMT"/>
              </a:rPr>
              <a:t>be</a:t>
            </a:r>
            <a:r>
              <a:rPr sz="1800" spc="276" dirty="0">
                <a:solidFill>
                  <a:srgbClr val="000000"/>
                </a:solidFill>
                <a:latin typeface="Times New Roman"/>
                <a:cs typeface="Times New Roman"/>
              </a:rPr>
              <a:t> </a:t>
            </a:r>
            <a:r>
              <a:rPr sz="1800" dirty="0">
                <a:solidFill>
                  <a:srgbClr val="000000"/>
                </a:solidFill>
                <a:latin typeface="JMPQAK+ArialMT"/>
                <a:cs typeface="JMPQAK+ArialMT"/>
              </a:rPr>
              <a:t>of</a:t>
            </a:r>
            <a:r>
              <a:rPr sz="1800" spc="277" dirty="0">
                <a:solidFill>
                  <a:srgbClr val="000000"/>
                </a:solidFill>
                <a:latin typeface="Times New Roman"/>
                <a:cs typeface="Times New Roman"/>
              </a:rPr>
              <a:t> </a:t>
            </a:r>
            <a:r>
              <a:rPr sz="1800" dirty="0">
                <a:solidFill>
                  <a:srgbClr val="000000"/>
                </a:solidFill>
                <a:latin typeface="JMPQAK+ArialMT"/>
                <a:cs typeface="JMPQAK+ArialMT"/>
              </a:rPr>
              <a:t>any</a:t>
            </a:r>
            <a:r>
              <a:rPr sz="1800" spc="276" dirty="0">
                <a:solidFill>
                  <a:srgbClr val="000000"/>
                </a:solidFill>
                <a:latin typeface="Times New Roman"/>
                <a:cs typeface="Times New Roman"/>
              </a:rPr>
              <a:t> </a:t>
            </a:r>
            <a:r>
              <a:rPr sz="1800" dirty="0">
                <a:solidFill>
                  <a:srgbClr val="000000"/>
                </a:solidFill>
                <a:latin typeface="JMPQAK+ArialMT"/>
                <a:cs typeface="JMPQAK+ArialMT"/>
              </a:rPr>
              <a:t>data</a:t>
            </a:r>
            <a:r>
              <a:rPr sz="1800" spc="277" dirty="0">
                <a:solidFill>
                  <a:srgbClr val="000000"/>
                </a:solidFill>
                <a:latin typeface="Times New Roman"/>
                <a:cs typeface="Times New Roman"/>
              </a:rPr>
              <a:t> </a:t>
            </a:r>
            <a:r>
              <a:rPr sz="1800" dirty="0">
                <a:solidFill>
                  <a:srgbClr val="000000"/>
                </a:solidFill>
                <a:latin typeface="JMPQAK+ArialMT"/>
                <a:cs typeface="JMPQAK+ArialMT"/>
              </a:rPr>
              <a:t>type</a:t>
            </a:r>
            <a:r>
              <a:rPr sz="1800" spc="278" dirty="0">
                <a:solidFill>
                  <a:srgbClr val="000000"/>
                </a:solidFill>
                <a:latin typeface="Times New Roman"/>
                <a:cs typeface="Times New Roman"/>
              </a:rPr>
              <a:t> </a:t>
            </a:r>
            <a:r>
              <a:rPr sz="1800" dirty="0">
                <a:solidFill>
                  <a:srgbClr val="000000"/>
                </a:solidFill>
                <a:latin typeface="JMPQAK+ArialMT"/>
                <a:cs typeface="JMPQAK+ArialMT"/>
              </a:rPr>
              <a:t>such</a:t>
            </a:r>
            <a:r>
              <a:rPr sz="1800" spc="276" dirty="0">
                <a:solidFill>
                  <a:srgbClr val="000000"/>
                </a:solidFill>
                <a:latin typeface="Times New Roman"/>
                <a:cs typeface="Times New Roman"/>
              </a:rPr>
              <a:t> </a:t>
            </a:r>
            <a:r>
              <a:rPr sz="1800" dirty="0">
                <a:solidFill>
                  <a:srgbClr val="000000"/>
                </a:solidFill>
                <a:latin typeface="JMPQAK+ArialMT"/>
                <a:cs typeface="JMPQAK+ArialMT"/>
              </a:rPr>
              <a:t>as</a:t>
            </a:r>
            <a:r>
              <a:rPr sz="1800" spc="277" dirty="0">
                <a:solidFill>
                  <a:srgbClr val="000000"/>
                </a:solidFill>
                <a:latin typeface="Times New Roman"/>
                <a:cs typeface="Times New Roman"/>
              </a:rPr>
              <a:t> </a:t>
            </a:r>
            <a:r>
              <a:rPr sz="1800" dirty="0">
                <a:solidFill>
                  <a:srgbClr val="000000"/>
                </a:solidFill>
                <a:latin typeface="JMPQAK+ArialMT"/>
                <a:cs typeface="JMPQAK+ArialMT"/>
              </a:rPr>
              <a:t>Text</a:t>
            </a:r>
            <a:r>
              <a:rPr sz="1800" spc="81" dirty="0">
                <a:solidFill>
                  <a:srgbClr val="000000"/>
                </a:solidFill>
                <a:latin typeface="Times New Roman"/>
                <a:cs typeface="Times New Roman"/>
              </a:rPr>
              <a:t> </a:t>
            </a:r>
            <a:r>
              <a:rPr sz="1800" dirty="0">
                <a:solidFill>
                  <a:srgbClr val="000000"/>
                </a:solidFill>
                <a:latin typeface="JMPQAK+ArialMT"/>
                <a:cs typeface="JMPQAK+ArialMT"/>
              </a:rPr>
              <a:t>Type,</a:t>
            </a:r>
          </a:p>
          <a:p>
            <a:pPr marL="228600" marR="0">
              <a:lnSpc>
                <a:spcPts val="2010"/>
              </a:lnSpc>
              <a:spcBef>
                <a:spcPts val="149"/>
              </a:spcBef>
              <a:spcAft>
                <a:spcPts val="0"/>
              </a:spcAft>
            </a:pPr>
            <a:r>
              <a:rPr sz="1800" dirty="0">
                <a:solidFill>
                  <a:srgbClr val="000000"/>
                </a:solidFill>
                <a:latin typeface="JMPQAK+ArialMT"/>
                <a:cs typeface="JMPQAK+ArialMT"/>
              </a:rPr>
              <a:t>Numeric</a:t>
            </a:r>
            <a:r>
              <a:rPr sz="1800" spc="601" dirty="0">
                <a:solidFill>
                  <a:srgbClr val="000000"/>
                </a:solidFill>
                <a:latin typeface="Times New Roman"/>
                <a:cs typeface="Times New Roman"/>
              </a:rPr>
              <a:t> </a:t>
            </a:r>
            <a:r>
              <a:rPr sz="1800" dirty="0">
                <a:solidFill>
                  <a:srgbClr val="000000"/>
                </a:solidFill>
                <a:latin typeface="JMPQAK+ArialMT"/>
                <a:cs typeface="JMPQAK+ArialMT"/>
              </a:rPr>
              <a:t>Types,</a:t>
            </a:r>
            <a:r>
              <a:rPr sz="1800" spc="501" dirty="0">
                <a:solidFill>
                  <a:srgbClr val="000000"/>
                </a:solidFill>
                <a:latin typeface="Times New Roman"/>
                <a:cs typeface="Times New Roman"/>
              </a:rPr>
              <a:t> </a:t>
            </a:r>
            <a:r>
              <a:rPr sz="1800" dirty="0">
                <a:solidFill>
                  <a:srgbClr val="000000"/>
                </a:solidFill>
                <a:latin typeface="JMPQAK+ArialMT"/>
                <a:cs typeface="JMPQAK+ArialMT"/>
              </a:rPr>
              <a:t>Sequence</a:t>
            </a:r>
            <a:r>
              <a:rPr sz="1800" spc="596" dirty="0">
                <a:solidFill>
                  <a:srgbClr val="000000"/>
                </a:solidFill>
                <a:latin typeface="Times New Roman"/>
                <a:cs typeface="Times New Roman"/>
              </a:rPr>
              <a:t> </a:t>
            </a:r>
            <a:r>
              <a:rPr sz="1800" dirty="0">
                <a:solidFill>
                  <a:srgbClr val="000000"/>
                </a:solidFill>
                <a:latin typeface="JMPQAK+ArialMT"/>
                <a:cs typeface="JMPQAK+ArialMT"/>
              </a:rPr>
              <a:t>Types,</a:t>
            </a:r>
            <a:r>
              <a:rPr sz="1800" spc="501" dirty="0">
                <a:solidFill>
                  <a:srgbClr val="000000"/>
                </a:solidFill>
                <a:latin typeface="Times New Roman"/>
                <a:cs typeface="Times New Roman"/>
              </a:rPr>
              <a:t> </a:t>
            </a:r>
            <a:r>
              <a:rPr sz="1800" dirty="0">
                <a:solidFill>
                  <a:srgbClr val="000000"/>
                </a:solidFill>
                <a:latin typeface="JMPQAK+ArialMT"/>
                <a:cs typeface="JMPQAK+ArialMT"/>
              </a:rPr>
              <a:t>Mapping</a:t>
            </a:r>
            <a:r>
              <a:rPr sz="1800" spc="596" dirty="0">
                <a:solidFill>
                  <a:srgbClr val="000000"/>
                </a:solidFill>
                <a:latin typeface="Times New Roman"/>
                <a:cs typeface="Times New Roman"/>
              </a:rPr>
              <a:t> </a:t>
            </a:r>
            <a:r>
              <a:rPr sz="1800" dirty="0">
                <a:solidFill>
                  <a:srgbClr val="000000"/>
                </a:solidFill>
                <a:latin typeface="JMPQAK+ArialMT"/>
                <a:cs typeface="JMPQAK+ArialMT"/>
              </a:rPr>
              <a:t>Type,</a:t>
            </a:r>
            <a:r>
              <a:rPr sz="1800" spc="501" dirty="0">
                <a:solidFill>
                  <a:srgbClr val="000000"/>
                </a:solidFill>
                <a:latin typeface="Times New Roman"/>
                <a:cs typeface="Times New Roman"/>
              </a:rPr>
              <a:t> </a:t>
            </a:r>
            <a:r>
              <a:rPr sz="1800" dirty="0">
                <a:solidFill>
                  <a:srgbClr val="000000"/>
                </a:solidFill>
                <a:latin typeface="JMPQAK+ArialMT"/>
                <a:cs typeface="JMPQAK+ArialMT"/>
              </a:rPr>
              <a:t>Set</a:t>
            </a:r>
            <a:r>
              <a:rPr sz="1800" spc="601" dirty="0">
                <a:solidFill>
                  <a:srgbClr val="000000"/>
                </a:solidFill>
                <a:latin typeface="Times New Roman"/>
                <a:cs typeface="Times New Roman"/>
              </a:rPr>
              <a:t> </a:t>
            </a:r>
            <a:r>
              <a:rPr sz="1800" dirty="0">
                <a:solidFill>
                  <a:srgbClr val="000000"/>
                </a:solidFill>
                <a:latin typeface="JMPQAK+ArialMT"/>
                <a:cs typeface="JMPQAK+ArialMT"/>
              </a:rPr>
              <a:t>Types,</a:t>
            </a:r>
            <a:r>
              <a:rPr sz="1800" spc="501" dirty="0">
                <a:solidFill>
                  <a:srgbClr val="000000"/>
                </a:solidFill>
                <a:latin typeface="Times New Roman"/>
                <a:cs typeface="Times New Roman"/>
              </a:rPr>
              <a:t> </a:t>
            </a:r>
            <a:r>
              <a:rPr sz="1800" dirty="0">
                <a:solidFill>
                  <a:srgbClr val="000000"/>
                </a:solidFill>
                <a:latin typeface="JMPQAK+ArialMT"/>
                <a:cs typeface="JMPQAK+ArialMT"/>
              </a:rPr>
              <a:t>Boolean</a:t>
            </a:r>
          </a:p>
          <a:p>
            <a:pPr marL="228600" marR="0">
              <a:lnSpc>
                <a:spcPts val="2010"/>
              </a:lnSpc>
              <a:spcBef>
                <a:spcPts val="199"/>
              </a:spcBef>
              <a:spcAft>
                <a:spcPts val="0"/>
              </a:spcAft>
            </a:pPr>
            <a:r>
              <a:rPr sz="1800" dirty="0">
                <a:solidFill>
                  <a:srgbClr val="000000"/>
                </a:solidFill>
                <a:latin typeface="JMPQAK+ArialMT"/>
                <a:cs typeface="JMPQAK+ArialMT"/>
              </a:rPr>
              <a:t>Type</a:t>
            </a:r>
            <a:r>
              <a:rPr sz="1800" spc="49" dirty="0">
                <a:solidFill>
                  <a:srgbClr val="000000"/>
                </a:solidFill>
                <a:latin typeface="Times New Roman"/>
                <a:cs typeface="Times New Roman"/>
              </a:rPr>
              <a:t> </a:t>
            </a:r>
            <a:r>
              <a:rPr sz="1800" dirty="0">
                <a:solidFill>
                  <a:srgbClr val="000000"/>
                </a:solidFill>
                <a:latin typeface="JMPQAK+ArialMT"/>
                <a:cs typeface="JMPQAK+ArialMT"/>
              </a:rPr>
              <a:t>and</a:t>
            </a:r>
            <a:r>
              <a:rPr sz="1800" spc="49" dirty="0">
                <a:solidFill>
                  <a:srgbClr val="000000"/>
                </a:solidFill>
                <a:latin typeface="Times New Roman"/>
                <a:cs typeface="Times New Roman"/>
              </a:rPr>
              <a:t> </a:t>
            </a:r>
            <a:r>
              <a:rPr sz="1800" dirty="0">
                <a:solidFill>
                  <a:srgbClr val="000000"/>
                </a:solidFill>
                <a:latin typeface="JMPQAK+ArialMT"/>
                <a:cs typeface="JMPQAK+ArialMT"/>
              </a:rPr>
              <a:t>Binary</a:t>
            </a:r>
            <a:r>
              <a:rPr sz="1800" spc="49" dirty="0">
                <a:solidFill>
                  <a:srgbClr val="000000"/>
                </a:solidFill>
                <a:latin typeface="Times New Roman"/>
                <a:cs typeface="Times New Roman"/>
              </a:rPr>
              <a:t> </a:t>
            </a:r>
            <a:r>
              <a:rPr sz="1800" dirty="0">
                <a:solidFill>
                  <a:srgbClr val="000000"/>
                </a:solidFill>
                <a:latin typeface="JMPQAK+ArialMT"/>
                <a:cs typeface="JMPQAK+ArialMT"/>
              </a:rPr>
              <a:t>Types.</a:t>
            </a:r>
          </a:p>
        </p:txBody>
      </p:sp>
      <p:sp>
        <p:nvSpPr>
          <p:cNvPr id="5" name="object 5"/>
          <p:cNvSpPr txBox="1"/>
          <p:nvPr/>
        </p:nvSpPr>
        <p:spPr>
          <a:xfrm>
            <a:off x="8570793" y="4825974"/>
            <a:ext cx="268262" cy="253863"/>
          </a:xfrm>
          <a:prstGeom prst="rect">
            <a:avLst/>
          </a:prstGeom>
        </p:spPr>
        <p:txBody>
          <a:bodyPr vert="horz" wrap="square" lIns="0" tIns="0" rIns="0" bIns="0" rtlCol="0">
            <a:spAutoFit/>
          </a:bodyPr>
          <a:lstStyle/>
          <a:p>
            <a:pPr marL="0" marR="0">
              <a:lnSpc>
                <a:spcPts val="1698"/>
              </a:lnSpc>
              <a:spcBef>
                <a:spcPts val="0"/>
              </a:spcBef>
              <a:spcAft>
                <a:spcPts val="0"/>
              </a:spcAft>
            </a:pPr>
            <a:r>
              <a:rPr sz="1800" dirty="0">
                <a:solidFill>
                  <a:srgbClr val="888888"/>
                </a:solidFill>
                <a:latin typeface="Calibri"/>
                <a:cs typeface="Calibri"/>
              </a:rPr>
              <a:t>3</a:t>
            </a:r>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1"/>
          <p:cNvSpPr/>
          <p:nvPr/>
        </p:nvSpPr>
        <p:spPr>
          <a:xfrm>
            <a:off x="0" y="0"/>
            <a:ext cx="9144000" cy="5143500"/>
          </a:xfrm>
          <a:prstGeom prst="rect">
            <a:avLst/>
          </a:prstGeom>
          <a:blipFill>
            <a:blip r:embed="rId2" cstate="print"/>
            <a:stretch>
              <a:fillRect/>
            </a:stretch>
          </a:blipFill>
        </p:spPr>
        <p:txBody>
          <a:bodyPr wrap="square" lIns="0" tIns="0" rIns="0" bIns="0" rtlCol="0">
            <a:spAutoFit/>
          </a:bodyPr>
          <a:lstStyle/>
          <a:p>
            <a:endParaRPr/>
          </a:p>
        </p:txBody>
      </p:sp>
      <p:sp>
        <p:nvSpPr>
          <p:cNvPr id="3" name="object 3"/>
          <p:cNvSpPr txBox="1"/>
          <p:nvPr/>
        </p:nvSpPr>
        <p:spPr>
          <a:xfrm>
            <a:off x="823609" y="1291436"/>
            <a:ext cx="4393652" cy="492125"/>
          </a:xfrm>
          <a:prstGeom prst="rect">
            <a:avLst/>
          </a:prstGeom>
        </p:spPr>
        <p:txBody>
          <a:bodyPr vert="horz" wrap="square" lIns="0" tIns="0" rIns="0" bIns="0" rtlCol="0">
            <a:spAutoFit/>
          </a:bodyPr>
          <a:lstStyle/>
          <a:p>
            <a:pPr marL="0" marR="0">
              <a:lnSpc>
                <a:spcPts val="3575"/>
              </a:lnSpc>
              <a:spcBef>
                <a:spcPts val="0"/>
              </a:spcBef>
              <a:spcAft>
                <a:spcPts val="0"/>
              </a:spcAft>
            </a:pPr>
            <a:r>
              <a:rPr sz="3200" b="1" dirty="0">
                <a:solidFill>
                  <a:srgbClr val="C00000"/>
                </a:solidFill>
                <a:latin typeface="MSNCID+Arial-BoldMT"/>
                <a:cs typeface="MSNCID+Arial-BoldMT"/>
              </a:rPr>
              <a:t>Creation of Dictionary</a:t>
            </a:r>
          </a:p>
        </p:txBody>
      </p:sp>
      <p:sp>
        <p:nvSpPr>
          <p:cNvPr id="4" name="object 4"/>
          <p:cNvSpPr txBox="1"/>
          <p:nvPr/>
        </p:nvSpPr>
        <p:spPr>
          <a:xfrm>
            <a:off x="1201863" y="2020031"/>
            <a:ext cx="6717138" cy="1527929"/>
          </a:xfrm>
          <a:prstGeom prst="rect">
            <a:avLst/>
          </a:prstGeom>
        </p:spPr>
        <p:txBody>
          <a:bodyPr vert="horz" wrap="square" lIns="0" tIns="0" rIns="0" bIns="0" rtlCol="0">
            <a:spAutoFit/>
          </a:bodyPr>
          <a:lstStyle/>
          <a:p>
            <a:pPr marL="0" marR="0">
              <a:lnSpc>
                <a:spcPts val="2010"/>
              </a:lnSpc>
              <a:spcBef>
                <a:spcPts val="0"/>
              </a:spcBef>
              <a:spcAft>
                <a:spcPts val="0"/>
              </a:spcAft>
            </a:pPr>
            <a:r>
              <a:rPr sz="1800" dirty="0">
                <a:solidFill>
                  <a:srgbClr val="000000"/>
                </a:solidFill>
                <a:latin typeface="JMPQAK+ArialMT"/>
                <a:cs typeface="JMPQAK+ArialMT"/>
              </a:rPr>
              <a:t>To</a:t>
            </a:r>
            <a:r>
              <a:rPr sz="1800" spc="50" dirty="0">
                <a:solidFill>
                  <a:srgbClr val="000000"/>
                </a:solidFill>
                <a:latin typeface="Times New Roman"/>
                <a:cs typeface="Times New Roman"/>
              </a:rPr>
              <a:t> </a:t>
            </a:r>
            <a:r>
              <a:rPr sz="1800" dirty="0">
                <a:solidFill>
                  <a:srgbClr val="000000"/>
                </a:solidFill>
                <a:latin typeface="JMPQAK+ArialMT"/>
                <a:cs typeface="JMPQAK+ArialMT"/>
              </a:rPr>
              <a:t>Create</a:t>
            </a:r>
            <a:r>
              <a:rPr sz="1800" spc="49" dirty="0">
                <a:solidFill>
                  <a:srgbClr val="000000"/>
                </a:solidFill>
                <a:latin typeface="Times New Roman"/>
                <a:cs typeface="Times New Roman"/>
              </a:rPr>
              <a:t> </a:t>
            </a:r>
            <a:r>
              <a:rPr sz="1800" dirty="0">
                <a:solidFill>
                  <a:srgbClr val="000000"/>
                </a:solidFill>
                <a:latin typeface="JMPQAK+ArialMT"/>
                <a:cs typeface="JMPQAK+ArialMT"/>
              </a:rPr>
              <a:t>and</a:t>
            </a:r>
            <a:r>
              <a:rPr sz="1800" spc="49" dirty="0">
                <a:solidFill>
                  <a:srgbClr val="000000"/>
                </a:solidFill>
                <a:latin typeface="Times New Roman"/>
                <a:cs typeface="Times New Roman"/>
              </a:rPr>
              <a:t> </a:t>
            </a:r>
            <a:r>
              <a:rPr sz="1800" dirty="0">
                <a:solidFill>
                  <a:srgbClr val="000000"/>
                </a:solidFill>
                <a:latin typeface="JMPQAK+ArialMT"/>
                <a:cs typeface="JMPQAK+ArialMT"/>
              </a:rPr>
              <a:t>print</a:t>
            </a:r>
            <a:r>
              <a:rPr sz="1800" spc="46" dirty="0">
                <a:solidFill>
                  <a:srgbClr val="000000"/>
                </a:solidFill>
                <a:latin typeface="Times New Roman"/>
                <a:cs typeface="Times New Roman"/>
              </a:rPr>
              <a:t> </a:t>
            </a:r>
            <a:r>
              <a:rPr sz="1800" dirty="0">
                <a:solidFill>
                  <a:srgbClr val="000000"/>
                </a:solidFill>
                <a:latin typeface="JMPQAK+ArialMT"/>
                <a:cs typeface="JMPQAK+ArialMT"/>
              </a:rPr>
              <a:t>a</a:t>
            </a:r>
            <a:r>
              <a:rPr sz="1800" spc="47" dirty="0">
                <a:solidFill>
                  <a:srgbClr val="000000"/>
                </a:solidFill>
                <a:latin typeface="Times New Roman"/>
                <a:cs typeface="Times New Roman"/>
              </a:rPr>
              <a:t> </a:t>
            </a:r>
            <a:r>
              <a:rPr sz="1800" dirty="0">
                <a:solidFill>
                  <a:srgbClr val="000000"/>
                </a:solidFill>
                <a:latin typeface="JMPQAK+ArialMT"/>
                <a:cs typeface="JMPQAK+ArialMT"/>
              </a:rPr>
              <a:t>dictionary</a:t>
            </a:r>
            <a:r>
              <a:rPr sz="1800" spc="49" dirty="0">
                <a:solidFill>
                  <a:srgbClr val="000000"/>
                </a:solidFill>
                <a:latin typeface="Times New Roman"/>
                <a:cs typeface="Times New Roman"/>
              </a:rPr>
              <a:t> </a:t>
            </a:r>
            <a:r>
              <a:rPr sz="1800" dirty="0">
                <a:solidFill>
                  <a:srgbClr val="000000"/>
                </a:solidFill>
                <a:latin typeface="JMPQAK+ArialMT"/>
                <a:cs typeface="JMPQAK+ArialMT"/>
              </a:rPr>
              <a:t>value</a:t>
            </a:r>
            <a:r>
              <a:rPr sz="1800" spc="49" dirty="0">
                <a:solidFill>
                  <a:srgbClr val="000000"/>
                </a:solidFill>
                <a:latin typeface="Times New Roman"/>
                <a:cs typeface="Times New Roman"/>
              </a:rPr>
              <a:t> </a:t>
            </a:r>
            <a:r>
              <a:rPr sz="1800" dirty="0">
                <a:solidFill>
                  <a:srgbClr val="000000"/>
                </a:solidFill>
                <a:latin typeface="JMPQAK+ArialMT"/>
                <a:cs typeface="JMPQAK+ArialMT"/>
              </a:rPr>
              <a:t>use</a:t>
            </a:r>
            <a:r>
              <a:rPr sz="1800" spc="47" dirty="0">
                <a:solidFill>
                  <a:srgbClr val="000000"/>
                </a:solidFill>
                <a:latin typeface="Times New Roman"/>
                <a:cs typeface="Times New Roman"/>
              </a:rPr>
              <a:t> </a:t>
            </a:r>
            <a:r>
              <a:rPr sz="1800" dirty="0">
                <a:solidFill>
                  <a:srgbClr val="000000"/>
                </a:solidFill>
                <a:latin typeface="JMPQAK+ArialMT"/>
                <a:cs typeface="JMPQAK+ArialMT"/>
              </a:rPr>
              <a:t>the</a:t>
            </a:r>
            <a:r>
              <a:rPr sz="1800" spc="49" dirty="0">
                <a:solidFill>
                  <a:srgbClr val="000000"/>
                </a:solidFill>
                <a:latin typeface="Times New Roman"/>
                <a:cs typeface="Times New Roman"/>
              </a:rPr>
              <a:t> </a:t>
            </a:r>
            <a:r>
              <a:rPr sz="1800" dirty="0">
                <a:solidFill>
                  <a:srgbClr val="000000"/>
                </a:solidFill>
                <a:latin typeface="JMPQAK+ArialMT"/>
                <a:cs typeface="JMPQAK+ArialMT"/>
              </a:rPr>
              <a:t>following</a:t>
            </a:r>
            <a:r>
              <a:rPr sz="1800" spc="49" dirty="0">
                <a:solidFill>
                  <a:srgbClr val="000000"/>
                </a:solidFill>
                <a:latin typeface="Times New Roman"/>
                <a:cs typeface="Times New Roman"/>
              </a:rPr>
              <a:t> </a:t>
            </a:r>
            <a:r>
              <a:rPr sz="1800" dirty="0">
                <a:solidFill>
                  <a:srgbClr val="000000"/>
                </a:solidFill>
                <a:latin typeface="JMPQAK+ArialMT"/>
                <a:cs typeface="JMPQAK+ArialMT"/>
              </a:rPr>
              <a:t>code,</a:t>
            </a:r>
          </a:p>
          <a:p>
            <a:pPr marL="0" marR="0">
              <a:lnSpc>
                <a:spcPts val="1944"/>
              </a:lnSpc>
              <a:spcBef>
                <a:spcPts val="50"/>
              </a:spcBef>
              <a:spcAft>
                <a:spcPts val="0"/>
              </a:spcAft>
            </a:pPr>
            <a:r>
              <a:rPr sz="1800" dirty="0">
                <a:solidFill>
                  <a:srgbClr val="000000"/>
                </a:solidFill>
                <a:latin typeface="JMPQAK+ArialMT"/>
                <a:cs typeface="JMPQAK+ArialMT"/>
              </a:rPr>
              <a:t>sampledict</a:t>
            </a:r>
            <a:r>
              <a:rPr sz="1800" spc="46" dirty="0">
                <a:solidFill>
                  <a:srgbClr val="000000"/>
                </a:solidFill>
                <a:latin typeface="Times New Roman"/>
                <a:cs typeface="Times New Roman"/>
              </a:rPr>
              <a:t> </a:t>
            </a:r>
            <a:r>
              <a:rPr sz="1800" dirty="0">
                <a:solidFill>
                  <a:srgbClr val="000000"/>
                </a:solidFill>
                <a:latin typeface="JMPQAK+ArialMT"/>
                <a:cs typeface="JMPQAK+ArialMT"/>
              </a:rPr>
              <a:t>is</a:t>
            </a:r>
            <a:r>
              <a:rPr sz="1800" spc="49" dirty="0">
                <a:solidFill>
                  <a:srgbClr val="000000"/>
                </a:solidFill>
                <a:latin typeface="Times New Roman"/>
                <a:cs typeface="Times New Roman"/>
              </a:rPr>
              <a:t> </a:t>
            </a:r>
            <a:r>
              <a:rPr sz="1800" dirty="0">
                <a:solidFill>
                  <a:srgbClr val="000000"/>
                </a:solidFill>
                <a:latin typeface="JMPQAK+ArialMT"/>
                <a:cs typeface="JMPQAK+ArialMT"/>
              </a:rPr>
              <a:t>the</a:t>
            </a:r>
            <a:r>
              <a:rPr sz="1800" spc="49" dirty="0">
                <a:solidFill>
                  <a:srgbClr val="000000"/>
                </a:solidFill>
                <a:latin typeface="Times New Roman"/>
                <a:cs typeface="Times New Roman"/>
              </a:rPr>
              <a:t> </a:t>
            </a:r>
            <a:r>
              <a:rPr sz="1800" dirty="0">
                <a:solidFill>
                  <a:srgbClr val="000000"/>
                </a:solidFill>
                <a:latin typeface="JMPQAK+ArialMT"/>
                <a:cs typeface="JMPQAK+ArialMT"/>
              </a:rPr>
              <a:t>name</a:t>
            </a:r>
            <a:r>
              <a:rPr sz="1800" spc="49" dirty="0">
                <a:solidFill>
                  <a:srgbClr val="000000"/>
                </a:solidFill>
                <a:latin typeface="Times New Roman"/>
                <a:cs typeface="Times New Roman"/>
              </a:rPr>
              <a:t> </a:t>
            </a:r>
            <a:r>
              <a:rPr sz="1800" dirty="0">
                <a:solidFill>
                  <a:srgbClr val="000000"/>
                </a:solidFill>
                <a:latin typeface="JMPQAK+ArialMT"/>
                <a:cs typeface="JMPQAK+ArialMT"/>
              </a:rPr>
              <a:t>of</a:t>
            </a:r>
            <a:r>
              <a:rPr sz="1800" spc="46" dirty="0">
                <a:solidFill>
                  <a:srgbClr val="000000"/>
                </a:solidFill>
                <a:latin typeface="Times New Roman"/>
                <a:cs typeface="Times New Roman"/>
              </a:rPr>
              <a:t> </a:t>
            </a:r>
            <a:r>
              <a:rPr sz="1800" dirty="0">
                <a:solidFill>
                  <a:srgbClr val="000000"/>
                </a:solidFill>
                <a:latin typeface="JMPQAK+ArialMT"/>
                <a:cs typeface="JMPQAK+ArialMT"/>
              </a:rPr>
              <a:t>the</a:t>
            </a:r>
            <a:r>
              <a:rPr sz="1800" spc="49" dirty="0">
                <a:solidFill>
                  <a:srgbClr val="000000"/>
                </a:solidFill>
                <a:latin typeface="Times New Roman"/>
                <a:cs typeface="Times New Roman"/>
              </a:rPr>
              <a:t> </a:t>
            </a:r>
            <a:r>
              <a:rPr sz="1800" dirty="0">
                <a:solidFill>
                  <a:srgbClr val="000000"/>
                </a:solidFill>
                <a:latin typeface="JMPQAK+ArialMT"/>
                <a:cs typeface="JMPQAK+ArialMT"/>
              </a:rPr>
              <a:t>dictionary</a:t>
            </a:r>
            <a:r>
              <a:rPr sz="1800" spc="49" dirty="0">
                <a:solidFill>
                  <a:srgbClr val="000000"/>
                </a:solidFill>
                <a:latin typeface="Times New Roman"/>
                <a:cs typeface="Times New Roman"/>
              </a:rPr>
              <a:t> </a:t>
            </a:r>
            <a:r>
              <a:rPr sz="1800" dirty="0">
                <a:solidFill>
                  <a:srgbClr val="000000"/>
                </a:solidFill>
                <a:latin typeface="JMPQAK+ArialMT"/>
                <a:cs typeface="JMPQAK+ArialMT"/>
              </a:rPr>
              <a:t>which</a:t>
            </a:r>
            <a:r>
              <a:rPr sz="1800" spc="49" dirty="0">
                <a:solidFill>
                  <a:srgbClr val="000000"/>
                </a:solidFill>
                <a:latin typeface="Times New Roman"/>
                <a:cs typeface="Times New Roman"/>
              </a:rPr>
              <a:t> </a:t>
            </a:r>
            <a:r>
              <a:rPr sz="1800" dirty="0">
                <a:solidFill>
                  <a:srgbClr val="000000"/>
                </a:solidFill>
                <a:latin typeface="JMPQAK+ArialMT"/>
                <a:cs typeface="JMPQAK+ArialMT"/>
              </a:rPr>
              <a:t>has</a:t>
            </a:r>
            <a:r>
              <a:rPr sz="1800" spc="49" dirty="0">
                <a:solidFill>
                  <a:srgbClr val="000000"/>
                </a:solidFill>
                <a:latin typeface="Times New Roman"/>
                <a:cs typeface="Times New Roman"/>
              </a:rPr>
              <a:t> </a:t>
            </a:r>
            <a:r>
              <a:rPr sz="1800" dirty="0">
                <a:solidFill>
                  <a:srgbClr val="000000"/>
                </a:solidFill>
                <a:latin typeface="JMPQAK+ArialMT"/>
                <a:cs typeface="JMPQAK+ArialMT"/>
              </a:rPr>
              <a:t>the</a:t>
            </a:r>
            <a:r>
              <a:rPr sz="1800" spc="49" dirty="0">
                <a:solidFill>
                  <a:srgbClr val="000000"/>
                </a:solidFill>
                <a:latin typeface="Times New Roman"/>
                <a:cs typeface="Times New Roman"/>
              </a:rPr>
              <a:t> </a:t>
            </a:r>
            <a:r>
              <a:rPr sz="1800" dirty="0">
                <a:solidFill>
                  <a:srgbClr val="000000"/>
                </a:solidFill>
                <a:latin typeface="JMPQAK+ArialMT"/>
                <a:cs typeface="JMPQAK+ArialMT"/>
              </a:rPr>
              <a:t>key:</a:t>
            </a:r>
            <a:r>
              <a:rPr sz="1800" spc="46" dirty="0">
                <a:solidFill>
                  <a:srgbClr val="000000"/>
                </a:solidFill>
                <a:latin typeface="Times New Roman"/>
                <a:cs typeface="Times New Roman"/>
              </a:rPr>
              <a:t> </a:t>
            </a:r>
            <a:r>
              <a:rPr sz="1800" dirty="0">
                <a:solidFill>
                  <a:srgbClr val="000000"/>
                </a:solidFill>
                <a:latin typeface="JMPQAK+ArialMT"/>
                <a:cs typeface="JMPQAK+ArialMT"/>
              </a:rPr>
              <a:t>value</a:t>
            </a:r>
          </a:p>
          <a:p>
            <a:pPr marL="0" marR="0">
              <a:lnSpc>
                <a:spcPts val="1944"/>
              </a:lnSpc>
              <a:spcBef>
                <a:spcPts val="0"/>
              </a:spcBef>
              <a:spcAft>
                <a:spcPts val="0"/>
              </a:spcAft>
            </a:pPr>
            <a:r>
              <a:rPr sz="1800" dirty="0">
                <a:solidFill>
                  <a:srgbClr val="000000"/>
                </a:solidFill>
                <a:latin typeface="JMPQAK+ArialMT"/>
                <a:cs typeface="JMPQAK+ArialMT"/>
              </a:rPr>
              <a:t>pair</a:t>
            </a:r>
          </a:p>
          <a:p>
            <a:pPr marL="0" marR="0">
              <a:lnSpc>
                <a:spcPts val="1944"/>
              </a:lnSpc>
              <a:spcBef>
                <a:spcPts val="0"/>
              </a:spcBef>
              <a:spcAft>
                <a:spcPts val="0"/>
              </a:spcAft>
            </a:pPr>
            <a:r>
              <a:rPr sz="1800" dirty="0">
                <a:solidFill>
                  <a:srgbClr val="000000"/>
                </a:solidFill>
                <a:latin typeface="JMPQAK+ArialMT"/>
                <a:cs typeface="JMPQAK+ArialMT"/>
              </a:rPr>
              <a:t>sampledict</a:t>
            </a:r>
            <a:r>
              <a:rPr sz="1800" spc="46" dirty="0">
                <a:solidFill>
                  <a:srgbClr val="000000"/>
                </a:solidFill>
                <a:latin typeface="Times New Roman"/>
                <a:cs typeface="Times New Roman"/>
              </a:rPr>
              <a:t> </a:t>
            </a:r>
            <a:r>
              <a:rPr sz="1800" dirty="0">
                <a:solidFill>
                  <a:srgbClr val="000000"/>
                </a:solidFill>
                <a:latin typeface="JMPQAK+ArialMT"/>
                <a:cs typeface="JMPQAK+ArialMT"/>
              </a:rPr>
              <a:t>=</a:t>
            </a:r>
            <a:r>
              <a:rPr sz="1800" spc="46" dirty="0">
                <a:solidFill>
                  <a:srgbClr val="000000"/>
                </a:solidFill>
                <a:latin typeface="Times New Roman"/>
                <a:cs typeface="Times New Roman"/>
              </a:rPr>
              <a:t> </a:t>
            </a:r>
            <a:r>
              <a:rPr sz="1800" dirty="0">
                <a:solidFill>
                  <a:srgbClr val="000000"/>
                </a:solidFill>
                <a:latin typeface="JMPQAK+ArialMT"/>
                <a:cs typeface="JMPQAK+ArialMT"/>
              </a:rPr>
              <a:t>{</a:t>
            </a:r>
          </a:p>
          <a:p>
            <a:pPr marL="126644" marR="0">
              <a:lnSpc>
                <a:spcPts val="1944"/>
              </a:lnSpc>
              <a:spcBef>
                <a:spcPts val="50"/>
              </a:spcBef>
              <a:spcAft>
                <a:spcPts val="0"/>
              </a:spcAft>
            </a:pPr>
            <a:r>
              <a:rPr sz="1800" dirty="0">
                <a:solidFill>
                  <a:srgbClr val="000000"/>
                </a:solidFill>
                <a:latin typeface="JMPQAK+ArialMT"/>
                <a:cs typeface="JMPQAK+ArialMT"/>
              </a:rPr>
              <a:t>"brand":</a:t>
            </a:r>
            <a:r>
              <a:rPr sz="1800" spc="47" dirty="0">
                <a:solidFill>
                  <a:srgbClr val="000000"/>
                </a:solidFill>
                <a:latin typeface="Times New Roman"/>
                <a:cs typeface="Times New Roman"/>
              </a:rPr>
              <a:t> </a:t>
            </a:r>
            <a:r>
              <a:rPr sz="1800" dirty="0">
                <a:solidFill>
                  <a:srgbClr val="000000"/>
                </a:solidFill>
                <a:latin typeface="JMPQAK+ArialMT"/>
                <a:cs typeface="JMPQAK+ArialMT"/>
              </a:rPr>
              <a:t>"Ford",</a:t>
            </a:r>
          </a:p>
          <a:p>
            <a:pPr marL="126644" marR="0">
              <a:lnSpc>
                <a:spcPts val="1944"/>
              </a:lnSpc>
              <a:spcBef>
                <a:spcPts val="0"/>
              </a:spcBef>
              <a:spcAft>
                <a:spcPts val="0"/>
              </a:spcAft>
            </a:pPr>
            <a:r>
              <a:rPr sz="1800" dirty="0">
                <a:solidFill>
                  <a:srgbClr val="000000"/>
                </a:solidFill>
                <a:latin typeface="JMPQAK+ArialMT"/>
                <a:cs typeface="JMPQAK+ArialMT"/>
              </a:rPr>
              <a:t>"model":</a:t>
            </a:r>
            <a:r>
              <a:rPr sz="1800" spc="47" dirty="0">
                <a:solidFill>
                  <a:srgbClr val="000000"/>
                </a:solidFill>
                <a:latin typeface="Times New Roman"/>
                <a:cs typeface="Times New Roman"/>
              </a:rPr>
              <a:t> </a:t>
            </a:r>
            <a:r>
              <a:rPr sz="1800" dirty="0">
                <a:solidFill>
                  <a:srgbClr val="000000"/>
                </a:solidFill>
                <a:latin typeface="JMPQAK+ArialMT"/>
                <a:cs typeface="JMPQAK+ArialMT"/>
              </a:rPr>
              <a:t>"Mustang",</a:t>
            </a:r>
          </a:p>
        </p:txBody>
      </p:sp>
      <p:sp>
        <p:nvSpPr>
          <p:cNvPr id="5" name="object 5"/>
          <p:cNvSpPr txBox="1"/>
          <p:nvPr/>
        </p:nvSpPr>
        <p:spPr>
          <a:xfrm>
            <a:off x="1328508" y="3501359"/>
            <a:ext cx="1393961" cy="293489"/>
          </a:xfrm>
          <a:prstGeom prst="rect">
            <a:avLst/>
          </a:prstGeom>
        </p:spPr>
        <p:txBody>
          <a:bodyPr vert="horz" wrap="square" lIns="0" tIns="0" rIns="0" bIns="0" rtlCol="0">
            <a:spAutoFit/>
          </a:bodyPr>
          <a:lstStyle/>
          <a:p>
            <a:pPr marL="0" marR="0">
              <a:lnSpc>
                <a:spcPts val="2010"/>
              </a:lnSpc>
              <a:spcBef>
                <a:spcPts val="0"/>
              </a:spcBef>
              <a:spcAft>
                <a:spcPts val="0"/>
              </a:spcAft>
            </a:pPr>
            <a:r>
              <a:rPr sz="1800" dirty="0">
                <a:solidFill>
                  <a:srgbClr val="000000"/>
                </a:solidFill>
                <a:latin typeface="JMPQAK+ArialMT"/>
                <a:cs typeface="JMPQAK+ArialMT"/>
              </a:rPr>
              <a:t>"year":</a:t>
            </a:r>
            <a:r>
              <a:rPr sz="1800" spc="47" dirty="0">
                <a:solidFill>
                  <a:srgbClr val="000000"/>
                </a:solidFill>
                <a:latin typeface="Times New Roman"/>
                <a:cs typeface="Times New Roman"/>
              </a:rPr>
              <a:t> </a:t>
            </a:r>
            <a:r>
              <a:rPr sz="1800" dirty="0">
                <a:solidFill>
                  <a:srgbClr val="000000"/>
                </a:solidFill>
                <a:latin typeface="JMPQAK+ArialMT"/>
                <a:cs typeface="JMPQAK+ArialMT"/>
              </a:rPr>
              <a:t>1964</a:t>
            </a:r>
          </a:p>
        </p:txBody>
      </p:sp>
      <p:sp>
        <p:nvSpPr>
          <p:cNvPr id="6" name="object 6"/>
          <p:cNvSpPr txBox="1"/>
          <p:nvPr/>
        </p:nvSpPr>
        <p:spPr>
          <a:xfrm>
            <a:off x="1201863" y="3748247"/>
            <a:ext cx="228748" cy="293489"/>
          </a:xfrm>
          <a:prstGeom prst="rect">
            <a:avLst/>
          </a:prstGeom>
        </p:spPr>
        <p:txBody>
          <a:bodyPr vert="horz" wrap="square" lIns="0" tIns="0" rIns="0" bIns="0" rtlCol="0">
            <a:spAutoFit/>
          </a:bodyPr>
          <a:lstStyle/>
          <a:p>
            <a:pPr marL="0" marR="0">
              <a:lnSpc>
                <a:spcPts val="2010"/>
              </a:lnSpc>
              <a:spcBef>
                <a:spcPts val="0"/>
              </a:spcBef>
              <a:spcAft>
                <a:spcPts val="0"/>
              </a:spcAft>
            </a:pPr>
            <a:r>
              <a:rPr sz="1800" dirty="0">
                <a:solidFill>
                  <a:srgbClr val="000000"/>
                </a:solidFill>
                <a:latin typeface="JMPQAK+ArialMT"/>
                <a:cs typeface="JMPQAK+ArialMT"/>
              </a:rPr>
              <a:t>}</a:t>
            </a:r>
          </a:p>
        </p:txBody>
      </p:sp>
      <p:sp>
        <p:nvSpPr>
          <p:cNvPr id="7" name="object 7"/>
          <p:cNvSpPr txBox="1"/>
          <p:nvPr/>
        </p:nvSpPr>
        <p:spPr>
          <a:xfrm>
            <a:off x="1201863" y="3995135"/>
            <a:ext cx="6632256" cy="787265"/>
          </a:xfrm>
          <a:prstGeom prst="rect">
            <a:avLst/>
          </a:prstGeom>
        </p:spPr>
        <p:txBody>
          <a:bodyPr vert="horz" wrap="square" lIns="0" tIns="0" rIns="0" bIns="0" rtlCol="0">
            <a:spAutoFit/>
          </a:bodyPr>
          <a:lstStyle/>
          <a:p>
            <a:pPr marL="0" marR="0">
              <a:lnSpc>
                <a:spcPts val="2010"/>
              </a:lnSpc>
              <a:spcBef>
                <a:spcPts val="0"/>
              </a:spcBef>
              <a:spcAft>
                <a:spcPts val="0"/>
              </a:spcAft>
            </a:pPr>
            <a:r>
              <a:rPr sz="1800" dirty="0">
                <a:solidFill>
                  <a:srgbClr val="000000"/>
                </a:solidFill>
                <a:latin typeface="JMPQAK+ArialMT"/>
                <a:cs typeface="JMPQAK+ArialMT"/>
              </a:rPr>
              <a:t>print(sampledict)</a:t>
            </a:r>
          </a:p>
          <a:p>
            <a:pPr marL="0" marR="0">
              <a:lnSpc>
                <a:spcPts val="1944"/>
              </a:lnSpc>
              <a:spcBef>
                <a:spcPts val="50"/>
              </a:spcBef>
              <a:spcAft>
                <a:spcPts val="0"/>
              </a:spcAft>
            </a:pPr>
            <a:r>
              <a:rPr sz="1800" dirty="0">
                <a:solidFill>
                  <a:srgbClr val="000000"/>
                </a:solidFill>
                <a:latin typeface="JMPQAK+ArialMT"/>
                <a:cs typeface="JMPQAK+ArialMT"/>
              </a:rPr>
              <a:t>Output</a:t>
            </a:r>
            <a:r>
              <a:rPr sz="1800" spc="47" dirty="0">
                <a:solidFill>
                  <a:srgbClr val="000000"/>
                </a:solidFill>
                <a:latin typeface="Times New Roman"/>
                <a:cs typeface="Times New Roman"/>
              </a:rPr>
              <a:t> </a:t>
            </a:r>
            <a:r>
              <a:rPr sz="1800" dirty="0">
                <a:solidFill>
                  <a:srgbClr val="000000"/>
                </a:solidFill>
                <a:latin typeface="JMPQAK+ArialMT"/>
                <a:cs typeface="JMPQAK+ArialMT"/>
              </a:rPr>
              <a:t>for</a:t>
            </a:r>
            <a:r>
              <a:rPr sz="1800" spc="49" dirty="0">
                <a:solidFill>
                  <a:srgbClr val="000000"/>
                </a:solidFill>
                <a:latin typeface="Times New Roman"/>
                <a:cs typeface="Times New Roman"/>
              </a:rPr>
              <a:t> </a:t>
            </a:r>
            <a:r>
              <a:rPr sz="1800" dirty="0">
                <a:solidFill>
                  <a:srgbClr val="000000"/>
                </a:solidFill>
                <a:latin typeface="JMPQAK+ArialMT"/>
                <a:cs typeface="JMPQAK+ArialMT"/>
              </a:rPr>
              <a:t>the</a:t>
            </a:r>
            <a:r>
              <a:rPr sz="1800" spc="49" dirty="0">
                <a:solidFill>
                  <a:srgbClr val="000000"/>
                </a:solidFill>
                <a:latin typeface="Times New Roman"/>
                <a:cs typeface="Times New Roman"/>
              </a:rPr>
              <a:t> </a:t>
            </a:r>
            <a:r>
              <a:rPr sz="1800" dirty="0">
                <a:solidFill>
                  <a:srgbClr val="000000"/>
                </a:solidFill>
                <a:latin typeface="JMPQAK+ArialMT"/>
                <a:cs typeface="JMPQAK+ArialMT"/>
              </a:rPr>
              <a:t>above</a:t>
            </a:r>
            <a:r>
              <a:rPr sz="1800" spc="49" dirty="0">
                <a:solidFill>
                  <a:srgbClr val="000000"/>
                </a:solidFill>
                <a:latin typeface="Times New Roman"/>
                <a:cs typeface="Times New Roman"/>
              </a:rPr>
              <a:t> </a:t>
            </a:r>
            <a:r>
              <a:rPr sz="1800" dirty="0">
                <a:solidFill>
                  <a:srgbClr val="000000"/>
                </a:solidFill>
                <a:latin typeface="JMPQAK+ArialMT"/>
                <a:cs typeface="JMPQAK+ArialMT"/>
              </a:rPr>
              <a:t>code</a:t>
            </a:r>
            <a:r>
              <a:rPr sz="1800" spc="49" dirty="0">
                <a:solidFill>
                  <a:srgbClr val="000000"/>
                </a:solidFill>
                <a:latin typeface="Times New Roman"/>
                <a:cs typeface="Times New Roman"/>
              </a:rPr>
              <a:t> </a:t>
            </a:r>
            <a:r>
              <a:rPr sz="1800" dirty="0">
                <a:solidFill>
                  <a:srgbClr val="000000"/>
                </a:solidFill>
                <a:latin typeface="JMPQAK+ArialMT"/>
                <a:cs typeface="JMPQAK+ArialMT"/>
              </a:rPr>
              <a:t>is</a:t>
            </a:r>
            <a:r>
              <a:rPr sz="1800" spc="49" dirty="0">
                <a:solidFill>
                  <a:srgbClr val="000000"/>
                </a:solidFill>
                <a:latin typeface="Times New Roman"/>
                <a:cs typeface="Times New Roman"/>
              </a:rPr>
              <a:t> </a:t>
            </a:r>
            <a:r>
              <a:rPr sz="1800" dirty="0">
                <a:solidFill>
                  <a:srgbClr val="000000"/>
                </a:solidFill>
                <a:latin typeface="JMPQAK+ArialMT"/>
                <a:cs typeface="JMPQAK+ArialMT"/>
              </a:rPr>
              <a:t>:</a:t>
            </a:r>
            <a:r>
              <a:rPr sz="1800" spc="46" dirty="0">
                <a:solidFill>
                  <a:srgbClr val="000000"/>
                </a:solidFill>
                <a:latin typeface="Times New Roman"/>
                <a:cs typeface="Times New Roman"/>
              </a:rPr>
              <a:t> </a:t>
            </a:r>
            <a:r>
              <a:rPr sz="1800" dirty="0">
                <a:solidFill>
                  <a:srgbClr val="000000"/>
                </a:solidFill>
                <a:latin typeface="JMPQAK+ArialMT"/>
                <a:cs typeface="JMPQAK+ArialMT"/>
              </a:rPr>
              <a:t>{'brand':</a:t>
            </a:r>
            <a:r>
              <a:rPr sz="1800" spc="47" dirty="0">
                <a:solidFill>
                  <a:srgbClr val="000000"/>
                </a:solidFill>
                <a:latin typeface="Times New Roman"/>
                <a:cs typeface="Times New Roman"/>
              </a:rPr>
              <a:t> </a:t>
            </a:r>
            <a:r>
              <a:rPr sz="1800" dirty="0">
                <a:solidFill>
                  <a:srgbClr val="000000"/>
                </a:solidFill>
                <a:latin typeface="JMPQAK+ArialMT"/>
                <a:cs typeface="JMPQAK+ArialMT"/>
              </a:rPr>
              <a:t>'Ford',</a:t>
            </a:r>
            <a:r>
              <a:rPr sz="1800" spc="47" dirty="0">
                <a:solidFill>
                  <a:srgbClr val="000000"/>
                </a:solidFill>
                <a:latin typeface="Times New Roman"/>
                <a:cs typeface="Times New Roman"/>
              </a:rPr>
              <a:t> </a:t>
            </a:r>
            <a:r>
              <a:rPr sz="1800" dirty="0">
                <a:solidFill>
                  <a:srgbClr val="000000"/>
                </a:solidFill>
                <a:latin typeface="JMPQAK+ArialMT"/>
                <a:cs typeface="JMPQAK+ArialMT"/>
              </a:rPr>
              <a:t>'model':</a:t>
            </a:r>
            <a:r>
              <a:rPr sz="1800" spc="47" dirty="0">
                <a:solidFill>
                  <a:srgbClr val="000000"/>
                </a:solidFill>
                <a:latin typeface="Times New Roman"/>
                <a:cs typeface="Times New Roman"/>
              </a:rPr>
              <a:t> </a:t>
            </a:r>
            <a:r>
              <a:rPr sz="1800" dirty="0">
                <a:solidFill>
                  <a:srgbClr val="000000"/>
                </a:solidFill>
                <a:latin typeface="JMPQAK+ArialMT"/>
                <a:cs typeface="JMPQAK+ArialMT"/>
              </a:rPr>
              <a:t>'Mustang',</a:t>
            </a:r>
          </a:p>
          <a:p>
            <a:pPr marL="0" marR="0">
              <a:lnSpc>
                <a:spcPts val="1944"/>
              </a:lnSpc>
              <a:spcBef>
                <a:spcPts val="0"/>
              </a:spcBef>
              <a:spcAft>
                <a:spcPts val="0"/>
              </a:spcAft>
            </a:pPr>
            <a:r>
              <a:rPr sz="1800" dirty="0">
                <a:solidFill>
                  <a:srgbClr val="000000"/>
                </a:solidFill>
                <a:latin typeface="JMPQAK+ArialMT"/>
                <a:cs typeface="JMPQAK+ArialMT"/>
              </a:rPr>
              <a:t>'year':</a:t>
            </a:r>
            <a:r>
              <a:rPr sz="1800" spc="47" dirty="0">
                <a:solidFill>
                  <a:srgbClr val="000000"/>
                </a:solidFill>
                <a:latin typeface="Times New Roman"/>
                <a:cs typeface="Times New Roman"/>
              </a:rPr>
              <a:t> </a:t>
            </a:r>
            <a:r>
              <a:rPr sz="1800" dirty="0">
                <a:solidFill>
                  <a:srgbClr val="000000"/>
                </a:solidFill>
                <a:latin typeface="JMPQAK+ArialMT"/>
                <a:cs typeface="JMPQAK+ArialMT"/>
              </a:rPr>
              <a:t>2020}</a:t>
            </a:r>
          </a:p>
        </p:txBody>
      </p:sp>
      <p:sp>
        <p:nvSpPr>
          <p:cNvPr id="8" name="object 8"/>
          <p:cNvSpPr txBox="1"/>
          <p:nvPr/>
        </p:nvSpPr>
        <p:spPr>
          <a:xfrm>
            <a:off x="8570793" y="4825974"/>
            <a:ext cx="268262" cy="253863"/>
          </a:xfrm>
          <a:prstGeom prst="rect">
            <a:avLst/>
          </a:prstGeom>
        </p:spPr>
        <p:txBody>
          <a:bodyPr vert="horz" wrap="square" lIns="0" tIns="0" rIns="0" bIns="0" rtlCol="0">
            <a:spAutoFit/>
          </a:bodyPr>
          <a:lstStyle/>
          <a:p>
            <a:pPr marL="0" marR="0">
              <a:lnSpc>
                <a:spcPts val="1698"/>
              </a:lnSpc>
              <a:spcBef>
                <a:spcPts val="0"/>
              </a:spcBef>
              <a:spcAft>
                <a:spcPts val="0"/>
              </a:spcAft>
            </a:pPr>
            <a:r>
              <a:rPr sz="1800" dirty="0">
                <a:solidFill>
                  <a:srgbClr val="888888"/>
                </a:solidFill>
                <a:latin typeface="Calibri"/>
                <a:cs typeface="Calibri"/>
              </a:rPr>
              <a:t>4</a:t>
            </a:r>
          </a:p>
        </p:txBody>
      </p:sp>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1"/>
          <p:cNvSpPr/>
          <p:nvPr/>
        </p:nvSpPr>
        <p:spPr>
          <a:xfrm>
            <a:off x="0" y="0"/>
            <a:ext cx="9144000" cy="5143500"/>
          </a:xfrm>
          <a:prstGeom prst="rect">
            <a:avLst/>
          </a:prstGeom>
          <a:blipFill>
            <a:blip r:embed="rId2" cstate="print"/>
            <a:stretch>
              <a:fillRect/>
            </a:stretch>
          </a:blipFill>
        </p:spPr>
        <p:txBody>
          <a:bodyPr wrap="square" lIns="0" tIns="0" rIns="0" bIns="0" rtlCol="0">
            <a:spAutoFit/>
          </a:bodyPr>
          <a:lstStyle/>
          <a:p>
            <a:endParaRPr/>
          </a:p>
        </p:txBody>
      </p:sp>
      <p:sp>
        <p:nvSpPr>
          <p:cNvPr id="3" name="object 3"/>
          <p:cNvSpPr txBox="1"/>
          <p:nvPr/>
        </p:nvSpPr>
        <p:spPr>
          <a:xfrm>
            <a:off x="1256850" y="946648"/>
            <a:ext cx="3764255" cy="537972"/>
          </a:xfrm>
          <a:prstGeom prst="rect">
            <a:avLst/>
          </a:prstGeom>
        </p:spPr>
        <p:txBody>
          <a:bodyPr vert="horz" wrap="square" lIns="0" tIns="0" rIns="0" bIns="0" rtlCol="0">
            <a:spAutoFit/>
          </a:bodyPr>
          <a:lstStyle/>
          <a:p>
            <a:pPr marL="0" marR="0">
              <a:lnSpc>
                <a:spcPts val="3936"/>
              </a:lnSpc>
              <a:spcBef>
                <a:spcPts val="0"/>
              </a:spcBef>
              <a:spcAft>
                <a:spcPts val="0"/>
              </a:spcAft>
            </a:pPr>
            <a:r>
              <a:rPr sz="3200" b="1" dirty="0">
                <a:solidFill>
                  <a:srgbClr val="C00000"/>
                </a:solidFill>
                <a:latin typeface="JCLMCO+LibreBaskerville-Bold"/>
                <a:cs typeface="JCLMCO+LibreBaskerville-Bold"/>
              </a:rPr>
              <a:t>Dictionary</a:t>
            </a:r>
            <a:r>
              <a:rPr sz="3200" b="1" spc="-123" dirty="0">
                <a:solidFill>
                  <a:srgbClr val="C00000"/>
                </a:solidFill>
                <a:latin typeface="JCLMCO+LibreBaskerville-Bold"/>
                <a:cs typeface="JCLMCO+LibreBaskerville-Bold"/>
              </a:rPr>
              <a:t> </a:t>
            </a:r>
            <a:r>
              <a:rPr sz="3200" b="1" dirty="0">
                <a:solidFill>
                  <a:srgbClr val="C00000"/>
                </a:solidFill>
                <a:latin typeface="JCLMCO+LibreBaskerville-Bold"/>
                <a:cs typeface="JCLMCO+LibreBaskerville-Bold"/>
              </a:rPr>
              <a:t>Items</a:t>
            </a:r>
          </a:p>
        </p:txBody>
      </p:sp>
      <p:sp>
        <p:nvSpPr>
          <p:cNvPr id="4" name="object 4"/>
          <p:cNvSpPr txBox="1"/>
          <p:nvPr/>
        </p:nvSpPr>
        <p:spPr>
          <a:xfrm>
            <a:off x="1430463" y="2042260"/>
            <a:ext cx="6501569" cy="1939409"/>
          </a:xfrm>
          <a:prstGeom prst="rect">
            <a:avLst/>
          </a:prstGeom>
        </p:spPr>
        <p:txBody>
          <a:bodyPr vert="horz" wrap="square" lIns="0" tIns="0" rIns="0" bIns="0" rtlCol="0">
            <a:spAutoFit/>
          </a:bodyPr>
          <a:lstStyle/>
          <a:p>
            <a:pPr marL="0" marR="0">
              <a:lnSpc>
                <a:spcPts val="2010"/>
              </a:lnSpc>
              <a:spcBef>
                <a:spcPts val="0"/>
              </a:spcBef>
              <a:spcAft>
                <a:spcPts val="0"/>
              </a:spcAft>
            </a:pPr>
            <a:r>
              <a:rPr sz="1800" dirty="0">
                <a:solidFill>
                  <a:srgbClr val="000000"/>
                </a:solidFill>
                <a:latin typeface="JMPQAK+ArialMT"/>
                <a:cs typeface="JMPQAK+ArialMT"/>
              </a:rPr>
              <a:t>Dictionaries</a:t>
            </a:r>
            <a:r>
              <a:rPr sz="1800" spc="50" dirty="0">
                <a:solidFill>
                  <a:srgbClr val="000000"/>
                </a:solidFill>
                <a:latin typeface="Times New Roman"/>
                <a:cs typeface="Times New Roman"/>
              </a:rPr>
              <a:t> </a:t>
            </a:r>
            <a:r>
              <a:rPr sz="1800" dirty="0">
                <a:solidFill>
                  <a:srgbClr val="000000"/>
                </a:solidFill>
                <a:latin typeface="JMPQAK+ArialMT"/>
                <a:cs typeface="JMPQAK+ArialMT"/>
              </a:rPr>
              <a:t>have</a:t>
            </a:r>
            <a:r>
              <a:rPr sz="1800" spc="49" dirty="0">
                <a:solidFill>
                  <a:srgbClr val="000000"/>
                </a:solidFill>
                <a:latin typeface="Times New Roman"/>
                <a:cs typeface="Times New Roman"/>
              </a:rPr>
              <a:t> </a:t>
            </a:r>
            <a:r>
              <a:rPr sz="1800" dirty="0">
                <a:solidFill>
                  <a:srgbClr val="000000"/>
                </a:solidFill>
                <a:latin typeface="JMPQAK+ArialMT"/>
                <a:cs typeface="JMPQAK+ArialMT"/>
              </a:rPr>
              <a:t>no</a:t>
            </a:r>
            <a:r>
              <a:rPr sz="1800" spc="49" dirty="0">
                <a:solidFill>
                  <a:srgbClr val="000000"/>
                </a:solidFill>
                <a:latin typeface="Times New Roman"/>
                <a:cs typeface="Times New Roman"/>
              </a:rPr>
              <a:t> </a:t>
            </a:r>
            <a:r>
              <a:rPr sz="1800" dirty="0">
                <a:solidFill>
                  <a:srgbClr val="000000"/>
                </a:solidFill>
                <a:latin typeface="JMPQAK+ArialMT"/>
                <a:cs typeface="JMPQAK+ArialMT"/>
              </a:rPr>
              <a:t>concept</a:t>
            </a:r>
            <a:r>
              <a:rPr sz="1800" spc="46" dirty="0">
                <a:solidFill>
                  <a:srgbClr val="000000"/>
                </a:solidFill>
                <a:latin typeface="Times New Roman"/>
                <a:cs typeface="Times New Roman"/>
              </a:rPr>
              <a:t> </a:t>
            </a:r>
            <a:r>
              <a:rPr sz="1800" dirty="0">
                <a:solidFill>
                  <a:srgbClr val="000000"/>
                </a:solidFill>
                <a:latin typeface="JMPQAK+ArialMT"/>
                <a:cs typeface="JMPQAK+ArialMT"/>
              </a:rPr>
              <a:t>of</a:t>
            </a:r>
            <a:r>
              <a:rPr sz="1800" spc="46" dirty="0">
                <a:solidFill>
                  <a:srgbClr val="000000"/>
                </a:solidFill>
                <a:latin typeface="Times New Roman"/>
                <a:cs typeface="Times New Roman"/>
              </a:rPr>
              <a:t> </a:t>
            </a:r>
            <a:r>
              <a:rPr sz="1800" dirty="0">
                <a:solidFill>
                  <a:srgbClr val="000000"/>
                </a:solidFill>
                <a:latin typeface="JMPQAK+ArialMT"/>
                <a:cs typeface="JMPQAK+ArialMT"/>
              </a:rPr>
              <a:t>order</a:t>
            </a:r>
            <a:r>
              <a:rPr sz="1800" spc="49" dirty="0">
                <a:solidFill>
                  <a:srgbClr val="000000"/>
                </a:solidFill>
                <a:latin typeface="Times New Roman"/>
                <a:cs typeface="Times New Roman"/>
              </a:rPr>
              <a:t> </a:t>
            </a:r>
            <a:r>
              <a:rPr sz="1800" dirty="0">
                <a:solidFill>
                  <a:srgbClr val="000000"/>
                </a:solidFill>
                <a:latin typeface="JMPQAK+ArialMT"/>
                <a:cs typeface="JMPQAK+ArialMT"/>
              </a:rPr>
              <a:t>among</a:t>
            </a:r>
            <a:r>
              <a:rPr sz="1800" spc="49" dirty="0">
                <a:solidFill>
                  <a:srgbClr val="000000"/>
                </a:solidFill>
                <a:latin typeface="Times New Roman"/>
                <a:cs typeface="Times New Roman"/>
              </a:rPr>
              <a:t> </a:t>
            </a:r>
            <a:r>
              <a:rPr sz="1800" dirty="0">
                <a:solidFill>
                  <a:srgbClr val="000000"/>
                </a:solidFill>
                <a:latin typeface="JMPQAK+ArialMT"/>
                <a:cs typeface="JMPQAK+ArialMT"/>
              </a:rPr>
              <a:t>elements.</a:t>
            </a:r>
          </a:p>
          <a:p>
            <a:pPr marL="0" marR="0">
              <a:lnSpc>
                <a:spcPts val="2010"/>
              </a:lnSpc>
              <a:spcBef>
                <a:spcPts val="199"/>
              </a:spcBef>
              <a:spcAft>
                <a:spcPts val="0"/>
              </a:spcAft>
            </a:pPr>
            <a:r>
              <a:rPr sz="1800" dirty="0">
                <a:solidFill>
                  <a:srgbClr val="000000"/>
                </a:solidFill>
                <a:latin typeface="JMPQAK+ArialMT"/>
                <a:cs typeface="JMPQAK+ArialMT"/>
              </a:rPr>
              <a:t>It</a:t>
            </a:r>
            <a:r>
              <a:rPr sz="1800" spc="52" dirty="0">
                <a:solidFill>
                  <a:srgbClr val="000000"/>
                </a:solidFill>
                <a:latin typeface="Times New Roman"/>
                <a:cs typeface="Times New Roman"/>
              </a:rPr>
              <a:t> </a:t>
            </a:r>
            <a:r>
              <a:rPr sz="1800" dirty="0">
                <a:solidFill>
                  <a:srgbClr val="000000"/>
                </a:solidFill>
                <a:latin typeface="JMPQAK+ArialMT"/>
                <a:cs typeface="JMPQAK+ArialMT"/>
              </a:rPr>
              <a:t>is</a:t>
            </a:r>
            <a:r>
              <a:rPr sz="1800" spc="49" dirty="0">
                <a:solidFill>
                  <a:srgbClr val="000000"/>
                </a:solidFill>
                <a:latin typeface="Times New Roman"/>
                <a:cs typeface="Times New Roman"/>
              </a:rPr>
              <a:t> </a:t>
            </a:r>
            <a:r>
              <a:rPr sz="1800" dirty="0">
                <a:solidFill>
                  <a:srgbClr val="000000"/>
                </a:solidFill>
                <a:latin typeface="JMPQAK+ArialMT"/>
                <a:cs typeface="JMPQAK+ArialMT"/>
              </a:rPr>
              <a:t>incorrect</a:t>
            </a:r>
            <a:r>
              <a:rPr sz="1800" spc="46" dirty="0">
                <a:solidFill>
                  <a:srgbClr val="000000"/>
                </a:solidFill>
                <a:latin typeface="Times New Roman"/>
                <a:cs typeface="Times New Roman"/>
              </a:rPr>
              <a:t> </a:t>
            </a:r>
            <a:r>
              <a:rPr sz="1800" dirty="0">
                <a:solidFill>
                  <a:srgbClr val="000000"/>
                </a:solidFill>
                <a:latin typeface="JMPQAK+ArialMT"/>
                <a:cs typeface="JMPQAK+ArialMT"/>
              </a:rPr>
              <a:t>to</a:t>
            </a:r>
            <a:r>
              <a:rPr sz="1800" spc="50" dirty="0">
                <a:solidFill>
                  <a:srgbClr val="000000"/>
                </a:solidFill>
                <a:latin typeface="Times New Roman"/>
                <a:cs typeface="Times New Roman"/>
              </a:rPr>
              <a:t> </a:t>
            </a:r>
            <a:r>
              <a:rPr sz="1800" dirty="0">
                <a:solidFill>
                  <a:srgbClr val="000000"/>
                </a:solidFill>
                <a:latin typeface="JMPQAK+ArialMT"/>
                <a:cs typeface="JMPQAK+ArialMT"/>
              </a:rPr>
              <a:t>say</a:t>
            </a:r>
            <a:r>
              <a:rPr sz="1800" spc="49" dirty="0">
                <a:solidFill>
                  <a:srgbClr val="000000"/>
                </a:solidFill>
                <a:latin typeface="Times New Roman"/>
                <a:cs typeface="Times New Roman"/>
              </a:rPr>
              <a:t> </a:t>
            </a:r>
            <a:r>
              <a:rPr sz="1800" dirty="0">
                <a:solidFill>
                  <a:srgbClr val="000000"/>
                </a:solidFill>
                <a:latin typeface="JMPQAK+ArialMT"/>
                <a:cs typeface="JMPQAK+ArialMT"/>
              </a:rPr>
              <a:t>that</a:t>
            </a:r>
            <a:r>
              <a:rPr sz="1800" spc="47" dirty="0">
                <a:solidFill>
                  <a:srgbClr val="000000"/>
                </a:solidFill>
                <a:latin typeface="Times New Roman"/>
                <a:cs typeface="Times New Roman"/>
              </a:rPr>
              <a:t> </a:t>
            </a:r>
            <a:r>
              <a:rPr sz="1800" dirty="0">
                <a:solidFill>
                  <a:srgbClr val="000000"/>
                </a:solidFill>
                <a:latin typeface="JMPQAK+ArialMT"/>
                <a:cs typeface="JMPQAK+ArialMT"/>
              </a:rPr>
              <a:t>the</a:t>
            </a:r>
            <a:r>
              <a:rPr sz="1800" spc="49" dirty="0">
                <a:solidFill>
                  <a:srgbClr val="000000"/>
                </a:solidFill>
                <a:latin typeface="Times New Roman"/>
                <a:cs typeface="Times New Roman"/>
              </a:rPr>
              <a:t> </a:t>
            </a:r>
            <a:r>
              <a:rPr sz="1800" dirty="0">
                <a:solidFill>
                  <a:srgbClr val="000000"/>
                </a:solidFill>
                <a:latin typeface="JMPQAK+ArialMT"/>
                <a:cs typeface="JMPQAK+ArialMT"/>
              </a:rPr>
              <a:t>elements</a:t>
            </a:r>
            <a:r>
              <a:rPr sz="1800" spc="49" dirty="0">
                <a:solidFill>
                  <a:srgbClr val="000000"/>
                </a:solidFill>
                <a:latin typeface="Times New Roman"/>
                <a:cs typeface="Times New Roman"/>
              </a:rPr>
              <a:t> </a:t>
            </a:r>
            <a:r>
              <a:rPr sz="1800" dirty="0">
                <a:solidFill>
                  <a:srgbClr val="000000"/>
                </a:solidFill>
                <a:latin typeface="JMPQAK+ArialMT"/>
                <a:cs typeface="JMPQAK+ArialMT"/>
              </a:rPr>
              <a:t>are</a:t>
            </a:r>
            <a:r>
              <a:rPr sz="1800" spc="47" dirty="0">
                <a:solidFill>
                  <a:srgbClr val="000000"/>
                </a:solidFill>
                <a:latin typeface="Times New Roman"/>
                <a:cs typeface="Times New Roman"/>
              </a:rPr>
              <a:t> </a:t>
            </a:r>
            <a:r>
              <a:rPr sz="1800" dirty="0">
                <a:solidFill>
                  <a:srgbClr val="000000"/>
                </a:solidFill>
                <a:latin typeface="JMPQAK+ArialMT"/>
                <a:cs typeface="JMPQAK+ArialMT"/>
              </a:rPr>
              <a:t>"out</a:t>
            </a:r>
            <a:r>
              <a:rPr sz="1800" spc="47" dirty="0">
                <a:solidFill>
                  <a:srgbClr val="000000"/>
                </a:solidFill>
                <a:latin typeface="Times New Roman"/>
                <a:cs typeface="Times New Roman"/>
              </a:rPr>
              <a:t> </a:t>
            </a:r>
            <a:r>
              <a:rPr sz="1800" dirty="0">
                <a:solidFill>
                  <a:srgbClr val="000000"/>
                </a:solidFill>
                <a:latin typeface="JMPQAK+ArialMT"/>
                <a:cs typeface="JMPQAK+ArialMT"/>
              </a:rPr>
              <a:t>of</a:t>
            </a:r>
            <a:r>
              <a:rPr sz="1800" spc="46" dirty="0">
                <a:solidFill>
                  <a:srgbClr val="000000"/>
                </a:solidFill>
                <a:latin typeface="Times New Roman"/>
                <a:cs typeface="Times New Roman"/>
              </a:rPr>
              <a:t> </a:t>
            </a:r>
            <a:r>
              <a:rPr sz="1800" dirty="0">
                <a:solidFill>
                  <a:srgbClr val="000000"/>
                </a:solidFill>
                <a:latin typeface="JMPQAK+ArialMT"/>
                <a:cs typeface="JMPQAK+ArialMT"/>
              </a:rPr>
              <a:t>order";</a:t>
            </a:r>
            <a:r>
              <a:rPr sz="1800" spc="47" dirty="0">
                <a:solidFill>
                  <a:srgbClr val="000000"/>
                </a:solidFill>
                <a:latin typeface="Times New Roman"/>
                <a:cs typeface="Times New Roman"/>
              </a:rPr>
              <a:t> </a:t>
            </a:r>
            <a:r>
              <a:rPr sz="1800" dirty="0">
                <a:solidFill>
                  <a:srgbClr val="000000"/>
                </a:solidFill>
                <a:latin typeface="JMPQAK+ArialMT"/>
                <a:cs typeface="JMPQAK+ArialMT"/>
              </a:rPr>
              <a:t>they</a:t>
            </a:r>
          </a:p>
          <a:p>
            <a:pPr marL="228600" marR="0">
              <a:lnSpc>
                <a:spcPts val="2010"/>
              </a:lnSpc>
              <a:spcBef>
                <a:spcPts val="149"/>
              </a:spcBef>
              <a:spcAft>
                <a:spcPts val="0"/>
              </a:spcAft>
            </a:pPr>
            <a:r>
              <a:rPr sz="1800" dirty="0">
                <a:solidFill>
                  <a:srgbClr val="000000"/>
                </a:solidFill>
                <a:latin typeface="JMPQAK+ArialMT"/>
                <a:cs typeface="JMPQAK+ArialMT"/>
              </a:rPr>
              <a:t>are</a:t>
            </a:r>
            <a:r>
              <a:rPr sz="1800" spc="47" dirty="0">
                <a:solidFill>
                  <a:srgbClr val="000000"/>
                </a:solidFill>
                <a:latin typeface="Times New Roman"/>
                <a:cs typeface="Times New Roman"/>
              </a:rPr>
              <a:t> </a:t>
            </a:r>
            <a:r>
              <a:rPr sz="1800" dirty="0">
                <a:solidFill>
                  <a:srgbClr val="000000"/>
                </a:solidFill>
                <a:latin typeface="JMPQAK+ArialMT"/>
                <a:cs typeface="JMPQAK+ArialMT"/>
              </a:rPr>
              <a:t>simply</a:t>
            </a:r>
            <a:r>
              <a:rPr sz="1800" spc="49" dirty="0">
                <a:solidFill>
                  <a:srgbClr val="000000"/>
                </a:solidFill>
                <a:latin typeface="Times New Roman"/>
                <a:cs typeface="Times New Roman"/>
              </a:rPr>
              <a:t> </a:t>
            </a:r>
            <a:r>
              <a:rPr sz="1800" dirty="0">
                <a:solidFill>
                  <a:srgbClr val="000000"/>
                </a:solidFill>
                <a:latin typeface="JMPQAK+ArialMT"/>
                <a:cs typeface="JMPQAK+ArialMT"/>
              </a:rPr>
              <a:t>unordered.</a:t>
            </a:r>
          </a:p>
          <a:p>
            <a:pPr marL="0" marR="0">
              <a:lnSpc>
                <a:spcPts val="2010"/>
              </a:lnSpc>
              <a:spcBef>
                <a:spcPts val="199"/>
              </a:spcBef>
              <a:spcAft>
                <a:spcPts val="0"/>
              </a:spcAft>
            </a:pPr>
            <a:r>
              <a:rPr sz="1800" dirty="0">
                <a:solidFill>
                  <a:srgbClr val="000000"/>
                </a:solidFill>
                <a:latin typeface="JMPQAK+ArialMT"/>
                <a:cs typeface="JMPQAK+ArialMT"/>
              </a:rPr>
              <a:t>Dictionary</a:t>
            </a:r>
            <a:r>
              <a:rPr sz="1800" spc="50" dirty="0">
                <a:solidFill>
                  <a:srgbClr val="000000"/>
                </a:solidFill>
                <a:latin typeface="Times New Roman"/>
                <a:cs typeface="Times New Roman"/>
              </a:rPr>
              <a:t> </a:t>
            </a:r>
            <a:r>
              <a:rPr sz="1800" dirty="0">
                <a:solidFill>
                  <a:srgbClr val="000000"/>
                </a:solidFill>
                <a:latin typeface="JMPQAK+ArialMT"/>
                <a:cs typeface="JMPQAK+ArialMT"/>
              </a:rPr>
              <a:t>is</a:t>
            </a:r>
            <a:r>
              <a:rPr sz="1800" spc="49" dirty="0">
                <a:solidFill>
                  <a:srgbClr val="000000"/>
                </a:solidFill>
                <a:latin typeface="Times New Roman"/>
                <a:cs typeface="Times New Roman"/>
              </a:rPr>
              <a:t> </a:t>
            </a:r>
            <a:r>
              <a:rPr sz="1800" dirty="0">
                <a:solidFill>
                  <a:srgbClr val="000000"/>
                </a:solidFill>
                <a:latin typeface="JMPQAK+ArialMT"/>
                <a:cs typeface="JMPQAK+ArialMT"/>
              </a:rPr>
              <a:t>a</a:t>
            </a:r>
            <a:r>
              <a:rPr sz="1800" spc="47" dirty="0">
                <a:solidFill>
                  <a:srgbClr val="000000"/>
                </a:solidFill>
                <a:latin typeface="Times New Roman"/>
                <a:cs typeface="Times New Roman"/>
              </a:rPr>
              <a:t> </a:t>
            </a:r>
            <a:r>
              <a:rPr sz="1800" dirty="0">
                <a:solidFill>
                  <a:srgbClr val="000000"/>
                </a:solidFill>
                <a:latin typeface="JMPQAK+ArialMT"/>
                <a:cs typeface="JMPQAK+ArialMT"/>
              </a:rPr>
              <a:t>collection</a:t>
            </a:r>
            <a:r>
              <a:rPr sz="1800" spc="49" dirty="0">
                <a:solidFill>
                  <a:srgbClr val="000000"/>
                </a:solidFill>
                <a:latin typeface="Times New Roman"/>
                <a:cs typeface="Times New Roman"/>
              </a:rPr>
              <a:t> </a:t>
            </a:r>
            <a:r>
              <a:rPr sz="1800" dirty="0">
                <a:solidFill>
                  <a:srgbClr val="000000"/>
                </a:solidFill>
                <a:latin typeface="JMPQAK+ArialMT"/>
                <a:cs typeface="JMPQAK+ArialMT"/>
              </a:rPr>
              <a:t>which</a:t>
            </a:r>
            <a:r>
              <a:rPr sz="1800" spc="49" dirty="0">
                <a:solidFill>
                  <a:srgbClr val="000000"/>
                </a:solidFill>
                <a:latin typeface="Times New Roman"/>
                <a:cs typeface="Times New Roman"/>
              </a:rPr>
              <a:t> </a:t>
            </a:r>
            <a:r>
              <a:rPr sz="1800" dirty="0">
                <a:solidFill>
                  <a:srgbClr val="000000"/>
                </a:solidFill>
                <a:latin typeface="JMPQAK+ArialMT"/>
                <a:cs typeface="JMPQAK+ArialMT"/>
              </a:rPr>
              <a:t>works</a:t>
            </a:r>
            <a:r>
              <a:rPr sz="1800" spc="49" dirty="0">
                <a:solidFill>
                  <a:srgbClr val="000000"/>
                </a:solidFill>
                <a:latin typeface="Times New Roman"/>
                <a:cs typeface="Times New Roman"/>
              </a:rPr>
              <a:t> </a:t>
            </a:r>
            <a:r>
              <a:rPr sz="1800" dirty="0">
                <a:solidFill>
                  <a:srgbClr val="000000"/>
                </a:solidFill>
                <a:latin typeface="JMPQAK+ArialMT"/>
                <a:cs typeface="JMPQAK+ArialMT"/>
              </a:rPr>
              <a:t>on</a:t>
            </a:r>
            <a:r>
              <a:rPr sz="1800" spc="49" dirty="0">
                <a:solidFill>
                  <a:srgbClr val="000000"/>
                </a:solidFill>
                <a:latin typeface="Times New Roman"/>
                <a:cs typeface="Times New Roman"/>
              </a:rPr>
              <a:t> </a:t>
            </a:r>
            <a:r>
              <a:rPr sz="1800" dirty="0">
                <a:solidFill>
                  <a:srgbClr val="000000"/>
                </a:solidFill>
                <a:latin typeface="JMPQAK+ArialMT"/>
                <a:cs typeface="JMPQAK+ArialMT"/>
              </a:rPr>
              <a:t>a</a:t>
            </a:r>
            <a:r>
              <a:rPr sz="1800" spc="47" dirty="0">
                <a:solidFill>
                  <a:srgbClr val="000000"/>
                </a:solidFill>
                <a:latin typeface="Times New Roman"/>
                <a:cs typeface="Times New Roman"/>
              </a:rPr>
              <a:t> </a:t>
            </a:r>
            <a:r>
              <a:rPr sz="1800" dirty="0">
                <a:solidFill>
                  <a:srgbClr val="000000"/>
                </a:solidFill>
                <a:latin typeface="JMPQAK+ArialMT"/>
                <a:cs typeface="JMPQAK+ArialMT"/>
              </a:rPr>
              <a:t>key-value</a:t>
            </a:r>
            <a:r>
              <a:rPr sz="1800" spc="47" dirty="0">
                <a:solidFill>
                  <a:srgbClr val="000000"/>
                </a:solidFill>
                <a:latin typeface="Times New Roman"/>
                <a:cs typeface="Times New Roman"/>
              </a:rPr>
              <a:t> </a:t>
            </a:r>
            <a:r>
              <a:rPr sz="1800" dirty="0">
                <a:solidFill>
                  <a:srgbClr val="000000"/>
                </a:solidFill>
                <a:latin typeface="JMPQAK+ArialMT"/>
                <a:cs typeface="JMPQAK+ArialMT"/>
              </a:rPr>
              <a:t>pair.</a:t>
            </a:r>
          </a:p>
          <a:p>
            <a:pPr marL="0" marR="0">
              <a:lnSpc>
                <a:spcPts val="2010"/>
              </a:lnSpc>
              <a:spcBef>
                <a:spcPts val="199"/>
              </a:spcBef>
              <a:spcAft>
                <a:spcPts val="0"/>
              </a:spcAft>
            </a:pPr>
            <a:r>
              <a:rPr sz="1800" dirty="0">
                <a:solidFill>
                  <a:srgbClr val="000000"/>
                </a:solidFill>
                <a:latin typeface="JMPQAK+ArialMT"/>
                <a:cs typeface="JMPQAK+ArialMT"/>
              </a:rPr>
              <a:t>It</a:t>
            </a:r>
            <a:r>
              <a:rPr sz="1800" spc="52" dirty="0">
                <a:solidFill>
                  <a:srgbClr val="000000"/>
                </a:solidFill>
                <a:latin typeface="Times New Roman"/>
                <a:cs typeface="Times New Roman"/>
              </a:rPr>
              <a:t> </a:t>
            </a:r>
            <a:r>
              <a:rPr sz="1800" dirty="0">
                <a:solidFill>
                  <a:srgbClr val="000000"/>
                </a:solidFill>
                <a:latin typeface="JMPQAK+ArialMT"/>
                <a:cs typeface="JMPQAK+ArialMT"/>
              </a:rPr>
              <a:t>works</a:t>
            </a:r>
            <a:r>
              <a:rPr sz="1800" spc="49" dirty="0">
                <a:solidFill>
                  <a:srgbClr val="000000"/>
                </a:solidFill>
                <a:latin typeface="Times New Roman"/>
                <a:cs typeface="Times New Roman"/>
              </a:rPr>
              <a:t> </a:t>
            </a:r>
            <a:r>
              <a:rPr sz="1800" dirty="0">
                <a:solidFill>
                  <a:srgbClr val="000000"/>
                </a:solidFill>
                <a:latin typeface="JMPQAK+ArialMT"/>
                <a:cs typeface="JMPQAK+ArialMT"/>
              </a:rPr>
              <a:t>like</a:t>
            </a:r>
            <a:r>
              <a:rPr sz="1800" spc="49" dirty="0">
                <a:solidFill>
                  <a:srgbClr val="000000"/>
                </a:solidFill>
                <a:latin typeface="Times New Roman"/>
                <a:cs typeface="Times New Roman"/>
              </a:rPr>
              <a:t> </a:t>
            </a:r>
            <a:r>
              <a:rPr sz="1800" dirty="0">
                <a:solidFill>
                  <a:srgbClr val="000000"/>
                </a:solidFill>
                <a:latin typeface="JMPQAK+ArialMT"/>
                <a:cs typeface="JMPQAK+ArialMT"/>
              </a:rPr>
              <a:t>an</a:t>
            </a:r>
            <a:r>
              <a:rPr sz="1800" spc="49" dirty="0">
                <a:solidFill>
                  <a:srgbClr val="000000"/>
                </a:solidFill>
                <a:latin typeface="Times New Roman"/>
                <a:cs typeface="Times New Roman"/>
              </a:rPr>
              <a:t> </a:t>
            </a:r>
            <a:r>
              <a:rPr sz="1800" dirty="0">
                <a:solidFill>
                  <a:srgbClr val="000000"/>
                </a:solidFill>
                <a:latin typeface="JMPQAK+ArialMT"/>
                <a:cs typeface="JMPQAK+ArialMT"/>
              </a:rPr>
              <a:t>associated</a:t>
            </a:r>
            <a:r>
              <a:rPr sz="1800" spc="49" dirty="0">
                <a:solidFill>
                  <a:srgbClr val="000000"/>
                </a:solidFill>
                <a:latin typeface="Times New Roman"/>
                <a:cs typeface="Times New Roman"/>
              </a:rPr>
              <a:t> </a:t>
            </a:r>
            <a:r>
              <a:rPr sz="1800" dirty="0">
                <a:solidFill>
                  <a:srgbClr val="000000"/>
                </a:solidFill>
                <a:latin typeface="JMPQAK+ArialMT"/>
                <a:cs typeface="JMPQAK+ArialMT"/>
              </a:rPr>
              <a:t>array</a:t>
            </a:r>
            <a:r>
              <a:rPr sz="1800" spc="49" dirty="0">
                <a:solidFill>
                  <a:srgbClr val="000000"/>
                </a:solidFill>
                <a:latin typeface="Times New Roman"/>
                <a:cs typeface="Times New Roman"/>
              </a:rPr>
              <a:t> </a:t>
            </a:r>
            <a:r>
              <a:rPr sz="1800" dirty="0">
                <a:solidFill>
                  <a:srgbClr val="000000"/>
                </a:solidFill>
                <a:latin typeface="JMPQAK+ArialMT"/>
                <a:cs typeface="JMPQAK+ArialMT"/>
              </a:rPr>
              <a:t>where</a:t>
            </a:r>
            <a:r>
              <a:rPr sz="1800" spc="49" dirty="0">
                <a:solidFill>
                  <a:srgbClr val="000000"/>
                </a:solidFill>
                <a:latin typeface="Times New Roman"/>
                <a:cs typeface="Times New Roman"/>
              </a:rPr>
              <a:t> </a:t>
            </a:r>
            <a:r>
              <a:rPr sz="1800" dirty="0">
                <a:solidFill>
                  <a:srgbClr val="000000"/>
                </a:solidFill>
                <a:latin typeface="JMPQAK+ArialMT"/>
                <a:cs typeface="JMPQAK+ArialMT"/>
              </a:rPr>
              <a:t>no</a:t>
            </a:r>
            <a:r>
              <a:rPr sz="1800" spc="49" dirty="0">
                <a:solidFill>
                  <a:srgbClr val="000000"/>
                </a:solidFill>
                <a:latin typeface="Times New Roman"/>
                <a:cs typeface="Times New Roman"/>
              </a:rPr>
              <a:t> </a:t>
            </a:r>
            <a:r>
              <a:rPr sz="1800" dirty="0">
                <a:solidFill>
                  <a:srgbClr val="000000"/>
                </a:solidFill>
                <a:latin typeface="JMPQAK+ArialMT"/>
                <a:cs typeface="JMPQAK+ArialMT"/>
              </a:rPr>
              <a:t>two</a:t>
            </a:r>
            <a:r>
              <a:rPr sz="1800" spc="49" dirty="0">
                <a:solidFill>
                  <a:srgbClr val="000000"/>
                </a:solidFill>
                <a:latin typeface="Times New Roman"/>
                <a:cs typeface="Times New Roman"/>
              </a:rPr>
              <a:t> </a:t>
            </a:r>
            <a:r>
              <a:rPr sz="1800" dirty="0">
                <a:solidFill>
                  <a:srgbClr val="000000"/>
                </a:solidFill>
                <a:latin typeface="JMPQAK+ArialMT"/>
                <a:cs typeface="JMPQAK+ArialMT"/>
              </a:rPr>
              <a:t>keys</a:t>
            </a:r>
            <a:r>
              <a:rPr sz="1800" spc="49" dirty="0">
                <a:solidFill>
                  <a:srgbClr val="000000"/>
                </a:solidFill>
                <a:latin typeface="Times New Roman"/>
                <a:cs typeface="Times New Roman"/>
              </a:rPr>
              <a:t> </a:t>
            </a:r>
            <a:r>
              <a:rPr sz="1800" dirty="0">
                <a:solidFill>
                  <a:srgbClr val="000000"/>
                </a:solidFill>
                <a:latin typeface="JMPQAK+ArialMT"/>
                <a:cs typeface="JMPQAK+ArialMT"/>
              </a:rPr>
              <a:t>can</a:t>
            </a:r>
            <a:r>
              <a:rPr sz="1800" spc="47" dirty="0">
                <a:solidFill>
                  <a:srgbClr val="000000"/>
                </a:solidFill>
                <a:latin typeface="Times New Roman"/>
                <a:cs typeface="Times New Roman"/>
              </a:rPr>
              <a:t> </a:t>
            </a:r>
            <a:r>
              <a:rPr sz="1800" dirty="0">
                <a:solidFill>
                  <a:srgbClr val="000000"/>
                </a:solidFill>
                <a:latin typeface="JMPQAK+ArialMT"/>
                <a:cs typeface="JMPQAK+ArialMT"/>
              </a:rPr>
              <a:t>be</a:t>
            </a:r>
          </a:p>
          <a:p>
            <a:pPr marL="228600" marR="0">
              <a:lnSpc>
                <a:spcPts val="2010"/>
              </a:lnSpc>
              <a:spcBef>
                <a:spcPts val="149"/>
              </a:spcBef>
              <a:spcAft>
                <a:spcPts val="0"/>
              </a:spcAft>
            </a:pPr>
            <a:r>
              <a:rPr sz="1800" dirty="0">
                <a:solidFill>
                  <a:srgbClr val="000000"/>
                </a:solidFill>
                <a:latin typeface="JMPQAK+ArialMT"/>
                <a:cs typeface="JMPQAK+ArialMT"/>
              </a:rPr>
              <a:t>same.</a:t>
            </a:r>
            <a:r>
              <a:rPr sz="1800" spc="46" dirty="0">
                <a:solidFill>
                  <a:srgbClr val="000000"/>
                </a:solidFill>
                <a:latin typeface="Times New Roman"/>
                <a:cs typeface="Times New Roman"/>
              </a:rPr>
              <a:t> </a:t>
            </a:r>
            <a:r>
              <a:rPr sz="1800" dirty="0">
                <a:solidFill>
                  <a:srgbClr val="000000"/>
                </a:solidFill>
                <a:latin typeface="JMPQAK+ArialMT"/>
                <a:cs typeface="JMPQAK+ArialMT"/>
              </a:rPr>
              <a:t>Dictionary</a:t>
            </a:r>
            <a:r>
              <a:rPr sz="1800" spc="49" dirty="0">
                <a:solidFill>
                  <a:srgbClr val="000000"/>
                </a:solidFill>
                <a:latin typeface="Times New Roman"/>
                <a:cs typeface="Times New Roman"/>
              </a:rPr>
              <a:t> </a:t>
            </a:r>
            <a:r>
              <a:rPr sz="1800" dirty="0">
                <a:solidFill>
                  <a:srgbClr val="000000"/>
                </a:solidFill>
                <a:latin typeface="JMPQAK+ArialMT"/>
                <a:cs typeface="JMPQAK+ArialMT"/>
              </a:rPr>
              <a:t>items</a:t>
            </a:r>
            <a:r>
              <a:rPr sz="1800" spc="49" dirty="0">
                <a:solidFill>
                  <a:srgbClr val="000000"/>
                </a:solidFill>
                <a:latin typeface="Times New Roman"/>
                <a:cs typeface="Times New Roman"/>
              </a:rPr>
              <a:t> </a:t>
            </a:r>
            <a:r>
              <a:rPr sz="1800" dirty="0">
                <a:solidFill>
                  <a:srgbClr val="000000"/>
                </a:solidFill>
                <a:latin typeface="JMPQAK+ArialMT"/>
                <a:cs typeface="JMPQAK+ArialMT"/>
              </a:rPr>
              <a:t>are</a:t>
            </a:r>
            <a:r>
              <a:rPr sz="1800" spc="47" dirty="0">
                <a:solidFill>
                  <a:srgbClr val="000000"/>
                </a:solidFill>
                <a:latin typeface="Times New Roman"/>
                <a:cs typeface="Times New Roman"/>
              </a:rPr>
              <a:t> </a:t>
            </a:r>
            <a:r>
              <a:rPr sz="1800" dirty="0">
                <a:solidFill>
                  <a:srgbClr val="000000"/>
                </a:solidFill>
                <a:latin typeface="JMPQAK+ArialMT"/>
                <a:cs typeface="JMPQAK+ArialMT"/>
              </a:rPr>
              <a:t>presented</a:t>
            </a:r>
            <a:r>
              <a:rPr sz="1800" spc="49" dirty="0">
                <a:solidFill>
                  <a:srgbClr val="000000"/>
                </a:solidFill>
                <a:latin typeface="Times New Roman"/>
                <a:cs typeface="Times New Roman"/>
              </a:rPr>
              <a:t> </a:t>
            </a:r>
            <a:r>
              <a:rPr sz="1800" dirty="0">
                <a:solidFill>
                  <a:srgbClr val="000000"/>
                </a:solidFill>
                <a:latin typeface="JMPQAK+ArialMT"/>
                <a:cs typeface="JMPQAK+ArialMT"/>
              </a:rPr>
              <a:t>in</a:t>
            </a:r>
            <a:r>
              <a:rPr sz="1800" spc="49" dirty="0">
                <a:solidFill>
                  <a:srgbClr val="000000"/>
                </a:solidFill>
                <a:latin typeface="Times New Roman"/>
                <a:cs typeface="Times New Roman"/>
              </a:rPr>
              <a:t> </a:t>
            </a:r>
            <a:r>
              <a:rPr sz="1800" dirty="0">
                <a:solidFill>
                  <a:srgbClr val="000000"/>
                </a:solidFill>
                <a:latin typeface="JMPQAK+ArialMT"/>
                <a:cs typeface="JMPQAK+ArialMT"/>
              </a:rPr>
              <a:t>key:value</a:t>
            </a:r>
            <a:r>
              <a:rPr sz="1800" spc="49" dirty="0">
                <a:solidFill>
                  <a:srgbClr val="000000"/>
                </a:solidFill>
                <a:latin typeface="Times New Roman"/>
                <a:cs typeface="Times New Roman"/>
              </a:rPr>
              <a:t> </a:t>
            </a:r>
            <a:r>
              <a:rPr sz="1800" dirty="0">
                <a:solidFill>
                  <a:srgbClr val="000000"/>
                </a:solidFill>
                <a:latin typeface="JMPQAK+ArialMT"/>
                <a:cs typeface="JMPQAK+ArialMT"/>
              </a:rPr>
              <a:t>pairs,</a:t>
            </a:r>
            <a:r>
              <a:rPr sz="1800" spc="46" dirty="0">
                <a:solidFill>
                  <a:srgbClr val="000000"/>
                </a:solidFill>
                <a:latin typeface="Times New Roman"/>
                <a:cs typeface="Times New Roman"/>
              </a:rPr>
              <a:t> </a:t>
            </a:r>
            <a:r>
              <a:rPr sz="1800" dirty="0">
                <a:solidFill>
                  <a:srgbClr val="000000"/>
                </a:solidFill>
                <a:latin typeface="JMPQAK+ArialMT"/>
                <a:cs typeface="JMPQAK+ArialMT"/>
              </a:rPr>
              <a:t>and</a:t>
            </a:r>
          </a:p>
          <a:p>
            <a:pPr marL="228600" marR="0">
              <a:lnSpc>
                <a:spcPts val="2010"/>
              </a:lnSpc>
              <a:spcBef>
                <a:spcPts val="199"/>
              </a:spcBef>
              <a:spcAft>
                <a:spcPts val="0"/>
              </a:spcAft>
            </a:pPr>
            <a:r>
              <a:rPr sz="1800" dirty="0">
                <a:solidFill>
                  <a:srgbClr val="000000"/>
                </a:solidFill>
                <a:latin typeface="JMPQAK+ArialMT"/>
                <a:cs typeface="JMPQAK+ArialMT"/>
              </a:rPr>
              <a:t>can</a:t>
            </a:r>
            <a:r>
              <a:rPr sz="1800" spc="47" dirty="0">
                <a:solidFill>
                  <a:srgbClr val="000000"/>
                </a:solidFill>
                <a:latin typeface="Times New Roman"/>
                <a:cs typeface="Times New Roman"/>
              </a:rPr>
              <a:t> </a:t>
            </a:r>
            <a:r>
              <a:rPr sz="1800" dirty="0">
                <a:solidFill>
                  <a:srgbClr val="000000"/>
                </a:solidFill>
                <a:latin typeface="JMPQAK+ArialMT"/>
                <a:cs typeface="JMPQAK+ArialMT"/>
              </a:rPr>
              <a:t>be</a:t>
            </a:r>
            <a:r>
              <a:rPr sz="1800" spc="49" dirty="0">
                <a:solidFill>
                  <a:srgbClr val="000000"/>
                </a:solidFill>
                <a:latin typeface="Times New Roman"/>
                <a:cs typeface="Times New Roman"/>
              </a:rPr>
              <a:t> </a:t>
            </a:r>
            <a:r>
              <a:rPr sz="1800" dirty="0">
                <a:solidFill>
                  <a:srgbClr val="000000"/>
                </a:solidFill>
                <a:latin typeface="JMPQAK+ArialMT"/>
                <a:cs typeface="JMPQAK+ArialMT"/>
              </a:rPr>
              <a:t>referred</a:t>
            </a:r>
            <a:r>
              <a:rPr sz="1800" spc="49" dirty="0">
                <a:solidFill>
                  <a:srgbClr val="000000"/>
                </a:solidFill>
                <a:latin typeface="Times New Roman"/>
                <a:cs typeface="Times New Roman"/>
              </a:rPr>
              <a:t> </a:t>
            </a:r>
            <a:r>
              <a:rPr sz="1800" dirty="0">
                <a:solidFill>
                  <a:srgbClr val="000000"/>
                </a:solidFill>
                <a:latin typeface="JMPQAK+ArialMT"/>
                <a:cs typeface="JMPQAK+ArialMT"/>
              </a:rPr>
              <a:t>to</a:t>
            </a:r>
            <a:r>
              <a:rPr sz="1800" spc="50" dirty="0">
                <a:solidFill>
                  <a:srgbClr val="000000"/>
                </a:solidFill>
                <a:latin typeface="Times New Roman"/>
                <a:cs typeface="Times New Roman"/>
              </a:rPr>
              <a:t> </a:t>
            </a:r>
            <a:r>
              <a:rPr sz="1800" dirty="0">
                <a:solidFill>
                  <a:srgbClr val="000000"/>
                </a:solidFill>
                <a:latin typeface="JMPQAK+ArialMT"/>
                <a:cs typeface="JMPQAK+ArialMT"/>
              </a:rPr>
              <a:t>by</a:t>
            </a:r>
            <a:r>
              <a:rPr sz="1800" spc="49" dirty="0">
                <a:solidFill>
                  <a:srgbClr val="000000"/>
                </a:solidFill>
                <a:latin typeface="Times New Roman"/>
                <a:cs typeface="Times New Roman"/>
              </a:rPr>
              <a:t> </a:t>
            </a:r>
            <a:r>
              <a:rPr sz="1800" dirty="0">
                <a:solidFill>
                  <a:srgbClr val="000000"/>
                </a:solidFill>
                <a:latin typeface="JMPQAK+ArialMT"/>
                <a:cs typeface="JMPQAK+ArialMT"/>
              </a:rPr>
              <a:t>using</a:t>
            </a:r>
            <a:r>
              <a:rPr sz="1800" spc="49" dirty="0">
                <a:solidFill>
                  <a:srgbClr val="000000"/>
                </a:solidFill>
                <a:latin typeface="Times New Roman"/>
                <a:cs typeface="Times New Roman"/>
              </a:rPr>
              <a:t> </a:t>
            </a:r>
            <a:r>
              <a:rPr sz="1800" dirty="0">
                <a:solidFill>
                  <a:srgbClr val="000000"/>
                </a:solidFill>
                <a:latin typeface="JMPQAK+ArialMT"/>
                <a:cs typeface="JMPQAK+ArialMT"/>
              </a:rPr>
              <a:t>the</a:t>
            </a:r>
            <a:r>
              <a:rPr sz="1800" spc="49" dirty="0">
                <a:solidFill>
                  <a:srgbClr val="000000"/>
                </a:solidFill>
                <a:latin typeface="Times New Roman"/>
                <a:cs typeface="Times New Roman"/>
              </a:rPr>
              <a:t> </a:t>
            </a:r>
            <a:r>
              <a:rPr sz="1800" dirty="0">
                <a:solidFill>
                  <a:srgbClr val="000000"/>
                </a:solidFill>
                <a:latin typeface="JMPQAK+ArialMT"/>
                <a:cs typeface="JMPQAK+ArialMT"/>
              </a:rPr>
              <a:t>key</a:t>
            </a:r>
            <a:r>
              <a:rPr sz="1800" spc="49" dirty="0">
                <a:solidFill>
                  <a:srgbClr val="000000"/>
                </a:solidFill>
                <a:latin typeface="Times New Roman"/>
                <a:cs typeface="Times New Roman"/>
              </a:rPr>
              <a:t> </a:t>
            </a:r>
            <a:r>
              <a:rPr sz="1800" dirty="0">
                <a:solidFill>
                  <a:srgbClr val="000000"/>
                </a:solidFill>
                <a:latin typeface="JMPQAK+ArialMT"/>
                <a:cs typeface="JMPQAK+ArialMT"/>
              </a:rPr>
              <a:t>name.</a:t>
            </a:r>
          </a:p>
        </p:txBody>
      </p:sp>
      <p:sp>
        <p:nvSpPr>
          <p:cNvPr id="5" name="object 5"/>
          <p:cNvSpPr txBox="1"/>
          <p:nvPr/>
        </p:nvSpPr>
        <p:spPr>
          <a:xfrm>
            <a:off x="1430463" y="3962500"/>
            <a:ext cx="6298499" cy="567809"/>
          </a:xfrm>
          <a:prstGeom prst="rect">
            <a:avLst/>
          </a:prstGeom>
        </p:spPr>
        <p:txBody>
          <a:bodyPr vert="horz" wrap="square" lIns="0" tIns="0" rIns="0" bIns="0" rtlCol="0">
            <a:spAutoFit/>
          </a:bodyPr>
          <a:lstStyle/>
          <a:p>
            <a:pPr marL="0" marR="0">
              <a:lnSpc>
                <a:spcPts val="2010"/>
              </a:lnSpc>
              <a:spcBef>
                <a:spcPts val="0"/>
              </a:spcBef>
              <a:spcAft>
                <a:spcPts val="0"/>
              </a:spcAft>
            </a:pPr>
            <a:r>
              <a:rPr sz="1800" dirty="0">
                <a:solidFill>
                  <a:srgbClr val="000000"/>
                </a:solidFill>
                <a:latin typeface="JMPQAK+ArialMT"/>
                <a:cs typeface="JMPQAK+ArialMT"/>
              </a:rPr>
              <a:t>Dictionaries</a:t>
            </a:r>
            <a:r>
              <a:rPr sz="1800" spc="50" dirty="0">
                <a:solidFill>
                  <a:srgbClr val="000000"/>
                </a:solidFill>
                <a:latin typeface="Times New Roman"/>
                <a:cs typeface="Times New Roman"/>
              </a:rPr>
              <a:t> </a:t>
            </a:r>
            <a:r>
              <a:rPr sz="1800" dirty="0">
                <a:solidFill>
                  <a:srgbClr val="000000"/>
                </a:solidFill>
                <a:latin typeface="JMPQAK+ArialMT"/>
                <a:cs typeface="JMPQAK+ArialMT"/>
              </a:rPr>
              <a:t>are</a:t>
            </a:r>
            <a:r>
              <a:rPr sz="1800" spc="47" dirty="0">
                <a:solidFill>
                  <a:srgbClr val="000000"/>
                </a:solidFill>
                <a:latin typeface="Times New Roman"/>
                <a:cs typeface="Times New Roman"/>
              </a:rPr>
              <a:t> </a:t>
            </a:r>
            <a:r>
              <a:rPr sz="1800" dirty="0">
                <a:solidFill>
                  <a:srgbClr val="000000"/>
                </a:solidFill>
                <a:latin typeface="JMPQAK+ArialMT"/>
                <a:cs typeface="JMPQAK+ArialMT"/>
              </a:rPr>
              <a:t>changeable,</a:t>
            </a:r>
            <a:r>
              <a:rPr sz="1800" spc="46" dirty="0">
                <a:solidFill>
                  <a:srgbClr val="000000"/>
                </a:solidFill>
                <a:latin typeface="Times New Roman"/>
                <a:cs typeface="Times New Roman"/>
              </a:rPr>
              <a:t> </a:t>
            </a:r>
            <a:r>
              <a:rPr sz="1800" dirty="0">
                <a:solidFill>
                  <a:srgbClr val="000000"/>
                </a:solidFill>
                <a:latin typeface="JMPQAK+ArialMT"/>
                <a:cs typeface="JMPQAK+ArialMT"/>
              </a:rPr>
              <a:t>meaning</a:t>
            </a:r>
            <a:r>
              <a:rPr sz="1800" spc="49" dirty="0">
                <a:solidFill>
                  <a:srgbClr val="000000"/>
                </a:solidFill>
                <a:latin typeface="Times New Roman"/>
                <a:cs typeface="Times New Roman"/>
              </a:rPr>
              <a:t> </a:t>
            </a:r>
            <a:r>
              <a:rPr sz="1800" dirty="0">
                <a:solidFill>
                  <a:srgbClr val="000000"/>
                </a:solidFill>
                <a:latin typeface="JMPQAK+ArialMT"/>
                <a:cs typeface="JMPQAK+ArialMT"/>
              </a:rPr>
              <a:t>that</a:t>
            </a:r>
            <a:r>
              <a:rPr sz="1800" spc="47" dirty="0">
                <a:solidFill>
                  <a:srgbClr val="000000"/>
                </a:solidFill>
                <a:latin typeface="Times New Roman"/>
                <a:cs typeface="Times New Roman"/>
              </a:rPr>
              <a:t> </a:t>
            </a:r>
            <a:r>
              <a:rPr sz="1800" dirty="0">
                <a:solidFill>
                  <a:srgbClr val="000000"/>
                </a:solidFill>
                <a:latin typeface="JMPQAK+ArialMT"/>
                <a:cs typeface="JMPQAK+ArialMT"/>
              </a:rPr>
              <a:t>we</a:t>
            </a:r>
            <a:r>
              <a:rPr sz="1800" spc="49" dirty="0">
                <a:solidFill>
                  <a:srgbClr val="000000"/>
                </a:solidFill>
                <a:latin typeface="Times New Roman"/>
                <a:cs typeface="Times New Roman"/>
              </a:rPr>
              <a:t> </a:t>
            </a:r>
            <a:r>
              <a:rPr sz="1800" dirty="0">
                <a:solidFill>
                  <a:srgbClr val="000000"/>
                </a:solidFill>
                <a:latin typeface="JMPQAK+ArialMT"/>
                <a:cs typeface="JMPQAK+ArialMT"/>
              </a:rPr>
              <a:t>can</a:t>
            </a:r>
            <a:r>
              <a:rPr sz="1800" spc="47" dirty="0">
                <a:solidFill>
                  <a:srgbClr val="000000"/>
                </a:solidFill>
                <a:latin typeface="Times New Roman"/>
                <a:cs typeface="Times New Roman"/>
              </a:rPr>
              <a:t> </a:t>
            </a:r>
            <a:r>
              <a:rPr sz="1800" dirty="0">
                <a:solidFill>
                  <a:srgbClr val="000000"/>
                </a:solidFill>
                <a:latin typeface="JMPQAK+ArialMT"/>
                <a:cs typeface="JMPQAK+ArialMT"/>
              </a:rPr>
              <a:t>change,</a:t>
            </a:r>
          </a:p>
          <a:p>
            <a:pPr marL="228600" marR="0">
              <a:lnSpc>
                <a:spcPts val="2010"/>
              </a:lnSpc>
              <a:spcBef>
                <a:spcPts val="199"/>
              </a:spcBef>
              <a:spcAft>
                <a:spcPts val="0"/>
              </a:spcAft>
            </a:pPr>
            <a:r>
              <a:rPr sz="1800" dirty="0">
                <a:solidFill>
                  <a:srgbClr val="000000"/>
                </a:solidFill>
                <a:latin typeface="JMPQAK+ArialMT"/>
                <a:cs typeface="JMPQAK+ArialMT"/>
              </a:rPr>
              <a:t>add</a:t>
            </a:r>
            <a:r>
              <a:rPr sz="1800" spc="49" dirty="0">
                <a:solidFill>
                  <a:srgbClr val="000000"/>
                </a:solidFill>
                <a:latin typeface="Times New Roman"/>
                <a:cs typeface="Times New Roman"/>
              </a:rPr>
              <a:t> </a:t>
            </a:r>
            <a:r>
              <a:rPr sz="1800" dirty="0">
                <a:solidFill>
                  <a:srgbClr val="000000"/>
                </a:solidFill>
                <a:latin typeface="JMPQAK+ArialMT"/>
                <a:cs typeface="JMPQAK+ArialMT"/>
              </a:rPr>
              <a:t>or</a:t>
            </a:r>
            <a:r>
              <a:rPr sz="1800" spc="49" dirty="0">
                <a:solidFill>
                  <a:srgbClr val="000000"/>
                </a:solidFill>
                <a:latin typeface="Times New Roman"/>
                <a:cs typeface="Times New Roman"/>
              </a:rPr>
              <a:t> </a:t>
            </a:r>
            <a:r>
              <a:rPr sz="1800" dirty="0">
                <a:solidFill>
                  <a:srgbClr val="000000"/>
                </a:solidFill>
                <a:latin typeface="JMPQAK+ArialMT"/>
                <a:cs typeface="JMPQAK+ArialMT"/>
              </a:rPr>
              <a:t>remove</a:t>
            </a:r>
            <a:r>
              <a:rPr sz="1800" spc="47" dirty="0">
                <a:solidFill>
                  <a:srgbClr val="000000"/>
                </a:solidFill>
                <a:latin typeface="Times New Roman"/>
                <a:cs typeface="Times New Roman"/>
              </a:rPr>
              <a:t> </a:t>
            </a:r>
            <a:r>
              <a:rPr sz="1800" dirty="0">
                <a:solidFill>
                  <a:srgbClr val="000000"/>
                </a:solidFill>
                <a:latin typeface="JMPQAK+ArialMT"/>
                <a:cs typeface="JMPQAK+ArialMT"/>
              </a:rPr>
              <a:t>items</a:t>
            </a:r>
            <a:r>
              <a:rPr sz="1800" spc="49" dirty="0">
                <a:solidFill>
                  <a:srgbClr val="000000"/>
                </a:solidFill>
                <a:latin typeface="Times New Roman"/>
                <a:cs typeface="Times New Roman"/>
              </a:rPr>
              <a:t> </a:t>
            </a:r>
            <a:r>
              <a:rPr sz="1800" dirty="0">
                <a:solidFill>
                  <a:srgbClr val="000000"/>
                </a:solidFill>
                <a:latin typeface="JMPQAK+ArialMT"/>
                <a:cs typeface="JMPQAK+ArialMT"/>
              </a:rPr>
              <a:t>after</a:t>
            </a:r>
            <a:r>
              <a:rPr sz="1800" spc="49" dirty="0">
                <a:solidFill>
                  <a:srgbClr val="000000"/>
                </a:solidFill>
                <a:latin typeface="Times New Roman"/>
                <a:cs typeface="Times New Roman"/>
              </a:rPr>
              <a:t> </a:t>
            </a:r>
            <a:r>
              <a:rPr sz="1800" dirty="0">
                <a:solidFill>
                  <a:srgbClr val="000000"/>
                </a:solidFill>
                <a:latin typeface="JMPQAK+ArialMT"/>
                <a:cs typeface="JMPQAK+ArialMT"/>
              </a:rPr>
              <a:t>the</a:t>
            </a:r>
            <a:r>
              <a:rPr sz="1800" spc="49" dirty="0">
                <a:solidFill>
                  <a:srgbClr val="000000"/>
                </a:solidFill>
                <a:latin typeface="Times New Roman"/>
                <a:cs typeface="Times New Roman"/>
              </a:rPr>
              <a:t> </a:t>
            </a:r>
            <a:r>
              <a:rPr sz="1800" dirty="0">
                <a:solidFill>
                  <a:srgbClr val="000000"/>
                </a:solidFill>
                <a:latin typeface="JMPQAK+ArialMT"/>
                <a:cs typeface="JMPQAK+ArialMT"/>
              </a:rPr>
              <a:t>dictionary</a:t>
            </a:r>
            <a:r>
              <a:rPr sz="1800" spc="49" dirty="0">
                <a:solidFill>
                  <a:srgbClr val="000000"/>
                </a:solidFill>
                <a:latin typeface="Times New Roman"/>
                <a:cs typeface="Times New Roman"/>
              </a:rPr>
              <a:t> </a:t>
            </a:r>
            <a:r>
              <a:rPr sz="1800" dirty="0">
                <a:solidFill>
                  <a:srgbClr val="000000"/>
                </a:solidFill>
                <a:latin typeface="JMPQAK+ArialMT"/>
                <a:cs typeface="JMPQAK+ArialMT"/>
              </a:rPr>
              <a:t>has</a:t>
            </a:r>
            <a:r>
              <a:rPr sz="1800" spc="49" dirty="0">
                <a:solidFill>
                  <a:srgbClr val="000000"/>
                </a:solidFill>
                <a:latin typeface="Times New Roman"/>
                <a:cs typeface="Times New Roman"/>
              </a:rPr>
              <a:t> </a:t>
            </a:r>
            <a:r>
              <a:rPr sz="1800" dirty="0">
                <a:solidFill>
                  <a:srgbClr val="000000"/>
                </a:solidFill>
                <a:latin typeface="JMPQAK+ArialMT"/>
                <a:cs typeface="JMPQAK+ArialMT"/>
              </a:rPr>
              <a:t>been</a:t>
            </a:r>
            <a:r>
              <a:rPr sz="1800" spc="49" dirty="0">
                <a:solidFill>
                  <a:srgbClr val="000000"/>
                </a:solidFill>
                <a:latin typeface="Times New Roman"/>
                <a:cs typeface="Times New Roman"/>
              </a:rPr>
              <a:t> </a:t>
            </a:r>
            <a:r>
              <a:rPr sz="1800" dirty="0">
                <a:solidFill>
                  <a:srgbClr val="000000"/>
                </a:solidFill>
                <a:latin typeface="JMPQAK+ArialMT"/>
                <a:cs typeface="JMPQAK+ArialMT"/>
              </a:rPr>
              <a:t>created.</a:t>
            </a:r>
          </a:p>
        </p:txBody>
      </p:sp>
      <p:sp>
        <p:nvSpPr>
          <p:cNvPr id="6" name="object 6"/>
          <p:cNvSpPr txBox="1"/>
          <p:nvPr/>
        </p:nvSpPr>
        <p:spPr>
          <a:xfrm>
            <a:off x="8570793" y="4825974"/>
            <a:ext cx="268262" cy="253863"/>
          </a:xfrm>
          <a:prstGeom prst="rect">
            <a:avLst/>
          </a:prstGeom>
        </p:spPr>
        <p:txBody>
          <a:bodyPr vert="horz" wrap="square" lIns="0" tIns="0" rIns="0" bIns="0" rtlCol="0">
            <a:spAutoFit/>
          </a:bodyPr>
          <a:lstStyle/>
          <a:p>
            <a:pPr marL="0" marR="0">
              <a:lnSpc>
                <a:spcPts val="1698"/>
              </a:lnSpc>
              <a:spcBef>
                <a:spcPts val="0"/>
              </a:spcBef>
              <a:spcAft>
                <a:spcPts val="0"/>
              </a:spcAft>
            </a:pPr>
            <a:r>
              <a:rPr sz="1800" dirty="0">
                <a:solidFill>
                  <a:srgbClr val="888888"/>
                </a:solidFill>
                <a:latin typeface="Calibri"/>
                <a:cs typeface="Calibri"/>
              </a:rPr>
              <a:t>5</a:t>
            </a:r>
          </a:p>
        </p:txBody>
      </p:sp>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1"/>
          <p:cNvSpPr/>
          <p:nvPr/>
        </p:nvSpPr>
        <p:spPr>
          <a:xfrm>
            <a:off x="0" y="0"/>
            <a:ext cx="9144000" cy="5143500"/>
          </a:xfrm>
          <a:prstGeom prst="rect">
            <a:avLst/>
          </a:prstGeom>
          <a:blipFill>
            <a:blip r:embed="rId2" cstate="print"/>
            <a:stretch>
              <a:fillRect/>
            </a:stretch>
          </a:blipFill>
        </p:spPr>
        <p:txBody>
          <a:bodyPr wrap="square" lIns="0" tIns="0" rIns="0" bIns="0" rtlCol="0">
            <a:spAutoFit/>
          </a:bodyPr>
          <a:lstStyle/>
          <a:p>
            <a:endParaRPr/>
          </a:p>
        </p:txBody>
      </p:sp>
      <p:sp>
        <p:nvSpPr>
          <p:cNvPr id="3" name="object 3"/>
          <p:cNvSpPr txBox="1"/>
          <p:nvPr/>
        </p:nvSpPr>
        <p:spPr>
          <a:xfrm>
            <a:off x="642025" y="610501"/>
            <a:ext cx="6177748" cy="492125"/>
          </a:xfrm>
          <a:prstGeom prst="rect">
            <a:avLst/>
          </a:prstGeom>
        </p:spPr>
        <p:txBody>
          <a:bodyPr vert="horz" wrap="square" lIns="0" tIns="0" rIns="0" bIns="0" rtlCol="0">
            <a:spAutoFit/>
          </a:bodyPr>
          <a:lstStyle/>
          <a:p>
            <a:pPr marL="0" marR="0">
              <a:lnSpc>
                <a:spcPts val="3575"/>
              </a:lnSpc>
              <a:spcBef>
                <a:spcPts val="0"/>
              </a:spcBef>
              <a:spcAft>
                <a:spcPts val="0"/>
              </a:spcAft>
            </a:pPr>
            <a:r>
              <a:rPr sz="3200" b="1" dirty="0">
                <a:solidFill>
                  <a:srgbClr val="C00000"/>
                </a:solidFill>
                <a:latin typeface="MSNCID+Arial-BoldMT"/>
                <a:cs typeface="MSNCID+Arial-BoldMT"/>
              </a:rPr>
              <a:t>Accessing the Dictionary items</a:t>
            </a:r>
          </a:p>
        </p:txBody>
      </p:sp>
      <p:sp>
        <p:nvSpPr>
          <p:cNvPr id="4" name="object 4"/>
          <p:cNvSpPr txBox="1"/>
          <p:nvPr/>
        </p:nvSpPr>
        <p:spPr>
          <a:xfrm>
            <a:off x="1078646" y="1403946"/>
            <a:ext cx="6602838" cy="1034152"/>
          </a:xfrm>
          <a:prstGeom prst="rect">
            <a:avLst/>
          </a:prstGeom>
        </p:spPr>
        <p:txBody>
          <a:bodyPr vert="horz" wrap="square" lIns="0" tIns="0" rIns="0" bIns="0" rtlCol="0">
            <a:spAutoFit/>
          </a:bodyPr>
          <a:lstStyle/>
          <a:p>
            <a:pPr marL="0" marR="0">
              <a:lnSpc>
                <a:spcPts val="2010"/>
              </a:lnSpc>
              <a:spcBef>
                <a:spcPts val="0"/>
              </a:spcBef>
              <a:spcAft>
                <a:spcPts val="0"/>
              </a:spcAft>
            </a:pPr>
            <a:r>
              <a:rPr sz="1800" dirty="0">
                <a:solidFill>
                  <a:srgbClr val="000000"/>
                </a:solidFill>
                <a:latin typeface="JMPQAK+ArialMT"/>
                <a:cs typeface="JMPQAK+ArialMT"/>
              </a:rPr>
              <a:t>While</a:t>
            </a:r>
            <a:r>
              <a:rPr sz="1800" spc="49" dirty="0">
                <a:solidFill>
                  <a:srgbClr val="000000"/>
                </a:solidFill>
                <a:latin typeface="Times New Roman"/>
                <a:cs typeface="Times New Roman"/>
              </a:rPr>
              <a:t> </a:t>
            </a:r>
            <a:r>
              <a:rPr sz="1800" dirty="0">
                <a:solidFill>
                  <a:srgbClr val="000000"/>
                </a:solidFill>
                <a:latin typeface="JMPQAK+ArialMT"/>
                <a:cs typeface="JMPQAK+ArialMT"/>
              </a:rPr>
              <a:t>indexing</a:t>
            </a:r>
            <a:r>
              <a:rPr sz="1800" spc="49" dirty="0">
                <a:solidFill>
                  <a:srgbClr val="000000"/>
                </a:solidFill>
                <a:latin typeface="Times New Roman"/>
                <a:cs typeface="Times New Roman"/>
              </a:rPr>
              <a:t> </a:t>
            </a:r>
            <a:r>
              <a:rPr sz="1800" dirty="0">
                <a:solidFill>
                  <a:srgbClr val="000000"/>
                </a:solidFill>
                <a:latin typeface="JMPQAK+ArialMT"/>
                <a:cs typeface="JMPQAK+ArialMT"/>
              </a:rPr>
              <a:t>is</a:t>
            </a:r>
            <a:r>
              <a:rPr sz="1800" spc="49" dirty="0">
                <a:solidFill>
                  <a:srgbClr val="000000"/>
                </a:solidFill>
                <a:latin typeface="Times New Roman"/>
                <a:cs typeface="Times New Roman"/>
              </a:rPr>
              <a:t> </a:t>
            </a:r>
            <a:r>
              <a:rPr sz="1800" dirty="0">
                <a:solidFill>
                  <a:srgbClr val="000000"/>
                </a:solidFill>
                <a:latin typeface="JMPQAK+ArialMT"/>
                <a:cs typeface="JMPQAK+ArialMT"/>
              </a:rPr>
              <a:t>used</a:t>
            </a:r>
            <a:r>
              <a:rPr sz="1800" spc="49" dirty="0">
                <a:solidFill>
                  <a:srgbClr val="000000"/>
                </a:solidFill>
                <a:latin typeface="Times New Roman"/>
                <a:cs typeface="Times New Roman"/>
              </a:rPr>
              <a:t> </a:t>
            </a:r>
            <a:r>
              <a:rPr sz="1800" dirty="0">
                <a:solidFill>
                  <a:srgbClr val="000000"/>
                </a:solidFill>
                <a:latin typeface="JMPQAK+ArialMT"/>
                <a:cs typeface="JMPQAK+ArialMT"/>
              </a:rPr>
              <a:t>with</a:t>
            </a:r>
            <a:r>
              <a:rPr sz="1800" spc="49" dirty="0">
                <a:solidFill>
                  <a:srgbClr val="000000"/>
                </a:solidFill>
                <a:latin typeface="Times New Roman"/>
                <a:cs typeface="Times New Roman"/>
              </a:rPr>
              <a:t> </a:t>
            </a:r>
            <a:r>
              <a:rPr sz="1800" dirty="0">
                <a:solidFill>
                  <a:srgbClr val="000000"/>
                </a:solidFill>
                <a:latin typeface="JMPQAK+ArialMT"/>
                <a:cs typeface="JMPQAK+ArialMT"/>
              </a:rPr>
              <a:t>other</a:t>
            </a:r>
            <a:r>
              <a:rPr sz="1800" spc="49" dirty="0">
                <a:solidFill>
                  <a:srgbClr val="000000"/>
                </a:solidFill>
                <a:latin typeface="Times New Roman"/>
                <a:cs typeface="Times New Roman"/>
              </a:rPr>
              <a:t> </a:t>
            </a:r>
            <a:r>
              <a:rPr sz="1800" dirty="0">
                <a:solidFill>
                  <a:srgbClr val="000000"/>
                </a:solidFill>
                <a:latin typeface="JMPQAK+ArialMT"/>
                <a:cs typeface="JMPQAK+ArialMT"/>
              </a:rPr>
              <a:t>data</a:t>
            </a:r>
            <a:r>
              <a:rPr sz="1800" spc="49" dirty="0">
                <a:solidFill>
                  <a:srgbClr val="000000"/>
                </a:solidFill>
                <a:latin typeface="Times New Roman"/>
                <a:cs typeface="Times New Roman"/>
              </a:rPr>
              <a:t> </a:t>
            </a:r>
            <a:r>
              <a:rPr sz="1800" dirty="0">
                <a:solidFill>
                  <a:srgbClr val="000000"/>
                </a:solidFill>
                <a:latin typeface="JMPQAK+ArialMT"/>
                <a:cs typeface="JMPQAK+ArialMT"/>
              </a:rPr>
              <a:t>types</a:t>
            </a:r>
            <a:r>
              <a:rPr sz="1800" spc="49" dirty="0">
                <a:solidFill>
                  <a:srgbClr val="000000"/>
                </a:solidFill>
                <a:latin typeface="Times New Roman"/>
                <a:cs typeface="Times New Roman"/>
              </a:rPr>
              <a:t> </a:t>
            </a:r>
            <a:r>
              <a:rPr sz="1800" dirty="0">
                <a:solidFill>
                  <a:srgbClr val="000000"/>
                </a:solidFill>
                <a:latin typeface="JMPQAK+ArialMT"/>
                <a:cs typeface="JMPQAK+ArialMT"/>
              </a:rPr>
              <a:t>to</a:t>
            </a:r>
            <a:r>
              <a:rPr sz="1800" spc="50" dirty="0">
                <a:solidFill>
                  <a:srgbClr val="000000"/>
                </a:solidFill>
                <a:latin typeface="Times New Roman"/>
                <a:cs typeface="Times New Roman"/>
              </a:rPr>
              <a:t> </a:t>
            </a:r>
            <a:r>
              <a:rPr sz="1800" dirty="0">
                <a:solidFill>
                  <a:srgbClr val="000000"/>
                </a:solidFill>
                <a:latin typeface="JMPQAK+ArialMT"/>
                <a:cs typeface="JMPQAK+ArialMT"/>
              </a:rPr>
              <a:t>access</a:t>
            </a:r>
            <a:r>
              <a:rPr sz="1800" spc="49" dirty="0">
                <a:solidFill>
                  <a:srgbClr val="000000"/>
                </a:solidFill>
                <a:latin typeface="Times New Roman"/>
                <a:cs typeface="Times New Roman"/>
              </a:rPr>
              <a:t> </a:t>
            </a:r>
            <a:r>
              <a:rPr sz="1800" dirty="0">
                <a:solidFill>
                  <a:srgbClr val="000000"/>
                </a:solidFill>
                <a:latin typeface="JMPQAK+ArialMT"/>
                <a:cs typeface="JMPQAK+ArialMT"/>
              </a:rPr>
              <a:t>values,</a:t>
            </a:r>
            <a:r>
              <a:rPr sz="1800" spc="46" dirty="0">
                <a:solidFill>
                  <a:srgbClr val="000000"/>
                </a:solidFill>
                <a:latin typeface="Times New Roman"/>
                <a:cs typeface="Times New Roman"/>
              </a:rPr>
              <a:t> </a:t>
            </a:r>
            <a:r>
              <a:rPr sz="1800" dirty="0">
                <a:solidFill>
                  <a:srgbClr val="000000"/>
                </a:solidFill>
                <a:latin typeface="JMPQAK+ArialMT"/>
                <a:cs typeface="JMPQAK+ArialMT"/>
              </a:rPr>
              <a:t>a</a:t>
            </a:r>
          </a:p>
          <a:p>
            <a:pPr marL="0" marR="0">
              <a:lnSpc>
                <a:spcPts val="1944"/>
              </a:lnSpc>
              <a:spcBef>
                <a:spcPts val="50"/>
              </a:spcBef>
              <a:spcAft>
                <a:spcPts val="0"/>
              </a:spcAft>
            </a:pPr>
            <a:r>
              <a:rPr sz="1800" dirty="0">
                <a:solidFill>
                  <a:srgbClr val="000000"/>
                </a:solidFill>
                <a:latin typeface="JMPQAK+ArialMT"/>
                <a:cs typeface="JMPQAK+ArialMT"/>
              </a:rPr>
              <a:t>dictionary</a:t>
            </a:r>
            <a:r>
              <a:rPr sz="1800" spc="49" dirty="0">
                <a:solidFill>
                  <a:srgbClr val="000000"/>
                </a:solidFill>
                <a:latin typeface="Times New Roman"/>
                <a:cs typeface="Times New Roman"/>
              </a:rPr>
              <a:t> </a:t>
            </a:r>
            <a:r>
              <a:rPr sz="1800" dirty="0">
                <a:solidFill>
                  <a:srgbClr val="000000"/>
                </a:solidFill>
                <a:latin typeface="JMPQAK+ArialMT"/>
                <a:cs typeface="JMPQAK+ArialMT"/>
              </a:rPr>
              <a:t>uses</a:t>
            </a:r>
            <a:r>
              <a:rPr sz="1800" spc="49" dirty="0">
                <a:solidFill>
                  <a:srgbClr val="000000"/>
                </a:solidFill>
                <a:latin typeface="Times New Roman"/>
                <a:cs typeface="Times New Roman"/>
              </a:rPr>
              <a:t> </a:t>
            </a:r>
            <a:r>
              <a:rPr sz="1800" dirty="0">
                <a:solidFill>
                  <a:srgbClr val="000000"/>
                </a:solidFill>
                <a:latin typeface="JMPQAK+ArialMT"/>
                <a:cs typeface="JMPQAK+ArialMT"/>
              </a:rPr>
              <a:t>keys.</a:t>
            </a:r>
            <a:r>
              <a:rPr sz="1800" spc="46" dirty="0">
                <a:solidFill>
                  <a:srgbClr val="000000"/>
                </a:solidFill>
                <a:latin typeface="Times New Roman"/>
                <a:cs typeface="Times New Roman"/>
              </a:rPr>
              <a:t> </a:t>
            </a:r>
            <a:r>
              <a:rPr sz="1800" dirty="0">
                <a:solidFill>
                  <a:srgbClr val="000000"/>
                </a:solidFill>
                <a:latin typeface="JMPQAK+ArialMT"/>
                <a:cs typeface="JMPQAK+ArialMT"/>
              </a:rPr>
              <a:t>Keys</a:t>
            </a:r>
            <a:r>
              <a:rPr sz="1800" spc="49" dirty="0">
                <a:solidFill>
                  <a:srgbClr val="000000"/>
                </a:solidFill>
                <a:latin typeface="Times New Roman"/>
                <a:cs typeface="Times New Roman"/>
              </a:rPr>
              <a:t> </a:t>
            </a:r>
            <a:r>
              <a:rPr sz="1800" dirty="0">
                <a:solidFill>
                  <a:srgbClr val="000000"/>
                </a:solidFill>
                <a:latin typeface="JMPQAK+ArialMT"/>
                <a:cs typeface="JMPQAK+ArialMT"/>
              </a:rPr>
              <a:t>can</a:t>
            </a:r>
            <a:r>
              <a:rPr sz="1800" spc="47" dirty="0">
                <a:solidFill>
                  <a:srgbClr val="000000"/>
                </a:solidFill>
                <a:latin typeface="Times New Roman"/>
                <a:cs typeface="Times New Roman"/>
              </a:rPr>
              <a:t> </a:t>
            </a:r>
            <a:r>
              <a:rPr sz="1800" dirty="0">
                <a:solidFill>
                  <a:srgbClr val="000000"/>
                </a:solidFill>
                <a:latin typeface="JMPQAK+ArialMT"/>
                <a:cs typeface="JMPQAK+ArialMT"/>
              </a:rPr>
              <a:t>be</a:t>
            </a:r>
            <a:r>
              <a:rPr sz="1800" spc="49" dirty="0">
                <a:solidFill>
                  <a:srgbClr val="000000"/>
                </a:solidFill>
                <a:latin typeface="Times New Roman"/>
                <a:cs typeface="Times New Roman"/>
              </a:rPr>
              <a:t> </a:t>
            </a:r>
            <a:r>
              <a:rPr sz="1800" dirty="0">
                <a:solidFill>
                  <a:srgbClr val="000000"/>
                </a:solidFill>
                <a:latin typeface="JMPQAK+ArialMT"/>
                <a:cs typeface="JMPQAK+ArialMT"/>
              </a:rPr>
              <a:t>used</a:t>
            </a:r>
            <a:r>
              <a:rPr sz="1800" spc="49" dirty="0">
                <a:solidFill>
                  <a:srgbClr val="000000"/>
                </a:solidFill>
                <a:latin typeface="Times New Roman"/>
                <a:cs typeface="Times New Roman"/>
              </a:rPr>
              <a:t> </a:t>
            </a:r>
            <a:r>
              <a:rPr sz="1800" dirty="0">
                <a:solidFill>
                  <a:srgbClr val="000000"/>
                </a:solidFill>
                <a:latin typeface="JMPQAK+ArialMT"/>
                <a:cs typeface="JMPQAK+ArialMT"/>
              </a:rPr>
              <a:t>either</a:t>
            </a:r>
            <a:r>
              <a:rPr sz="1800" spc="49" dirty="0">
                <a:solidFill>
                  <a:srgbClr val="000000"/>
                </a:solidFill>
                <a:latin typeface="Times New Roman"/>
                <a:cs typeface="Times New Roman"/>
              </a:rPr>
              <a:t> </a:t>
            </a:r>
            <a:r>
              <a:rPr sz="1800" dirty="0">
                <a:solidFill>
                  <a:srgbClr val="000000"/>
                </a:solidFill>
                <a:latin typeface="JMPQAK+ArialMT"/>
                <a:cs typeface="JMPQAK+ArialMT"/>
              </a:rPr>
              <a:t>inside</a:t>
            </a:r>
            <a:r>
              <a:rPr sz="1800" spc="49" dirty="0">
                <a:solidFill>
                  <a:srgbClr val="000000"/>
                </a:solidFill>
                <a:latin typeface="Times New Roman"/>
                <a:cs typeface="Times New Roman"/>
              </a:rPr>
              <a:t> </a:t>
            </a:r>
            <a:r>
              <a:rPr sz="1800" dirty="0">
                <a:solidFill>
                  <a:srgbClr val="000000"/>
                </a:solidFill>
                <a:latin typeface="JMPQAK+ArialMT"/>
                <a:cs typeface="JMPQAK+ArialMT"/>
              </a:rPr>
              <a:t>square</a:t>
            </a:r>
          </a:p>
          <a:p>
            <a:pPr marL="0" marR="0">
              <a:lnSpc>
                <a:spcPts val="1943"/>
              </a:lnSpc>
              <a:spcBef>
                <a:spcPts val="0"/>
              </a:spcBef>
              <a:spcAft>
                <a:spcPts val="0"/>
              </a:spcAft>
            </a:pPr>
            <a:r>
              <a:rPr sz="1800" dirty="0">
                <a:solidFill>
                  <a:srgbClr val="000000"/>
                </a:solidFill>
                <a:latin typeface="JMPQAK+ArialMT"/>
                <a:cs typeface="JMPQAK+ArialMT"/>
              </a:rPr>
              <a:t>brackets</a:t>
            </a:r>
            <a:r>
              <a:rPr sz="1800" spc="49" dirty="0">
                <a:solidFill>
                  <a:srgbClr val="000000"/>
                </a:solidFill>
                <a:latin typeface="Times New Roman"/>
                <a:cs typeface="Times New Roman"/>
              </a:rPr>
              <a:t> </a:t>
            </a:r>
            <a:r>
              <a:rPr sz="1800" dirty="0">
                <a:solidFill>
                  <a:srgbClr val="000000"/>
                </a:solidFill>
                <a:latin typeface="JMPQAK+ArialMT"/>
                <a:cs typeface="JMPQAK+ArialMT"/>
              </a:rPr>
              <a:t>[]</a:t>
            </a:r>
            <a:r>
              <a:rPr sz="1800" spc="49" dirty="0">
                <a:solidFill>
                  <a:srgbClr val="000000"/>
                </a:solidFill>
                <a:latin typeface="Times New Roman"/>
                <a:cs typeface="Times New Roman"/>
              </a:rPr>
              <a:t> </a:t>
            </a:r>
            <a:r>
              <a:rPr sz="1800" dirty="0">
                <a:solidFill>
                  <a:srgbClr val="000000"/>
                </a:solidFill>
                <a:latin typeface="JMPQAK+ArialMT"/>
                <a:cs typeface="JMPQAK+ArialMT"/>
              </a:rPr>
              <a:t>or</a:t>
            </a:r>
            <a:r>
              <a:rPr sz="1800" spc="49" dirty="0">
                <a:solidFill>
                  <a:srgbClr val="000000"/>
                </a:solidFill>
                <a:latin typeface="Times New Roman"/>
                <a:cs typeface="Times New Roman"/>
              </a:rPr>
              <a:t> </a:t>
            </a:r>
            <a:r>
              <a:rPr sz="1800" dirty="0">
                <a:solidFill>
                  <a:srgbClr val="000000"/>
                </a:solidFill>
                <a:latin typeface="JMPQAK+ArialMT"/>
                <a:cs typeface="JMPQAK+ArialMT"/>
              </a:rPr>
              <a:t>with</a:t>
            </a:r>
            <a:r>
              <a:rPr sz="1800" spc="49" dirty="0">
                <a:solidFill>
                  <a:srgbClr val="000000"/>
                </a:solidFill>
                <a:latin typeface="Times New Roman"/>
                <a:cs typeface="Times New Roman"/>
              </a:rPr>
              <a:t> </a:t>
            </a:r>
            <a:r>
              <a:rPr sz="1800" dirty="0">
                <a:solidFill>
                  <a:srgbClr val="000000"/>
                </a:solidFill>
                <a:latin typeface="JMPQAK+ArialMT"/>
                <a:cs typeface="JMPQAK+ArialMT"/>
              </a:rPr>
              <a:t>the</a:t>
            </a:r>
            <a:r>
              <a:rPr sz="1800" spc="49" dirty="0">
                <a:solidFill>
                  <a:srgbClr val="000000"/>
                </a:solidFill>
                <a:latin typeface="Times New Roman"/>
                <a:cs typeface="Times New Roman"/>
              </a:rPr>
              <a:t> </a:t>
            </a:r>
            <a:r>
              <a:rPr sz="1800" dirty="0">
                <a:solidFill>
                  <a:srgbClr val="000000"/>
                </a:solidFill>
                <a:latin typeface="JMPQAK+ArialMT"/>
                <a:cs typeface="JMPQAK+ArialMT"/>
              </a:rPr>
              <a:t>get()</a:t>
            </a:r>
            <a:r>
              <a:rPr sz="1800" spc="49" dirty="0">
                <a:solidFill>
                  <a:srgbClr val="000000"/>
                </a:solidFill>
                <a:latin typeface="Times New Roman"/>
                <a:cs typeface="Times New Roman"/>
              </a:rPr>
              <a:t> </a:t>
            </a:r>
            <a:r>
              <a:rPr sz="1800" dirty="0">
                <a:solidFill>
                  <a:srgbClr val="000000"/>
                </a:solidFill>
                <a:latin typeface="JMPQAK+ArialMT"/>
                <a:cs typeface="JMPQAK+ArialMT"/>
              </a:rPr>
              <a:t>method</a:t>
            </a:r>
          </a:p>
          <a:p>
            <a:pPr marL="0" marR="0">
              <a:lnSpc>
                <a:spcPts val="1943"/>
              </a:lnSpc>
              <a:spcBef>
                <a:spcPts val="0"/>
              </a:spcBef>
              <a:spcAft>
                <a:spcPts val="0"/>
              </a:spcAft>
            </a:pPr>
            <a:r>
              <a:rPr sz="1800" dirty="0">
                <a:solidFill>
                  <a:srgbClr val="000000"/>
                </a:solidFill>
                <a:latin typeface="JMPQAK+ArialMT"/>
                <a:cs typeface="JMPQAK+ArialMT"/>
              </a:rPr>
              <a:t>To</a:t>
            </a:r>
            <a:r>
              <a:rPr sz="1800" spc="50" dirty="0">
                <a:solidFill>
                  <a:srgbClr val="000000"/>
                </a:solidFill>
                <a:latin typeface="Times New Roman"/>
                <a:cs typeface="Times New Roman"/>
              </a:rPr>
              <a:t> </a:t>
            </a:r>
            <a:r>
              <a:rPr sz="1800" dirty="0">
                <a:solidFill>
                  <a:srgbClr val="000000"/>
                </a:solidFill>
                <a:latin typeface="JMPQAK+ArialMT"/>
                <a:cs typeface="JMPQAK+ArialMT"/>
              </a:rPr>
              <a:t>print</a:t>
            </a:r>
            <a:r>
              <a:rPr sz="1800" spc="-147" dirty="0">
                <a:solidFill>
                  <a:srgbClr val="000000"/>
                </a:solidFill>
                <a:latin typeface="Times New Roman"/>
                <a:cs typeface="Times New Roman"/>
              </a:rPr>
              <a:t> </a:t>
            </a:r>
            <a:r>
              <a:rPr sz="1800" dirty="0">
                <a:solidFill>
                  <a:srgbClr val="000000"/>
                </a:solidFill>
                <a:latin typeface="JMPQAK+ArialMT"/>
                <a:cs typeface="JMPQAK+ArialMT"/>
              </a:rPr>
              <a:t>the</a:t>
            </a:r>
            <a:r>
              <a:rPr sz="1800" spc="49" dirty="0">
                <a:solidFill>
                  <a:srgbClr val="000000"/>
                </a:solidFill>
                <a:latin typeface="Times New Roman"/>
                <a:cs typeface="Times New Roman"/>
              </a:rPr>
              <a:t> </a:t>
            </a:r>
            <a:r>
              <a:rPr sz="1800" dirty="0">
                <a:solidFill>
                  <a:srgbClr val="000000"/>
                </a:solidFill>
                <a:latin typeface="JMPQAK+ArialMT"/>
                <a:cs typeface="JMPQAK+ArialMT"/>
              </a:rPr>
              <a:t>"brand"</a:t>
            </a:r>
            <a:r>
              <a:rPr sz="1800" spc="46" dirty="0">
                <a:solidFill>
                  <a:srgbClr val="000000"/>
                </a:solidFill>
                <a:latin typeface="Times New Roman"/>
                <a:cs typeface="Times New Roman"/>
              </a:rPr>
              <a:t> </a:t>
            </a:r>
            <a:r>
              <a:rPr sz="1800" dirty="0">
                <a:solidFill>
                  <a:srgbClr val="000000"/>
                </a:solidFill>
                <a:latin typeface="JMPQAK+ArialMT"/>
                <a:cs typeface="JMPQAK+ArialMT"/>
              </a:rPr>
              <a:t>value</a:t>
            </a:r>
            <a:r>
              <a:rPr sz="1800" spc="49" dirty="0">
                <a:solidFill>
                  <a:srgbClr val="000000"/>
                </a:solidFill>
                <a:latin typeface="Times New Roman"/>
                <a:cs typeface="Times New Roman"/>
              </a:rPr>
              <a:t> </a:t>
            </a:r>
            <a:r>
              <a:rPr sz="1800" dirty="0">
                <a:solidFill>
                  <a:srgbClr val="000000"/>
                </a:solidFill>
                <a:latin typeface="JMPQAK+ArialMT"/>
                <a:cs typeface="JMPQAK+ArialMT"/>
              </a:rPr>
              <a:t>of</a:t>
            </a:r>
            <a:r>
              <a:rPr sz="1800" spc="46" dirty="0">
                <a:solidFill>
                  <a:srgbClr val="000000"/>
                </a:solidFill>
                <a:latin typeface="Times New Roman"/>
                <a:cs typeface="Times New Roman"/>
              </a:rPr>
              <a:t> </a:t>
            </a:r>
            <a:r>
              <a:rPr sz="1800" dirty="0">
                <a:solidFill>
                  <a:srgbClr val="000000"/>
                </a:solidFill>
                <a:latin typeface="JMPQAK+ArialMT"/>
                <a:cs typeface="JMPQAK+ArialMT"/>
              </a:rPr>
              <a:t>the</a:t>
            </a:r>
            <a:r>
              <a:rPr sz="1800" spc="51" dirty="0">
                <a:solidFill>
                  <a:srgbClr val="000000"/>
                </a:solidFill>
                <a:latin typeface="Times New Roman"/>
                <a:cs typeface="Times New Roman"/>
              </a:rPr>
              <a:t> </a:t>
            </a:r>
            <a:r>
              <a:rPr sz="1800" dirty="0">
                <a:solidFill>
                  <a:srgbClr val="000000"/>
                </a:solidFill>
                <a:latin typeface="JMPQAK+ArialMT"/>
                <a:cs typeface="JMPQAK+ArialMT"/>
              </a:rPr>
              <a:t>dictionary</a:t>
            </a:r>
            <a:r>
              <a:rPr sz="1800" spc="49" dirty="0">
                <a:solidFill>
                  <a:srgbClr val="000000"/>
                </a:solidFill>
                <a:latin typeface="Times New Roman"/>
                <a:cs typeface="Times New Roman"/>
              </a:rPr>
              <a:t> </a:t>
            </a:r>
            <a:r>
              <a:rPr sz="1800" dirty="0">
                <a:solidFill>
                  <a:srgbClr val="000000"/>
                </a:solidFill>
                <a:latin typeface="JMPQAK+ArialMT"/>
                <a:cs typeface="JMPQAK+ArialMT"/>
              </a:rPr>
              <a:t>use</a:t>
            </a:r>
            <a:r>
              <a:rPr sz="1800" spc="47" dirty="0">
                <a:solidFill>
                  <a:srgbClr val="000000"/>
                </a:solidFill>
                <a:latin typeface="Times New Roman"/>
                <a:cs typeface="Times New Roman"/>
              </a:rPr>
              <a:t> </a:t>
            </a:r>
            <a:r>
              <a:rPr sz="1800" dirty="0">
                <a:solidFill>
                  <a:srgbClr val="000000"/>
                </a:solidFill>
                <a:latin typeface="JMPQAK+ArialMT"/>
                <a:cs typeface="JMPQAK+ArialMT"/>
              </a:rPr>
              <a:t>the</a:t>
            </a:r>
            <a:r>
              <a:rPr sz="1800" spc="49" dirty="0">
                <a:solidFill>
                  <a:srgbClr val="000000"/>
                </a:solidFill>
                <a:latin typeface="Times New Roman"/>
                <a:cs typeface="Times New Roman"/>
              </a:rPr>
              <a:t> </a:t>
            </a:r>
            <a:r>
              <a:rPr sz="1800" dirty="0">
                <a:solidFill>
                  <a:srgbClr val="000000"/>
                </a:solidFill>
                <a:latin typeface="JMPQAK+ArialMT"/>
                <a:cs typeface="JMPQAK+ArialMT"/>
              </a:rPr>
              <a:t>below</a:t>
            </a:r>
            <a:r>
              <a:rPr sz="1800" spc="49" dirty="0">
                <a:solidFill>
                  <a:srgbClr val="000000"/>
                </a:solidFill>
                <a:latin typeface="Times New Roman"/>
                <a:cs typeface="Times New Roman"/>
              </a:rPr>
              <a:t> </a:t>
            </a:r>
            <a:r>
              <a:rPr sz="1800" dirty="0">
                <a:solidFill>
                  <a:srgbClr val="000000"/>
                </a:solidFill>
                <a:latin typeface="JMPQAK+ArialMT"/>
                <a:cs typeface="JMPQAK+ArialMT"/>
              </a:rPr>
              <a:t>code</a:t>
            </a:r>
          </a:p>
        </p:txBody>
      </p:sp>
      <p:sp>
        <p:nvSpPr>
          <p:cNvPr id="5" name="object 5"/>
          <p:cNvSpPr txBox="1"/>
          <p:nvPr/>
        </p:nvSpPr>
        <p:spPr>
          <a:xfrm>
            <a:off x="1078646" y="2391498"/>
            <a:ext cx="1199613" cy="293489"/>
          </a:xfrm>
          <a:prstGeom prst="rect">
            <a:avLst/>
          </a:prstGeom>
        </p:spPr>
        <p:txBody>
          <a:bodyPr vert="horz" wrap="square" lIns="0" tIns="0" rIns="0" bIns="0" rtlCol="0">
            <a:spAutoFit/>
          </a:bodyPr>
          <a:lstStyle/>
          <a:p>
            <a:pPr marL="0" marR="0">
              <a:lnSpc>
                <a:spcPts val="2010"/>
              </a:lnSpc>
              <a:spcBef>
                <a:spcPts val="0"/>
              </a:spcBef>
              <a:spcAft>
                <a:spcPts val="0"/>
              </a:spcAft>
            </a:pPr>
            <a:r>
              <a:rPr sz="1800" dirty="0">
                <a:solidFill>
                  <a:srgbClr val="000000"/>
                </a:solidFill>
                <a:latin typeface="JMPQAK+ArialMT"/>
                <a:cs typeface="JMPQAK+ArialMT"/>
              </a:rPr>
              <a:t>thisdict</a:t>
            </a:r>
            <a:r>
              <a:rPr sz="1800" spc="46" dirty="0">
                <a:solidFill>
                  <a:srgbClr val="000000"/>
                </a:solidFill>
                <a:latin typeface="Times New Roman"/>
                <a:cs typeface="Times New Roman"/>
              </a:rPr>
              <a:t> </a:t>
            </a:r>
            <a:r>
              <a:rPr sz="1800" dirty="0">
                <a:solidFill>
                  <a:srgbClr val="000000"/>
                </a:solidFill>
                <a:latin typeface="JMPQAK+ArialMT"/>
                <a:cs typeface="JMPQAK+ArialMT"/>
              </a:rPr>
              <a:t>=</a:t>
            </a:r>
            <a:r>
              <a:rPr sz="1800" spc="46" dirty="0">
                <a:solidFill>
                  <a:srgbClr val="000000"/>
                </a:solidFill>
                <a:latin typeface="Times New Roman"/>
                <a:cs typeface="Times New Roman"/>
              </a:rPr>
              <a:t> </a:t>
            </a:r>
            <a:r>
              <a:rPr sz="1800" dirty="0">
                <a:solidFill>
                  <a:srgbClr val="000000"/>
                </a:solidFill>
                <a:latin typeface="JMPQAK+ArialMT"/>
                <a:cs typeface="JMPQAK+ArialMT"/>
              </a:rPr>
              <a:t>{</a:t>
            </a:r>
          </a:p>
        </p:txBody>
      </p:sp>
      <p:sp>
        <p:nvSpPr>
          <p:cNvPr id="6" name="object 6"/>
          <p:cNvSpPr txBox="1"/>
          <p:nvPr/>
        </p:nvSpPr>
        <p:spPr>
          <a:xfrm>
            <a:off x="1205291" y="2638386"/>
            <a:ext cx="2165184" cy="787265"/>
          </a:xfrm>
          <a:prstGeom prst="rect">
            <a:avLst/>
          </a:prstGeom>
        </p:spPr>
        <p:txBody>
          <a:bodyPr vert="horz" wrap="square" lIns="0" tIns="0" rIns="0" bIns="0" rtlCol="0">
            <a:spAutoFit/>
          </a:bodyPr>
          <a:lstStyle/>
          <a:p>
            <a:pPr marL="0" marR="0">
              <a:lnSpc>
                <a:spcPts val="2010"/>
              </a:lnSpc>
              <a:spcBef>
                <a:spcPts val="0"/>
              </a:spcBef>
              <a:spcAft>
                <a:spcPts val="0"/>
              </a:spcAft>
            </a:pPr>
            <a:r>
              <a:rPr sz="1800" dirty="0">
                <a:solidFill>
                  <a:srgbClr val="000000"/>
                </a:solidFill>
                <a:latin typeface="JMPQAK+ArialMT"/>
                <a:cs typeface="JMPQAK+ArialMT"/>
              </a:rPr>
              <a:t>"brand":</a:t>
            </a:r>
            <a:r>
              <a:rPr sz="1800" spc="47" dirty="0">
                <a:solidFill>
                  <a:srgbClr val="000000"/>
                </a:solidFill>
                <a:latin typeface="Times New Roman"/>
                <a:cs typeface="Times New Roman"/>
              </a:rPr>
              <a:t> </a:t>
            </a:r>
            <a:r>
              <a:rPr sz="1800" dirty="0">
                <a:solidFill>
                  <a:srgbClr val="000000"/>
                </a:solidFill>
                <a:latin typeface="JMPQAK+ArialMT"/>
                <a:cs typeface="JMPQAK+ArialMT"/>
              </a:rPr>
              <a:t>"Ford",</a:t>
            </a:r>
          </a:p>
          <a:p>
            <a:pPr marL="0" marR="0">
              <a:lnSpc>
                <a:spcPts val="1944"/>
              </a:lnSpc>
              <a:spcBef>
                <a:spcPts val="50"/>
              </a:spcBef>
              <a:spcAft>
                <a:spcPts val="0"/>
              </a:spcAft>
            </a:pPr>
            <a:r>
              <a:rPr sz="1800" dirty="0">
                <a:solidFill>
                  <a:srgbClr val="000000"/>
                </a:solidFill>
                <a:latin typeface="JMPQAK+ArialMT"/>
                <a:cs typeface="JMPQAK+ArialMT"/>
              </a:rPr>
              <a:t>"model":</a:t>
            </a:r>
            <a:r>
              <a:rPr sz="1800" spc="47" dirty="0">
                <a:solidFill>
                  <a:srgbClr val="000000"/>
                </a:solidFill>
                <a:latin typeface="Times New Roman"/>
                <a:cs typeface="Times New Roman"/>
              </a:rPr>
              <a:t> </a:t>
            </a:r>
            <a:r>
              <a:rPr sz="1800" dirty="0">
                <a:solidFill>
                  <a:srgbClr val="000000"/>
                </a:solidFill>
                <a:latin typeface="JMPQAK+ArialMT"/>
                <a:cs typeface="JMPQAK+ArialMT"/>
              </a:rPr>
              <a:t>"Mustang",</a:t>
            </a:r>
          </a:p>
          <a:p>
            <a:pPr marL="0" marR="0">
              <a:lnSpc>
                <a:spcPts val="1944"/>
              </a:lnSpc>
              <a:spcBef>
                <a:spcPts val="0"/>
              </a:spcBef>
              <a:spcAft>
                <a:spcPts val="0"/>
              </a:spcAft>
            </a:pPr>
            <a:r>
              <a:rPr sz="1800" dirty="0">
                <a:solidFill>
                  <a:srgbClr val="000000"/>
                </a:solidFill>
                <a:latin typeface="JMPQAK+ArialMT"/>
                <a:cs typeface="JMPQAK+ArialMT"/>
              </a:rPr>
              <a:t>"year":</a:t>
            </a:r>
            <a:r>
              <a:rPr sz="1800" spc="47" dirty="0">
                <a:solidFill>
                  <a:srgbClr val="000000"/>
                </a:solidFill>
                <a:latin typeface="Times New Roman"/>
                <a:cs typeface="Times New Roman"/>
              </a:rPr>
              <a:t> </a:t>
            </a:r>
            <a:r>
              <a:rPr sz="1800" dirty="0">
                <a:solidFill>
                  <a:srgbClr val="000000"/>
                </a:solidFill>
                <a:latin typeface="JMPQAK+ArialMT"/>
                <a:cs typeface="JMPQAK+ArialMT"/>
              </a:rPr>
              <a:t>1964</a:t>
            </a:r>
          </a:p>
        </p:txBody>
      </p:sp>
      <p:sp>
        <p:nvSpPr>
          <p:cNvPr id="7" name="object 7"/>
          <p:cNvSpPr txBox="1"/>
          <p:nvPr/>
        </p:nvSpPr>
        <p:spPr>
          <a:xfrm>
            <a:off x="1078646" y="3379050"/>
            <a:ext cx="228748" cy="293489"/>
          </a:xfrm>
          <a:prstGeom prst="rect">
            <a:avLst/>
          </a:prstGeom>
        </p:spPr>
        <p:txBody>
          <a:bodyPr vert="horz" wrap="square" lIns="0" tIns="0" rIns="0" bIns="0" rtlCol="0">
            <a:spAutoFit/>
          </a:bodyPr>
          <a:lstStyle/>
          <a:p>
            <a:pPr marL="0" marR="0">
              <a:lnSpc>
                <a:spcPts val="2010"/>
              </a:lnSpc>
              <a:spcBef>
                <a:spcPts val="0"/>
              </a:spcBef>
              <a:spcAft>
                <a:spcPts val="0"/>
              </a:spcAft>
            </a:pPr>
            <a:r>
              <a:rPr sz="1800" dirty="0">
                <a:solidFill>
                  <a:srgbClr val="000000"/>
                </a:solidFill>
                <a:latin typeface="JMPQAK+ArialMT"/>
                <a:cs typeface="JMPQAK+ArialMT"/>
              </a:rPr>
              <a:t>}</a:t>
            </a:r>
          </a:p>
        </p:txBody>
      </p:sp>
      <p:sp>
        <p:nvSpPr>
          <p:cNvPr id="8" name="object 8"/>
          <p:cNvSpPr txBox="1"/>
          <p:nvPr/>
        </p:nvSpPr>
        <p:spPr>
          <a:xfrm>
            <a:off x="1078646" y="3625938"/>
            <a:ext cx="3821429" cy="540377"/>
          </a:xfrm>
          <a:prstGeom prst="rect">
            <a:avLst/>
          </a:prstGeom>
        </p:spPr>
        <p:txBody>
          <a:bodyPr vert="horz" wrap="square" lIns="0" tIns="0" rIns="0" bIns="0" rtlCol="0">
            <a:spAutoFit/>
          </a:bodyPr>
          <a:lstStyle/>
          <a:p>
            <a:pPr marL="0" marR="0">
              <a:lnSpc>
                <a:spcPts val="2010"/>
              </a:lnSpc>
              <a:spcBef>
                <a:spcPts val="0"/>
              </a:spcBef>
              <a:spcAft>
                <a:spcPts val="0"/>
              </a:spcAft>
            </a:pPr>
            <a:r>
              <a:rPr sz="1800" dirty="0">
                <a:solidFill>
                  <a:srgbClr val="000000"/>
                </a:solidFill>
                <a:latin typeface="JMPQAK+ArialMT"/>
                <a:cs typeface="JMPQAK+ArialMT"/>
              </a:rPr>
              <a:t>print(thisdict["brand"])</a:t>
            </a:r>
          </a:p>
          <a:p>
            <a:pPr marL="0" marR="0">
              <a:lnSpc>
                <a:spcPts val="1944"/>
              </a:lnSpc>
              <a:spcBef>
                <a:spcPts val="50"/>
              </a:spcBef>
              <a:spcAft>
                <a:spcPts val="0"/>
              </a:spcAft>
            </a:pPr>
            <a:r>
              <a:rPr sz="1800" dirty="0">
                <a:solidFill>
                  <a:srgbClr val="000000"/>
                </a:solidFill>
                <a:latin typeface="JMPQAK+ArialMT"/>
                <a:cs typeface="JMPQAK+ArialMT"/>
              </a:rPr>
              <a:t>It</a:t>
            </a:r>
            <a:r>
              <a:rPr sz="1800" spc="49" dirty="0">
                <a:solidFill>
                  <a:srgbClr val="000000"/>
                </a:solidFill>
                <a:latin typeface="Times New Roman"/>
                <a:cs typeface="Times New Roman"/>
              </a:rPr>
              <a:t> </a:t>
            </a:r>
            <a:r>
              <a:rPr sz="1800" dirty="0">
                <a:solidFill>
                  <a:srgbClr val="000000"/>
                </a:solidFill>
                <a:latin typeface="JMPQAK+ArialMT"/>
                <a:cs typeface="JMPQAK+ArialMT"/>
              </a:rPr>
              <a:t>prints</a:t>
            </a:r>
            <a:r>
              <a:rPr sz="1800" spc="49" dirty="0">
                <a:solidFill>
                  <a:srgbClr val="000000"/>
                </a:solidFill>
                <a:latin typeface="Times New Roman"/>
                <a:cs typeface="Times New Roman"/>
              </a:rPr>
              <a:t> </a:t>
            </a:r>
            <a:r>
              <a:rPr sz="1800" dirty="0">
                <a:solidFill>
                  <a:srgbClr val="000000"/>
                </a:solidFill>
                <a:latin typeface="JMPQAK+ArialMT"/>
                <a:cs typeface="JMPQAK+ArialMT"/>
              </a:rPr>
              <a:t>Ford</a:t>
            </a:r>
            <a:r>
              <a:rPr sz="1800" spc="49" dirty="0">
                <a:solidFill>
                  <a:srgbClr val="000000"/>
                </a:solidFill>
                <a:latin typeface="Times New Roman"/>
                <a:cs typeface="Times New Roman"/>
              </a:rPr>
              <a:t> </a:t>
            </a:r>
            <a:r>
              <a:rPr sz="1800" dirty="0">
                <a:solidFill>
                  <a:srgbClr val="000000"/>
                </a:solidFill>
                <a:latin typeface="JMPQAK+ArialMT"/>
                <a:cs typeface="JMPQAK+ArialMT"/>
              </a:rPr>
              <a:t>value</a:t>
            </a:r>
            <a:r>
              <a:rPr sz="1800" spc="49" dirty="0">
                <a:solidFill>
                  <a:srgbClr val="000000"/>
                </a:solidFill>
                <a:latin typeface="Times New Roman"/>
                <a:cs typeface="Times New Roman"/>
              </a:rPr>
              <a:t> </a:t>
            </a:r>
            <a:r>
              <a:rPr sz="1800" dirty="0">
                <a:solidFill>
                  <a:srgbClr val="000000"/>
                </a:solidFill>
                <a:latin typeface="JMPQAK+ArialMT"/>
                <a:cs typeface="JMPQAK+ArialMT"/>
              </a:rPr>
              <a:t>for</a:t>
            </a:r>
            <a:r>
              <a:rPr sz="1800" spc="49" dirty="0">
                <a:solidFill>
                  <a:srgbClr val="000000"/>
                </a:solidFill>
                <a:latin typeface="Times New Roman"/>
                <a:cs typeface="Times New Roman"/>
              </a:rPr>
              <a:t> </a:t>
            </a:r>
            <a:r>
              <a:rPr sz="1800" dirty="0">
                <a:solidFill>
                  <a:srgbClr val="000000"/>
                </a:solidFill>
                <a:latin typeface="JMPQAK+ArialMT"/>
                <a:cs typeface="JMPQAK+ArialMT"/>
              </a:rPr>
              <a:t>the</a:t>
            </a:r>
            <a:r>
              <a:rPr sz="1800" spc="49" dirty="0">
                <a:solidFill>
                  <a:srgbClr val="000000"/>
                </a:solidFill>
                <a:latin typeface="Times New Roman"/>
                <a:cs typeface="Times New Roman"/>
              </a:rPr>
              <a:t> </a:t>
            </a:r>
            <a:r>
              <a:rPr sz="1800" dirty="0">
                <a:solidFill>
                  <a:srgbClr val="000000"/>
                </a:solidFill>
                <a:latin typeface="JMPQAK+ArialMT"/>
                <a:cs typeface="JMPQAK+ArialMT"/>
              </a:rPr>
              <a:t>brand</a:t>
            </a:r>
            <a:r>
              <a:rPr sz="1800" spc="49" dirty="0">
                <a:solidFill>
                  <a:srgbClr val="000000"/>
                </a:solidFill>
                <a:latin typeface="Times New Roman"/>
                <a:cs typeface="Times New Roman"/>
              </a:rPr>
              <a:t> </a:t>
            </a:r>
            <a:r>
              <a:rPr sz="1800" dirty="0">
                <a:solidFill>
                  <a:srgbClr val="000000"/>
                </a:solidFill>
                <a:latin typeface="JMPQAK+ArialMT"/>
                <a:cs typeface="JMPQAK+ArialMT"/>
              </a:rPr>
              <a:t>key</a:t>
            </a:r>
          </a:p>
        </p:txBody>
      </p:sp>
      <p:sp>
        <p:nvSpPr>
          <p:cNvPr id="9" name="object 9"/>
          <p:cNvSpPr txBox="1"/>
          <p:nvPr/>
        </p:nvSpPr>
        <p:spPr>
          <a:xfrm>
            <a:off x="8570793" y="4825974"/>
            <a:ext cx="268262" cy="253863"/>
          </a:xfrm>
          <a:prstGeom prst="rect">
            <a:avLst/>
          </a:prstGeom>
        </p:spPr>
        <p:txBody>
          <a:bodyPr vert="horz" wrap="square" lIns="0" tIns="0" rIns="0" bIns="0" rtlCol="0">
            <a:spAutoFit/>
          </a:bodyPr>
          <a:lstStyle/>
          <a:p>
            <a:pPr marL="0" marR="0">
              <a:lnSpc>
                <a:spcPts val="1698"/>
              </a:lnSpc>
              <a:spcBef>
                <a:spcPts val="0"/>
              </a:spcBef>
              <a:spcAft>
                <a:spcPts val="0"/>
              </a:spcAft>
            </a:pPr>
            <a:r>
              <a:rPr sz="1800" dirty="0">
                <a:solidFill>
                  <a:srgbClr val="888888"/>
                </a:solidFill>
                <a:latin typeface="Calibri"/>
                <a:cs typeface="Calibri"/>
              </a:rPr>
              <a:t>6</a:t>
            </a:r>
          </a:p>
        </p:txBody>
      </p:sp>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1"/>
          <p:cNvSpPr/>
          <p:nvPr/>
        </p:nvSpPr>
        <p:spPr>
          <a:xfrm>
            <a:off x="0" y="0"/>
            <a:ext cx="9144000" cy="5143500"/>
          </a:xfrm>
          <a:prstGeom prst="rect">
            <a:avLst/>
          </a:prstGeom>
          <a:blipFill>
            <a:blip r:embed="rId2" cstate="print"/>
            <a:stretch>
              <a:fillRect/>
            </a:stretch>
          </a:blipFill>
        </p:spPr>
        <p:txBody>
          <a:bodyPr wrap="square" lIns="0" tIns="0" rIns="0" bIns="0" rtlCol="0">
            <a:spAutoFit/>
          </a:bodyPr>
          <a:lstStyle/>
          <a:p>
            <a:endParaRPr/>
          </a:p>
        </p:txBody>
      </p:sp>
      <p:sp>
        <p:nvSpPr>
          <p:cNvPr id="3" name="object 3"/>
          <p:cNvSpPr txBox="1"/>
          <p:nvPr/>
        </p:nvSpPr>
        <p:spPr>
          <a:xfrm>
            <a:off x="521273" y="544572"/>
            <a:ext cx="6715858" cy="537972"/>
          </a:xfrm>
          <a:prstGeom prst="rect">
            <a:avLst/>
          </a:prstGeom>
        </p:spPr>
        <p:txBody>
          <a:bodyPr vert="horz" wrap="square" lIns="0" tIns="0" rIns="0" bIns="0" rtlCol="0">
            <a:spAutoFit/>
          </a:bodyPr>
          <a:lstStyle/>
          <a:p>
            <a:pPr marL="0" marR="0">
              <a:lnSpc>
                <a:spcPts val="3936"/>
              </a:lnSpc>
              <a:spcBef>
                <a:spcPts val="0"/>
              </a:spcBef>
              <a:spcAft>
                <a:spcPts val="0"/>
              </a:spcAft>
            </a:pPr>
            <a:r>
              <a:rPr sz="3200" b="1" dirty="0">
                <a:solidFill>
                  <a:srgbClr val="C00000"/>
                </a:solidFill>
                <a:latin typeface="JCLMCO+LibreBaskerville-Bold"/>
                <a:cs typeface="JCLMCO+LibreBaskerville-Bold"/>
              </a:rPr>
              <a:t>Accessing the Dictionary</a:t>
            </a:r>
            <a:r>
              <a:rPr sz="3200" b="1" spc="-232" dirty="0">
                <a:solidFill>
                  <a:srgbClr val="C00000"/>
                </a:solidFill>
                <a:latin typeface="JCLMCO+LibreBaskerville-Bold"/>
                <a:cs typeface="JCLMCO+LibreBaskerville-Bold"/>
              </a:rPr>
              <a:t> </a:t>
            </a:r>
            <a:r>
              <a:rPr sz="3200" b="1" dirty="0">
                <a:solidFill>
                  <a:srgbClr val="C00000"/>
                </a:solidFill>
                <a:latin typeface="JCLMCO+LibreBaskerville-Bold"/>
                <a:cs typeface="JCLMCO+LibreBaskerville-Bold"/>
              </a:rPr>
              <a:t>items</a:t>
            </a:r>
          </a:p>
        </p:txBody>
      </p:sp>
      <p:sp>
        <p:nvSpPr>
          <p:cNvPr id="4" name="object 4"/>
          <p:cNvSpPr txBox="1"/>
          <p:nvPr/>
        </p:nvSpPr>
        <p:spPr>
          <a:xfrm>
            <a:off x="611065" y="1129582"/>
            <a:ext cx="6336091" cy="567808"/>
          </a:xfrm>
          <a:prstGeom prst="rect">
            <a:avLst/>
          </a:prstGeom>
        </p:spPr>
        <p:txBody>
          <a:bodyPr vert="horz" wrap="square" lIns="0" tIns="0" rIns="0" bIns="0" rtlCol="0">
            <a:spAutoFit/>
          </a:bodyPr>
          <a:lstStyle/>
          <a:p>
            <a:pPr marL="0" marR="0">
              <a:lnSpc>
                <a:spcPts val="2010"/>
              </a:lnSpc>
              <a:spcBef>
                <a:spcPts val="0"/>
              </a:spcBef>
              <a:spcAft>
                <a:spcPts val="0"/>
              </a:spcAft>
            </a:pPr>
            <a:r>
              <a:rPr sz="1800" dirty="0">
                <a:solidFill>
                  <a:srgbClr val="000000"/>
                </a:solidFill>
                <a:latin typeface="JMPQAK+ArialMT"/>
                <a:cs typeface="JMPQAK+ArialMT"/>
              </a:rPr>
              <a:t>We</a:t>
            </a:r>
            <a:r>
              <a:rPr sz="1800" spc="47" dirty="0">
                <a:solidFill>
                  <a:srgbClr val="000000"/>
                </a:solidFill>
                <a:latin typeface="Times New Roman"/>
                <a:cs typeface="Times New Roman"/>
              </a:rPr>
              <a:t> </a:t>
            </a:r>
            <a:r>
              <a:rPr sz="1800" dirty="0">
                <a:solidFill>
                  <a:srgbClr val="000000"/>
                </a:solidFill>
                <a:latin typeface="JMPQAK+ArialMT"/>
                <a:cs typeface="JMPQAK+ArialMT"/>
              </a:rPr>
              <a:t>use</a:t>
            </a:r>
            <a:r>
              <a:rPr sz="1800" spc="47" dirty="0">
                <a:solidFill>
                  <a:srgbClr val="000000"/>
                </a:solidFill>
                <a:latin typeface="Times New Roman"/>
                <a:cs typeface="Times New Roman"/>
              </a:rPr>
              <a:t> </a:t>
            </a:r>
            <a:r>
              <a:rPr sz="1800" dirty="0">
                <a:solidFill>
                  <a:srgbClr val="000000"/>
                </a:solidFill>
                <a:latin typeface="JMPQAK+ArialMT"/>
                <a:cs typeface="JMPQAK+ArialMT"/>
              </a:rPr>
              <a:t>the</a:t>
            </a:r>
            <a:r>
              <a:rPr sz="1800" spc="49" dirty="0">
                <a:solidFill>
                  <a:srgbClr val="000000"/>
                </a:solidFill>
                <a:latin typeface="Times New Roman"/>
                <a:cs typeface="Times New Roman"/>
              </a:rPr>
              <a:t> </a:t>
            </a:r>
            <a:r>
              <a:rPr sz="1800" dirty="0">
                <a:solidFill>
                  <a:srgbClr val="000000"/>
                </a:solidFill>
                <a:latin typeface="JMPQAK+ArialMT"/>
                <a:cs typeface="JMPQAK+ArialMT"/>
              </a:rPr>
              <a:t>square</a:t>
            </a:r>
            <a:r>
              <a:rPr sz="1800" spc="47" dirty="0">
                <a:solidFill>
                  <a:srgbClr val="000000"/>
                </a:solidFill>
                <a:latin typeface="Times New Roman"/>
                <a:cs typeface="Times New Roman"/>
              </a:rPr>
              <a:t> </a:t>
            </a:r>
            <a:r>
              <a:rPr sz="1800" dirty="0">
                <a:solidFill>
                  <a:srgbClr val="000000"/>
                </a:solidFill>
                <a:latin typeface="JMPQAK+ArialMT"/>
                <a:cs typeface="JMPQAK+ArialMT"/>
              </a:rPr>
              <a:t>brackets</a:t>
            </a:r>
            <a:r>
              <a:rPr sz="1800" spc="50" dirty="0">
                <a:solidFill>
                  <a:srgbClr val="000000"/>
                </a:solidFill>
                <a:latin typeface="Times New Roman"/>
                <a:cs typeface="Times New Roman"/>
              </a:rPr>
              <a:t> </a:t>
            </a:r>
            <a:r>
              <a:rPr sz="1800" dirty="0">
                <a:solidFill>
                  <a:srgbClr val="000000"/>
                </a:solidFill>
                <a:latin typeface="JMPQAK+ArialMT"/>
                <a:cs typeface="JMPQAK+ArialMT"/>
              </a:rPr>
              <a:t>[]</a:t>
            </a:r>
            <a:r>
              <a:rPr sz="1800" spc="49" dirty="0">
                <a:solidFill>
                  <a:srgbClr val="000000"/>
                </a:solidFill>
                <a:latin typeface="Times New Roman"/>
                <a:cs typeface="Times New Roman"/>
              </a:rPr>
              <a:t> </a:t>
            </a:r>
            <a:r>
              <a:rPr sz="1800" dirty="0">
                <a:solidFill>
                  <a:srgbClr val="000000"/>
                </a:solidFill>
                <a:latin typeface="JMPQAK+ArialMT"/>
                <a:cs typeface="JMPQAK+ArialMT"/>
              </a:rPr>
              <a:t>to</a:t>
            </a:r>
            <a:r>
              <a:rPr sz="1800" spc="50" dirty="0">
                <a:solidFill>
                  <a:srgbClr val="000000"/>
                </a:solidFill>
                <a:latin typeface="Times New Roman"/>
                <a:cs typeface="Times New Roman"/>
              </a:rPr>
              <a:t> </a:t>
            </a:r>
            <a:r>
              <a:rPr sz="1800" dirty="0">
                <a:solidFill>
                  <a:srgbClr val="000000"/>
                </a:solidFill>
                <a:latin typeface="JMPQAK+ArialMT"/>
                <a:cs typeface="JMPQAK+ArialMT"/>
              </a:rPr>
              <a:t>access</a:t>
            </a:r>
            <a:r>
              <a:rPr sz="1800" spc="49" dirty="0">
                <a:solidFill>
                  <a:srgbClr val="000000"/>
                </a:solidFill>
                <a:latin typeface="Times New Roman"/>
                <a:cs typeface="Times New Roman"/>
              </a:rPr>
              <a:t> </a:t>
            </a:r>
            <a:r>
              <a:rPr sz="1800" dirty="0">
                <a:solidFill>
                  <a:srgbClr val="000000"/>
                </a:solidFill>
                <a:latin typeface="JMPQAK+ArialMT"/>
                <a:cs typeface="JMPQAK+ArialMT"/>
              </a:rPr>
              <a:t>the</a:t>
            </a:r>
            <a:r>
              <a:rPr sz="1800" spc="49" dirty="0">
                <a:solidFill>
                  <a:srgbClr val="000000"/>
                </a:solidFill>
                <a:latin typeface="Times New Roman"/>
                <a:cs typeface="Times New Roman"/>
              </a:rPr>
              <a:t> </a:t>
            </a:r>
            <a:r>
              <a:rPr sz="1800" dirty="0">
                <a:solidFill>
                  <a:srgbClr val="000000"/>
                </a:solidFill>
                <a:latin typeface="JMPQAK+ArialMT"/>
                <a:cs typeface="JMPQAK+ArialMT"/>
              </a:rPr>
              <a:t>key</a:t>
            </a:r>
          </a:p>
          <a:p>
            <a:pPr marL="0" marR="0">
              <a:lnSpc>
                <a:spcPts val="2010"/>
              </a:lnSpc>
              <a:spcBef>
                <a:spcPts val="199"/>
              </a:spcBef>
              <a:spcAft>
                <a:spcPts val="0"/>
              </a:spcAft>
            </a:pPr>
            <a:r>
              <a:rPr sz="1800" dirty="0">
                <a:solidFill>
                  <a:srgbClr val="000000"/>
                </a:solidFill>
                <a:latin typeface="JMPQAK+ArialMT"/>
                <a:cs typeface="JMPQAK+ArialMT"/>
              </a:rPr>
              <a:t>KeyError</a:t>
            </a:r>
            <a:r>
              <a:rPr sz="1800" spc="51" dirty="0">
                <a:solidFill>
                  <a:srgbClr val="000000"/>
                </a:solidFill>
                <a:latin typeface="Times New Roman"/>
                <a:cs typeface="Times New Roman"/>
              </a:rPr>
              <a:t> </a:t>
            </a:r>
            <a:r>
              <a:rPr sz="1800" dirty="0">
                <a:solidFill>
                  <a:srgbClr val="000000"/>
                </a:solidFill>
                <a:latin typeface="JMPQAK+ArialMT"/>
                <a:cs typeface="JMPQAK+ArialMT"/>
              </a:rPr>
              <a:t>is</a:t>
            </a:r>
            <a:r>
              <a:rPr sz="1800" spc="49" dirty="0">
                <a:solidFill>
                  <a:srgbClr val="000000"/>
                </a:solidFill>
                <a:latin typeface="Times New Roman"/>
                <a:cs typeface="Times New Roman"/>
              </a:rPr>
              <a:t> </a:t>
            </a:r>
            <a:r>
              <a:rPr sz="1800" dirty="0">
                <a:solidFill>
                  <a:srgbClr val="000000"/>
                </a:solidFill>
                <a:latin typeface="JMPQAK+ArialMT"/>
                <a:cs typeface="JMPQAK+ArialMT"/>
              </a:rPr>
              <a:t>raised</a:t>
            </a:r>
            <a:r>
              <a:rPr sz="1800" spc="47" dirty="0">
                <a:solidFill>
                  <a:srgbClr val="000000"/>
                </a:solidFill>
                <a:latin typeface="Times New Roman"/>
                <a:cs typeface="Times New Roman"/>
              </a:rPr>
              <a:t> </a:t>
            </a:r>
            <a:r>
              <a:rPr sz="1800" dirty="0">
                <a:solidFill>
                  <a:srgbClr val="000000"/>
                </a:solidFill>
                <a:latin typeface="JMPQAK+ArialMT"/>
                <a:cs typeface="JMPQAK+ArialMT"/>
              </a:rPr>
              <a:t>in</a:t>
            </a:r>
            <a:r>
              <a:rPr sz="1800" spc="49" dirty="0">
                <a:solidFill>
                  <a:srgbClr val="000000"/>
                </a:solidFill>
                <a:latin typeface="Times New Roman"/>
                <a:cs typeface="Times New Roman"/>
              </a:rPr>
              <a:t> </a:t>
            </a:r>
            <a:r>
              <a:rPr sz="1800" dirty="0">
                <a:solidFill>
                  <a:srgbClr val="000000"/>
                </a:solidFill>
                <a:latin typeface="JMPQAK+ArialMT"/>
                <a:cs typeface="JMPQAK+ArialMT"/>
              </a:rPr>
              <a:t>case</a:t>
            </a:r>
            <a:r>
              <a:rPr sz="1800" spc="47" dirty="0">
                <a:solidFill>
                  <a:srgbClr val="000000"/>
                </a:solidFill>
                <a:latin typeface="Times New Roman"/>
                <a:cs typeface="Times New Roman"/>
              </a:rPr>
              <a:t> </a:t>
            </a:r>
            <a:r>
              <a:rPr sz="1800" dirty="0">
                <a:solidFill>
                  <a:srgbClr val="000000"/>
                </a:solidFill>
                <a:latin typeface="JMPQAK+ArialMT"/>
                <a:cs typeface="JMPQAK+ArialMT"/>
              </a:rPr>
              <a:t>a</a:t>
            </a:r>
            <a:r>
              <a:rPr sz="1800" spc="47" dirty="0">
                <a:solidFill>
                  <a:srgbClr val="000000"/>
                </a:solidFill>
                <a:latin typeface="Times New Roman"/>
                <a:cs typeface="Times New Roman"/>
              </a:rPr>
              <a:t> </a:t>
            </a:r>
            <a:r>
              <a:rPr sz="1800" dirty="0">
                <a:solidFill>
                  <a:srgbClr val="000000"/>
                </a:solidFill>
                <a:latin typeface="JMPQAK+ArialMT"/>
                <a:cs typeface="JMPQAK+ArialMT"/>
              </a:rPr>
              <a:t>key</a:t>
            </a:r>
            <a:r>
              <a:rPr sz="1800" spc="49" dirty="0">
                <a:solidFill>
                  <a:srgbClr val="000000"/>
                </a:solidFill>
                <a:latin typeface="Times New Roman"/>
                <a:cs typeface="Times New Roman"/>
              </a:rPr>
              <a:t> </a:t>
            </a:r>
            <a:r>
              <a:rPr sz="1800" dirty="0">
                <a:solidFill>
                  <a:srgbClr val="000000"/>
                </a:solidFill>
                <a:latin typeface="JMPQAK+ArialMT"/>
                <a:cs typeface="JMPQAK+ArialMT"/>
              </a:rPr>
              <a:t>is</a:t>
            </a:r>
            <a:r>
              <a:rPr sz="1800" spc="49" dirty="0">
                <a:solidFill>
                  <a:srgbClr val="000000"/>
                </a:solidFill>
                <a:latin typeface="Times New Roman"/>
                <a:cs typeface="Times New Roman"/>
              </a:rPr>
              <a:t> </a:t>
            </a:r>
            <a:r>
              <a:rPr sz="1800" dirty="0">
                <a:solidFill>
                  <a:srgbClr val="000000"/>
                </a:solidFill>
                <a:latin typeface="JMPQAK+ArialMT"/>
                <a:cs typeface="JMPQAK+ArialMT"/>
              </a:rPr>
              <a:t>not</a:t>
            </a:r>
            <a:r>
              <a:rPr sz="1800" spc="46" dirty="0">
                <a:solidFill>
                  <a:srgbClr val="000000"/>
                </a:solidFill>
                <a:latin typeface="Times New Roman"/>
                <a:cs typeface="Times New Roman"/>
              </a:rPr>
              <a:t> </a:t>
            </a:r>
            <a:r>
              <a:rPr sz="1800" dirty="0">
                <a:solidFill>
                  <a:srgbClr val="000000"/>
                </a:solidFill>
                <a:latin typeface="JMPQAK+ArialMT"/>
                <a:cs typeface="JMPQAK+ArialMT"/>
              </a:rPr>
              <a:t>found</a:t>
            </a:r>
            <a:r>
              <a:rPr sz="1800" spc="49" dirty="0">
                <a:solidFill>
                  <a:srgbClr val="000000"/>
                </a:solidFill>
                <a:latin typeface="Times New Roman"/>
                <a:cs typeface="Times New Roman"/>
              </a:rPr>
              <a:t> </a:t>
            </a:r>
            <a:r>
              <a:rPr sz="1800" dirty="0">
                <a:solidFill>
                  <a:srgbClr val="000000"/>
                </a:solidFill>
                <a:latin typeface="JMPQAK+ArialMT"/>
                <a:cs typeface="JMPQAK+ArialMT"/>
              </a:rPr>
              <a:t>in</a:t>
            </a:r>
            <a:r>
              <a:rPr sz="1800" spc="49" dirty="0">
                <a:solidFill>
                  <a:srgbClr val="000000"/>
                </a:solidFill>
                <a:latin typeface="Times New Roman"/>
                <a:cs typeface="Times New Roman"/>
              </a:rPr>
              <a:t> </a:t>
            </a:r>
            <a:r>
              <a:rPr sz="1800" dirty="0">
                <a:solidFill>
                  <a:srgbClr val="000000"/>
                </a:solidFill>
                <a:latin typeface="JMPQAK+ArialMT"/>
                <a:cs typeface="JMPQAK+ArialMT"/>
              </a:rPr>
              <a:t>the</a:t>
            </a:r>
            <a:r>
              <a:rPr sz="1800" spc="49" dirty="0">
                <a:solidFill>
                  <a:srgbClr val="000000"/>
                </a:solidFill>
                <a:latin typeface="Times New Roman"/>
                <a:cs typeface="Times New Roman"/>
              </a:rPr>
              <a:t> </a:t>
            </a:r>
            <a:r>
              <a:rPr sz="1800" dirty="0">
                <a:solidFill>
                  <a:srgbClr val="000000"/>
                </a:solidFill>
                <a:latin typeface="JMPQAK+ArialMT"/>
                <a:cs typeface="JMPQAK+ArialMT"/>
              </a:rPr>
              <a:t>dictionary.</a:t>
            </a:r>
          </a:p>
        </p:txBody>
      </p:sp>
      <p:sp>
        <p:nvSpPr>
          <p:cNvPr id="5" name="object 5"/>
          <p:cNvSpPr txBox="1"/>
          <p:nvPr/>
        </p:nvSpPr>
        <p:spPr>
          <a:xfrm>
            <a:off x="611065" y="1678221"/>
            <a:ext cx="3670143" cy="1665089"/>
          </a:xfrm>
          <a:prstGeom prst="rect">
            <a:avLst/>
          </a:prstGeom>
        </p:spPr>
        <p:txBody>
          <a:bodyPr vert="horz" wrap="square" lIns="0" tIns="0" rIns="0" bIns="0" rtlCol="0">
            <a:spAutoFit/>
          </a:bodyPr>
          <a:lstStyle/>
          <a:p>
            <a:pPr marL="0" marR="0">
              <a:lnSpc>
                <a:spcPts val="2010"/>
              </a:lnSpc>
              <a:spcBef>
                <a:spcPts val="0"/>
              </a:spcBef>
              <a:spcAft>
                <a:spcPts val="0"/>
              </a:spcAft>
            </a:pPr>
            <a:r>
              <a:rPr sz="1800" dirty="0">
                <a:solidFill>
                  <a:srgbClr val="000000"/>
                </a:solidFill>
                <a:latin typeface="JMPQAK+ArialMT"/>
                <a:cs typeface="JMPQAK+ArialMT"/>
              </a:rPr>
              <a:t>my_dict</a:t>
            </a:r>
            <a:r>
              <a:rPr sz="1800" spc="49" dirty="0">
                <a:solidFill>
                  <a:srgbClr val="000000"/>
                </a:solidFill>
                <a:latin typeface="Times New Roman"/>
                <a:cs typeface="Times New Roman"/>
              </a:rPr>
              <a:t> </a:t>
            </a:r>
            <a:r>
              <a:rPr sz="1800" dirty="0">
                <a:solidFill>
                  <a:srgbClr val="000000"/>
                </a:solidFill>
                <a:latin typeface="JMPQAK+ArialMT"/>
                <a:cs typeface="JMPQAK+ArialMT"/>
              </a:rPr>
              <a:t>=</a:t>
            </a:r>
            <a:r>
              <a:rPr sz="1800" spc="46" dirty="0">
                <a:solidFill>
                  <a:srgbClr val="000000"/>
                </a:solidFill>
                <a:latin typeface="Times New Roman"/>
                <a:cs typeface="Times New Roman"/>
              </a:rPr>
              <a:t> </a:t>
            </a:r>
            <a:r>
              <a:rPr sz="1800" dirty="0">
                <a:solidFill>
                  <a:srgbClr val="000000"/>
                </a:solidFill>
                <a:latin typeface="JMPQAK+ArialMT"/>
                <a:cs typeface="JMPQAK+ArialMT"/>
              </a:rPr>
              <a:t>{'name':</a:t>
            </a:r>
            <a:r>
              <a:rPr sz="1800" spc="47" dirty="0">
                <a:solidFill>
                  <a:srgbClr val="000000"/>
                </a:solidFill>
                <a:latin typeface="Times New Roman"/>
                <a:cs typeface="Times New Roman"/>
              </a:rPr>
              <a:t> </a:t>
            </a:r>
            <a:r>
              <a:rPr sz="1800" dirty="0">
                <a:solidFill>
                  <a:srgbClr val="000000"/>
                </a:solidFill>
                <a:latin typeface="JMPQAK+ArialMT"/>
                <a:cs typeface="JMPQAK+ArialMT"/>
              </a:rPr>
              <a:t>'Jack',</a:t>
            </a:r>
            <a:r>
              <a:rPr sz="1800" spc="47" dirty="0">
                <a:solidFill>
                  <a:srgbClr val="000000"/>
                </a:solidFill>
                <a:latin typeface="Times New Roman"/>
                <a:cs typeface="Times New Roman"/>
              </a:rPr>
              <a:t> </a:t>
            </a:r>
            <a:r>
              <a:rPr sz="1800" dirty="0">
                <a:solidFill>
                  <a:srgbClr val="000000"/>
                </a:solidFill>
                <a:latin typeface="JMPQAK+ArialMT"/>
                <a:cs typeface="JMPQAK+ArialMT"/>
              </a:rPr>
              <a:t>'age':</a:t>
            </a:r>
            <a:r>
              <a:rPr sz="1800" spc="47" dirty="0">
                <a:solidFill>
                  <a:srgbClr val="000000"/>
                </a:solidFill>
                <a:latin typeface="Times New Roman"/>
                <a:cs typeface="Times New Roman"/>
              </a:rPr>
              <a:t> </a:t>
            </a:r>
            <a:r>
              <a:rPr sz="1800" dirty="0">
                <a:solidFill>
                  <a:srgbClr val="000000"/>
                </a:solidFill>
                <a:latin typeface="JMPQAK+ArialMT"/>
                <a:cs typeface="JMPQAK+ArialMT"/>
              </a:rPr>
              <a:t>26}</a:t>
            </a:r>
          </a:p>
          <a:p>
            <a:pPr marL="0" marR="0">
              <a:lnSpc>
                <a:spcPts val="2010"/>
              </a:lnSpc>
              <a:spcBef>
                <a:spcPts val="199"/>
              </a:spcBef>
              <a:spcAft>
                <a:spcPts val="0"/>
              </a:spcAft>
            </a:pPr>
            <a:r>
              <a:rPr sz="1800" dirty="0">
                <a:solidFill>
                  <a:srgbClr val="000000"/>
                </a:solidFill>
                <a:latin typeface="JMPQAK+ArialMT"/>
                <a:cs typeface="JMPQAK+ArialMT"/>
              </a:rPr>
              <a:t>print(my_dict['name'])</a:t>
            </a:r>
          </a:p>
          <a:p>
            <a:pPr marL="0" marR="0">
              <a:lnSpc>
                <a:spcPts val="2010"/>
              </a:lnSpc>
              <a:spcBef>
                <a:spcPts val="149"/>
              </a:spcBef>
              <a:spcAft>
                <a:spcPts val="0"/>
              </a:spcAft>
            </a:pPr>
            <a:r>
              <a:rPr sz="1800" dirty="0">
                <a:solidFill>
                  <a:srgbClr val="000000"/>
                </a:solidFill>
                <a:latin typeface="JMPQAK+ArialMT"/>
                <a:cs typeface="JMPQAK+ArialMT"/>
              </a:rPr>
              <a:t>print(my_dict.get('age'))</a:t>
            </a:r>
          </a:p>
          <a:p>
            <a:pPr marL="0" marR="0">
              <a:lnSpc>
                <a:spcPts val="2010"/>
              </a:lnSpc>
              <a:spcBef>
                <a:spcPts val="199"/>
              </a:spcBef>
              <a:spcAft>
                <a:spcPts val="0"/>
              </a:spcAft>
            </a:pPr>
            <a:r>
              <a:rPr sz="1800" dirty="0">
                <a:solidFill>
                  <a:srgbClr val="000000"/>
                </a:solidFill>
                <a:latin typeface="JMPQAK+ArialMT"/>
                <a:cs typeface="JMPQAK+ArialMT"/>
              </a:rPr>
              <a:t>print(my_dict.get('address'))</a:t>
            </a:r>
          </a:p>
          <a:p>
            <a:pPr marL="0" marR="0">
              <a:lnSpc>
                <a:spcPts val="2010"/>
              </a:lnSpc>
              <a:spcBef>
                <a:spcPts val="199"/>
              </a:spcBef>
              <a:spcAft>
                <a:spcPts val="0"/>
              </a:spcAft>
            </a:pPr>
            <a:r>
              <a:rPr sz="1800" dirty="0">
                <a:solidFill>
                  <a:srgbClr val="000000"/>
                </a:solidFill>
                <a:latin typeface="JMPQAK+ArialMT"/>
                <a:cs typeface="JMPQAK+ArialMT"/>
              </a:rPr>
              <a:t>print(my_dict['address'])</a:t>
            </a:r>
          </a:p>
          <a:p>
            <a:pPr marL="0" marR="0">
              <a:lnSpc>
                <a:spcPts val="2010"/>
              </a:lnSpc>
              <a:spcBef>
                <a:spcPts val="149"/>
              </a:spcBef>
              <a:spcAft>
                <a:spcPts val="0"/>
              </a:spcAft>
            </a:pPr>
            <a:r>
              <a:rPr sz="1800" dirty="0">
                <a:solidFill>
                  <a:srgbClr val="000000"/>
                </a:solidFill>
                <a:latin typeface="JMPQAK+ArialMT"/>
                <a:cs typeface="JMPQAK+ArialMT"/>
              </a:rPr>
              <a:t>Output:</a:t>
            </a:r>
          </a:p>
        </p:txBody>
      </p:sp>
      <p:sp>
        <p:nvSpPr>
          <p:cNvPr id="6" name="object 6"/>
          <p:cNvSpPr txBox="1"/>
          <p:nvPr/>
        </p:nvSpPr>
        <p:spPr>
          <a:xfrm>
            <a:off x="611065" y="3324142"/>
            <a:ext cx="622436" cy="567808"/>
          </a:xfrm>
          <a:prstGeom prst="rect">
            <a:avLst/>
          </a:prstGeom>
        </p:spPr>
        <p:txBody>
          <a:bodyPr vert="horz" wrap="square" lIns="0" tIns="0" rIns="0" bIns="0" rtlCol="0">
            <a:spAutoFit/>
          </a:bodyPr>
          <a:lstStyle/>
          <a:p>
            <a:pPr marL="0" marR="0">
              <a:lnSpc>
                <a:spcPts val="2010"/>
              </a:lnSpc>
              <a:spcBef>
                <a:spcPts val="0"/>
              </a:spcBef>
              <a:spcAft>
                <a:spcPts val="0"/>
              </a:spcAft>
            </a:pPr>
            <a:r>
              <a:rPr sz="1800" dirty="0">
                <a:solidFill>
                  <a:srgbClr val="000000"/>
                </a:solidFill>
                <a:latin typeface="JMPQAK+ArialMT"/>
                <a:cs typeface="JMPQAK+ArialMT"/>
              </a:rPr>
              <a:t>Jack</a:t>
            </a:r>
          </a:p>
          <a:p>
            <a:pPr marL="0" marR="0">
              <a:lnSpc>
                <a:spcPts val="2010"/>
              </a:lnSpc>
              <a:spcBef>
                <a:spcPts val="199"/>
              </a:spcBef>
              <a:spcAft>
                <a:spcPts val="0"/>
              </a:spcAft>
            </a:pPr>
            <a:r>
              <a:rPr sz="1800" dirty="0">
                <a:solidFill>
                  <a:srgbClr val="000000"/>
                </a:solidFill>
                <a:latin typeface="JMPQAK+ArialMT"/>
                <a:cs typeface="JMPQAK+ArialMT"/>
              </a:rPr>
              <a:t>26</a:t>
            </a:r>
          </a:p>
        </p:txBody>
      </p:sp>
      <p:sp>
        <p:nvSpPr>
          <p:cNvPr id="7" name="object 7"/>
          <p:cNvSpPr txBox="1"/>
          <p:nvPr/>
        </p:nvSpPr>
        <p:spPr>
          <a:xfrm>
            <a:off x="611065" y="3872781"/>
            <a:ext cx="2080622" cy="567809"/>
          </a:xfrm>
          <a:prstGeom prst="rect">
            <a:avLst/>
          </a:prstGeom>
        </p:spPr>
        <p:txBody>
          <a:bodyPr vert="horz" wrap="square" lIns="0" tIns="0" rIns="0" bIns="0" rtlCol="0">
            <a:spAutoFit/>
          </a:bodyPr>
          <a:lstStyle/>
          <a:p>
            <a:pPr marL="0" marR="0">
              <a:lnSpc>
                <a:spcPts val="2010"/>
              </a:lnSpc>
              <a:spcBef>
                <a:spcPts val="0"/>
              </a:spcBef>
              <a:spcAft>
                <a:spcPts val="0"/>
              </a:spcAft>
            </a:pPr>
            <a:r>
              <a:rPr sz="1800" dirty="0">
                <a:solidFill>
                  <a:srgbClr val="000000"/>
                </a:solidFill>
                <a:latin typeface="JMPQAK+ArialMT"/>
                <a:cs typeface="JMPQAK+ArialMT"/>
              </a:rPr>
              <a:t>None</a:t>
            </a:r>
          </a:p>
          <a:p>
            <a:pPr marL="0" marR="0">
              <a:lnSpc>
                <a:spcPts val="2010"/>
              </a:lnSpc>
              <a:spcBef>
                <a:spcPts val="199"/>
              </a:spcBef>
              <a:spcAft>
                <a:spcPts val="0"/>
              </a:spcAft>
            </a:pPr>
            <a:r>
              <a:rPr sz="1800" dirty="0">
                <a:solidFill>
                  <a:srgbClr val="000000"/>
                </a:solidFill>
                <a:latin typeface="JMPQAK+ArialMT"/>
                <a:cs typeface="JMPQAK+ArialMT"/>
              </a:rPr>
              <a:t>KeyError:</a:t>
            </a:r>
            <a:r>
              <a:rPr sz="1800" spc="47" dirty="0">
                <a:solidFill>
                  <a:srgbClr val="000000"/>
                </a:solidFill>
                <a:latin typeface="Times New Roman"/>
                <a:cs typeface="Times New Roman"/>
              </a:rPr>
              <a:t> </a:t>
            </a:r>
            <a:r>
              <a:rPr sz="1800" dirty="0">
                <a:solidFill>
                  <a:srgbClr val="000000"/>
                </a:solidFill>
                <a:latin typeface="JMPQAK+ArialMT"/>
                <a:cs typeface="JMPQAK+ArialMT"/>
              </a:rPr>
              <a:t>'address'</a:t>
            </a:r>
          </a:p>
        </p:txBody>
      </p:sp>
      <p:sp>
        <p:nvSpPr>
          <p:cNvPr id="8" name="object 8"/>
          <p:cNvSpPr txBox="1"/>
          <p:nvPr/>
        </p:nvSpPr>
        <p:spPr>
          <a:xfrm>
            <a:off x="8570793" y="4825974"/>
            <a:ext cx="268262" cy="253863"/>
          </a:xfrm>
          <a:prstGeom prst="rect">
            <a:avLst/>
          </a:prstGeom>
        </p:spPr>
        <p:txBody>
          <a:bodyPr vert="horz" wrap="square" lIns="0" tIns="0" rIns="0" bIns="0" rtlCol="0">
            <a:spAutoFit/>
          </a:bodyPr>
          <a:lstStyle/>
          <a:p>
            <a:pPr marL="0" marR="0">
              <a:lnSpc>
                <a:spcPts val="1698"/>
              </a:lnSpc>
              <a:spcBef>
                <a:spcPts val="0"/>
              </a:spcBef>
              <a:spcAft>
                <a:spcPts val="0"/>
              </a:spcAft>
            </a:pPr>
            <a:r>
              <a:rPr sz="1800" dirty="0">
                <a:solidFill>
                  <a:srgbClr val="888888"/>
                </a:solidFill>
                <a:latin typeface="Calibri"/>
                <a:cs typeface="Calibri"/>
              </a:rPr>
              <a:t>7</a:t>
            </a:r>
          </a:p>
        </p:txBody>
      </p:sp>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1"/>
          <p:cNvSpPr/>
          <p:nvPr/>
        </p:nvSpPr>
        <p:spPr>
          <a:xfrm>
            <a:off x="0" y="0"/>
            <a:ext cx="9144000" cy="5143500"/>
          </a:xfrm>
          <a:prstGeom prst="rect">
            <a:avLst/>
          </a:prstGeom>
          <a:blipFill>
            <a:blip r:embed="rId2" cstate="print"/>
            <a:stretch>
              <a:fillRect/>
            </a:stretch>
          </a:blipFill>
        </p:spPr>
        <p:txBody>
          <a:bodyPr wrap="square" lIns="0" tIns="0" rIns="0" bIns="0" rtlCol="0">
            <a:spAutoFit/>
          </a:bodyPr>
          <a:lstStyle/>
          <a:p>
            <a:endParaRPr/>
          </a:p>
        </p:txBody>
      </p:sp>
      <p:sp>
        <p:nvSpPr>
          <p:cNvPr id="3" name="object 3"/>
          <p:cNvSpPr txBox="1"/>
          <p:nvPr/>
        </p:nvSpPr>
        <p:spPr>
          <a:xfrm>
            <a:off x="486383" y="791006"/>
            <a:ext cx="6002301" cy="537972"/>
          </a:xfrm>
          <a:prstGeom prst="rect">
            <a:avLst/>
          </a:prstGeom>
        </p:spPr>
        <p:txBody>
          <a:bodyPr vert="horz" wrap="square" lIns="0" tIns="0" rIns="0" bIns="0" rtlCol="0">
            <a:spAutoFit/>
          </a:bodyPr>
          <a:lstStyle/>
          <a:p>
            <a:pPr marL="0" marR="0">
              <a:lnSpc>
                <a:spcPts val="3936"/>
              </a:lnSpc>
              <a:spcBef>
                <a:spcPts val="0"/>
              </a:spcBef>
              <a:spcAft>
                <a:spcPts val="0"/>
              </a:spcAft>
            </a:pPr>
            <a:r>
              <a:rPr sz="3200" b="1" dirty="0">
                <a:solidFill>
                  <a:srgbClr val="C00000"/>
                </a:solidFill>
                <a:latin typeface="JCLMCO+LibreBaskerville-Bold"/>
                <a:cs typeface="JCLMCO+LibreBaskerville-Bold"/>
              </a:rPr>
              <a:t>Duplicates</a:t>
            </a:r>
            <a:r>
              <a:rPr sz="3200" b="1" spc="-10" dirty="0">
                <a:solidFill>
                  <a:srgbClr val="C00000"/>
                </a:solidFill>
                <a:latin typeface="JCLMCO+LibreBaskerville-Bold"/>
                <a:cs typeface="JCLMCO+LibreBaskerville-Bold"/>
              </a:rPr>
              <a:t> </a:t>
            </a:r>
            <a:r>
              <a:rPr sz="3200" b="1" dirty="0">
                <a:solidFill>
                  <a:srgbClr val="C00000"/>
                </a:solidFill>
                <a:latin typeface="JCLMCO+LibreBaskerville-Bold"/>
                <a:cs typeface="JCLMCO+LibreBaskerville-Bold"/>
              </a:rPr>
              <a:t>are Not Allowed</a:t>
            </a:r>
          </a:p>
        </p:txBody>
      </p:sp>
      <p:sp>
        <p:nvSpPr>
          <p:cNvPr id="4" name="object 4"/>
          <p:cNvSpPr txBox="1"/>
          <p:nvPr/>
        </p:nvSpPr>
        <p:spPr>
          <a:xfrm>
            <a:off x="628650" y="1384559"/>
            <a:ext cx="8039413" cy="2213728"/>
          </a:xfrm>
          <a:prstGeom prst="rect">
            <a:avLst/>
          </a:prstGeom>
        </p:spPr>
        <p:txBody>
          <a:bodyPr vert="horz" wrap="square" lIns="0" tIns="0" rIns="0" bIns="0" rtlCol="0">
            <a:spAutoFit/>
          </a:bodyPr>
          <a:lstStyle/>
          <a:p>
            <a:pPr marL="0" marR="0">
              <a:lnSpc>
                <a:spcPts val="2010"/>
              </a:lnSpc>
              <a:spcBef>
                <a:spcPts val="0"/>
              </a:spcBef>
              <a:spcAft>
                <a:spcPts val="0"/>
              </a:spcAft>
            </a:pPr>
            <a:r>
              <a:rPr sz="1800" dirty="0">
                <a:solidFill>
                  <a:srgbClr val="000000"/>
                </a:solidFill>
                <a:latin typeface="JMPQAK+ArialMT"/>
                <a:cs typeface="JMPQAK+ArialMT"/>
              </a:rPr>
              <a:t>Dictionaries</a:t>
            </a:r>
            <a:r>
              <a:rPr sz="1800" spc="532" dirty="0">
                <a:solidFill>
                  <a:srgbClr val="000000"/>
                </a:solidFill>
                <a:latin typeface="Times New Roman"/>
                <a:cs typeface="Times New Roman"/>
              </a:rPr>
              <a:t> </a:t>
            </a:r>
            <a:r>
              <a:rPr sz="1800" dirty="0">
                <a:solidFill>
                  <a:srgbClr val="000000"/>
                </a:solidFill>
                <a:latin typeface="JMPQAK+ArialMT"/>
                <a:cs typeface="JMPQAK+ArialMT"/>
              </a:rPr>
              <a:t>duplicate</a:t>
            </a:r>
            <a:r>
              <a:rPr sz="1800" spc="530" dirty="0">
                <a:solidFill>
                  <a:srgbClr val="000000"/>
                </a:solidFill>
                <a:latin typeface="Times New Roman"/>
                <a:cs typeface="Times New Roman"/>
              </a:rPr>
              <a:t> </a:t>
            </a:r>
            <a:r>
              <a:rPr sz="1800" dirty="0">
                <a:solidFill>
                  <a:srgbClr val="000000"/>
                </a:solidFill>
                <a:latin typeface="JMPQAK+ArialMT"/>
                <a:cs typeface="JMPQAK+ArialMT"/>
              </a:rPr>
              <a:t>keys</a:t>
            </a:r>
            <a:r>
              <a:rPr sz="1800" spc="530" dirty="0">
                <a:solidFill>
                  <a:srgbClr val="000000"/>
                </a:solidFill>
                <a:latin typeface="Times New Roman"/>
                <a:cs typeface="Times New Roman"/>
              </a:rPr>
              <a:t> </a:t>
            </a:r>
            <a:r>
              <a:rPr sz="1800" dirty="0">
                <a:solidFill>
                  <a:srgbClr val="000000"/>
                </a:solidFill>
                <a:latin typeface="JMPQAK+ArialMT"/>
                <a:cs typeface="JMPQAK+ArialMT"/>
              </a:rPr>
              <a:t>are</a:t>
            </a:r>
            <a:r>
              <a:rPr sz="1800" spc="530" dirty="0">
                <a:solidFill>
                  <a:srgbClr val="000000"/>
                </a:solidFill>
                <a:latin typeface="Times New Roman"/>
                <a:cs typeface="Times New Roman"/>
              </a:rPr>
              <a:t> </a:t>
            </a:r>
            <a:r>
              <a:rPr sz="1800" dirty="0">
                <a:solidFill>
                  <a:srgbClr val="000000"/>
                </a:solidFill>
                <a:latin typeface="JMPQAK+ArialMT"/>
                <a:cs typeface="JMPQAK+ArialMT"/>
              </a:rPr>
              <a:t>allowed</a:t>
            </a:r>
            <a:r>
              <a:rPr sz="1800" spc="528" dirty="0">
                <a:solidFill>
                  <a:srgbClr val="000000"/>
                </a:solidFill>
                <a:latin typeface="Times New Roman"/>
                <a:cs typeface="Times New Roman"/>
              </a:rPr>
              <a:t> </a:t>
            </a:r>
            <a:r>
              <a:rPr sz="1800" dirty="0">
                <a:solidFill>
                  <a:srgbClr val="000000"/>
                </a:solidFill>
                <a:latin typeface="JMPQAK+ArialMT"/>
                <a:cs typeface="JMPQAK+ArialMT"/>
              </a:rPr>
              <a:t>with</a:t>
            </a:r>
            <a:r>
              <a:rPr sz="1800" spc="532" dirty="0">
                <a:solidFill>
                  <a:srgbClr val="000000"/>
                </a:solidFill>
                <a:latin typeface="Times New Roman"/>
                <a:cs typeface="Times New Roman"/>
              </a:rPr>
              <a:t> </a:t>
            </a:r>
            <a:r>
              <a:rPr sz="1800" dirty="0">
                <a:solidFill>
                  <a:srgbClr val="000000"/>
                </a:solidFill>
                <a:latin typeface="JMPQAK+ArialMT"/>
                <a:cs typeface="JMPQAK+ArialMT"/>
              </a:rPr>
              <a:t>different</a:t>
            </a:r>
            <a:r>
              <a:rPr sz="1800" spc="500" dirty="0">
                <a:solidFill>
                  <a:srgbClr val="000000"/>
                </a:solidFill>
                <a:latin typeface="Times New Roman"/>
                <a:cs typeface="Times New Roman"/>
              </a:rPr>
              <a:t> </a:t>
            </a:r>
            <a:r>
              <a:rPr sz="1800" dirty="0">
                <a:solidFill>
                  <a:srgbClr val="000000"/>
                </a:solidFill>
                <a:latin typeface="JMPQAK+ArialMT"/>
                <a:cs typeface="JMPQAK+ArialMT"/>
              </a:rPr>
              <a:t>values,</a:t>
            </a:r>
            <a:r>
              <a:rPr sz="1800" spc="528" dirty="0">
                <a:solidFill>
                  <a:srgbClr val="000000"/>
                </a:solidFill>
                <a:latin typeface="Times New Roman"/>
                <a:cs typeface="Times New Roman"/>
              </a:rPr>
              <a:t> </a:t>
            </a:r>
            <a:r>
              <a:rPr sz="1800" dirty="0">
                <a:solidFill>
                  <a:srgbClr val="000000"/>
                </a:solidFill>
                <a:latin typeface="JMPQAK+ArialMT"/>
                <a:cs typeface="JMPQAK+ArialMT"/>
              </a:rPr>
              <a:t>for</a:t>
            </a:r>
            <a:r>
              <a:rPr sz="1800" spc="532" dirty="0">
                <a:solidFill>
                  <a:srgbClr val="000000"/>
                </a:solidFill>
                <a:latin typeface="Times New Roman"/>
                <a:cs typeface="Times New Roman"/>
              </a:rPr>
              <a:t> </a:t>
            </a:r>
            <a:r>
              <a:rPr sz="1800" dirty="0">
                <a:solidFill>
                  <a:srgbClr val="000000"/>
                </a:solidFill>
                <a:latin typeface="JMPQAK+ArialMT"/>
                <a:cs typeface="JMPQAK+ArialMT"/>
              </a:rPr>
              <a:t>example</a:t>
            </a:r>
          </a:p>
          <a:p>
            <a:pPr marL="0" marR="0">
              <a:lnSpc>
                <a:spcPts val="2010"/>
              </a:lnSpc>
              <a:spcBef>
                <a:spcPts val="199"/>
              </a:spcBef>
              <a:spcAft>
                <a:spcPts val="0"/>
              </a:spcAft>
            </a:pPr>
            <a:r>
              <a:rPr sz="1800" dirty="0">
                <a:solidFill>
                  <a:srgbClr val="000000"/>
                </a:solidFill>
                <a:latin typeface="JMPQAK+ArialMT"/>
                <a:cs typeface="JMPQAK+ArialMT"/>
              </a:rPr>
              <a:t>below</a:t>
            </a:r>
            <a:r>
              <a:rPr sz="1800" spc="340" dirty="0">
                <a:solidFill>
                  <a:srgbClr val="000000"/>
                </a:solidFill>
                <a:latin typeface="Times New Roman"/>
                <a:cs typeface="Times New Roman"/>
              </a:rPr>
              <a:t> </a:t>
            </a:r>
            <a:r>
              <a:rPr sz="1800" dirty="0">
                <a:solidFill>
                  <a:srgbClr val="000000"/>
                </a:solidFill>
                <a:latin typeface="JMPQAK+ArialMT"/>
                <a:cs typeface="JMPQAK+ArialMT"/>
              </a:rPr>
              <a:t>code</a:t>
            </a:r>
            <a:r>
              <a:rPr sz="1800" spc="339" dirty="0">
                <a:solidFill>
                  <a:srgbClr val="000000"/>
                </a:solidFill>
                <a:latin typeface="Times New Roman"/>
                <a:cs typeface="Times New Roman"/>
              </a:rPr>
              <a:t> </a:t>
            </a:r>
            <a:r>
              <a:rPr sz="1800" dirty="0">
                <a:solidFill>
                  <a:srgbClr val="000000"/>
                </a:solidFill>
                <a:latin typeface="JMPQAK+ArialMT"/>
                <a:cs typeface="JMPQAK+ArialMT"/>
              </a:rPr>
              <a:t>snippet</a:t>
            </a:r>
            <a:r>
              <a:rPr sz="1800" spc="339" dirty="0">
                <a:solidFill>
                  <a:srgbClr val="000000"/>
                </a:solidFill>
                <a:latin typeface="Times New Roman"/>
                <a:cs typeface="Times New Roman"/>
              </a:rPr>
              <a:t> </a:t>
            </a:r>
            <a:r>
              <a:rPr sz="1800" dirty="0">
                <a:solidFill>
                  <a:srgbClr val="000000"/>
                </a:solidFill>
                <a:latin typeface="JMPQAK+ArialMT"/>
                <a:cs typeface="JMPQAK+ArialMT"/>
              </a:rPr>
              <a:t>there</a:t>
            </a:r>
            <a:r>
              <a:rPr sz="1800" spc="342" dirty="0">
                <a:solidFill>
                  <a:srgbClr val="000000"/>
                </a:solidFill>
                <a:latin typeface="Times New Roman"/>
                <a:cs typeface="Times New Roman"/>
              </a:rPr>
              <a:t> </a:t>
            </a:r>
            <a:r>
              <a:rPr sz="1800" dirty="0">
                <a:solidFill>
                  <a:srgbClr val="000000"/>
                </a:solidFill>
                <a:latin typeface="JMPQAK+ArialMT"/>
                <a:cs typeface="JMPQAK+ArialMT"/>
              </a:rPr>
              <a:t>are</a:t>
            </a:r>
            <a:r>
              <a:rPr sz="1800" spc="341" dirty="0">
                <a:solidFill>
                  <a:srgbClr val="000000"/>
                </a:solidFill>
                <a:latin typeface="Times New Roman"/>
                <a:cs typeface="Times New Roman"/>
              </a:rPr>
              <a:t> </a:t>
            </a:r>
            <a:r>
              <a:rPr sz="1800" dirty="0">
                <a:solidFill>
                  <a:srgbClr val="000000"/>
                </a:solidFill>
                <a:latin typeface="JMPQAK+ArialMT"/>
                <a:cs typeface="JMPQAK+ArialMT"/>
              </a:rPr>
              <a:t>two</a:t>
            </a:r>
            <a:r>
              <a:rPr sz="1800" spc="343" dirty="0">
                <a:solidFill>
                  <a:srgbClr val="000000"/>
                </a:solidFill>
                <a:latin typeface="Times New Roman"/>
                <a:cs typeface="Times New Roman"/>
              </a:rPr>
              <a:t> </a:t>
            </a:r>
            <a:r>
              <a:rPr sz="1800" dirty="0">
                <a:solidFill>
                  <a:srgbClr val="000000"/>
                </a:solidFill>
                <a:latin typeface="JMPQAK+ArialMT"/>
                <a:cs typeface="JMPQAK+ArialMT"/>
              </a:rPr>
              <a:t>keys</a:t>
            </a:r>
            <a:r>
              <a:rPr sz="1800" spc="341" dirty="0">
                <a:solidFill>
                  <a:srgbClr val="000000"/>
                </a:solidFill>
                <a:latin typeface="Times New Roman"/>
                <a:cs typeface="Times New Roman"/>
              </a:rPr>
              <a:t> </a:t>
            </a:r>
            <a:r>
              <a:rPr sz="1800" dirty="0">
                <a:solidFill>
                  <a:srgbClr val="000000"/>
                </a:solidFill>
                <a:latin typeface="JMPQAK+ArialMT"/>
                <a:cs typeface="JMPQAK+ArialMT"/>
              </a:rPr>
              <a:t>are</a:t>
            </a:r>
            <a:r>
              <a:rPr sz="1800" spc="341" dirty="0">
                <a:solidFill>
                  <a:srgbClr val="000000"/>
                </a:solidFill>
                <a:latin typeface="Times New Roman"/>
                <a:cs typeface="Times New Roman"/>
              </a:rPr>
              <a:t> </a:t>
            </a:r>
            <a:r>
              <a:rPr sz="1800" dirty="0">
                <a:solidFill>
                  <a:srgbClr val="000000"/>
                </a:solidFill>
                <a:latin typeface="JMPQAK+ArialMT"/>
                <a:cs typeface="JMPQAK+ArialMT"/>
              </a:rPr>
              <a:t>having</a:t>
            </a:r>
            <a:r>
              <a:rPr sz="1800" spc="339" dirty="0">
                <a:solidFill>
                  <a:srgbClr val="000000"/>
                </a:solidFill>
                <a:latin typeface="Times New Roman"/>
                <a:cs typeface="Times New Roman"/>
              </a:rPr>
              <a:t> </a:t>
            </a:r>
            <a:r>
              <a:rPr sz="1800" dirty="0">
                <a:solidFill>
                  <a:srgbClr val="000000"/>
                </a:solidFill>
                <a:latin typeface="JMPQAK+ArialMT"/>
                <a:cs typeface="JMPQAK+ArialMT"/>
              </a:rPr>
              <a:t>same</a:t>
            </a:r>
            <a:r>
              <a:rPr sz="1800" spc="340" dirty="0">
                <a:solidFill>
                  <a:srgbClr val="000000"/>
                </a:solidFill>
                <a:latin typeface="Times New Roman"/>
                <a:cs typeface="Times New Roman"/>
              </a:rPr>
              <a:t> </a:t>
            </a:r>
            <a:r>
              <a:rPr sz="1800" dirty="0">
                <a:solidFill>
                  <a:srgbClr val="000000"/>
                </a:solidFill>
                <a:latin typeface="JMPQAK+ArialMT"/>
                <a:cs typeface="JMPQAK+ArialMT"/>
              </a:rPr>
              <a:t>name</a:t>
            </a:r>
            <a:r>
              <a:rPr sz="1800" spc="340" dirty="0">
                <a:solidFill>
                  <a:srgbClr val="000000"/>
                </a:solidFill>
                <a:latin typeface="Times New Roman"/>
                <a:cs typeface="Times New Roman"/>
              </a:rPr>
              <a:t> </a:t>
            </a:r>
            <a:r>
              <a:rPr sz="1800" dirty="0">
                <a:solidFill>
                  <a:srgbClr val="000000"/>
                </a:solidFill>
                <a:latin typeface="JMPQAK+ArialMT"/>
                <a:cs typeface="JMPQAK+ArialMT"/>
              </a:rPr>
              <a:t>called</a:t>
            </a:r>
            <a:r>
              <a:rPr sz="1800" spc="340" dirty="0">
                <a:solidFill>
                  <a:srgbClr val="000000"/>
                </a:solidFill>
                <a:latin typeface="Times New Roman"/>
                <a:cs typeface="Times New Roman"/>
              </a:rPr>
              <a:t> </a:t>
            </a:r>
            <a:r>
              <a:rPr sz="1800" dirty="0">
                <a:solidFill>
                  <a:srgbClr val="000000"/>
                </a:solidFill>
                <a:latin typeface="JMPQAK+ArialMT"/>
                <a:cs typeface="JMPQAK+ArialMT"/>
              </a:rPr>
              <a:t>year</a:t>
            </a:r>
          </a:p>
          <a:p>
            <a:pPr marL="0" marR="0">
              <a:lnSpc>
                <a:spcPts val="2010"/>
              </a:lnSpc>
              <a:spcBef>
                <a:spcPts val="149"/>
              </a:spcBef>
              <a:spcAft>
                <a:spcPts val="0"/>
              </a:spcAft>
            </a:pPr>
            <a:r>
              <a:rPr sz="1800" dirty="0">
                <a:solidFill>
                  <a:srgbClr val="000000"/>
                </a:solidFill>
                <a:latin typeface="JMPQAK+ArialMT"/>
                <a:cs typeface="JMPQAK+ArialMT"/>
              </a:rPr>
              <a:t>with</a:t>
            </a:r>
            <a:r>
              <a:rPr sz="1800" spc="49" dirty="0">
                <a:solidFill>
                  <a:srgbClr val="000000"/>
                </a:solidFill>
                <a:latin typeface="Times New Roman"/>
                <a:cs typeface="Times New Roman"/>
              </a:rPr>
              <a:t> </a:t>
            </a:r>
            <a:r>
              <a:rPr sz="1800" dirty="0">
                <a:solidFill>
                  <a:srgbClr val="000000"/>
                </a:solidFill>
                <a:latin typeface="JMPQAK+ArialMT"/>
                <a:cs typeface="JMPQAK+ArialMT"/>
              </a:rPr>
              <a:t>different</a:t>
            </a:r>
            <a:r>
              <a:rPr sz="1800" spc="47" dirty="0">
                <a:solidFill>
                  <a:srgbClr val="000000"/>
                </a:solidFill>
                <a:latin typeface="Times New Roman"/>
                <a:cs typeface="Times New Roman"/>
              </a:rPr>
              <a:t> </a:t>
            </a:r>
            <a:r>
              <a:rPr sz="1800" dirty="0">
                <a:solidFill>
                  <a:srgbClr val="000000"/>
                </a:solidFill>
                <a:latin typeface="JMPQAK+ArialMT"/>
                <a:cs typeface="JMPQAK+ArialMT"/>
              </a:rPr>
              <a:t>values.</a:t>
            </a:r>
            <a:r>
              <a:rPr sz="1800" spc="46" dirty="0">
                <a:solidFill>
                  <a:srgbClr val="000000"/>
                </a:solidFill>
                <a:latin typeface="Times New Roman"/>
                <a:cs typeface="Times New Roman"/>
              </a:rPr>
              <a:t> </a:t>
            </a:r>
            <a:r>
              <a:rPr sz="1800" dirty="0">
                <a:solidFill>
                  <a:srgbClr val="000000"/>
                </a:solidFill>
                <a:latin typeface="JMPQAK+ArialMT"/>
                <a:cs typeface="JMPQAK+ArialMT"/>
              </a:rPr>
              <a:t>Out</a:t>
            </a:r>
            <a:r>
              <a:rPr sz="1800" spc="47" dirty="0">
                <a:solidFill>
                  <a:srgbClr val="000000"/>
                </a:solidFill>
                <a:latin typeface="Times New Roman"/>
                <a:cs typeface="Times New Roman"/>
              </a:rPr>
              <a:t> </a:t>
            </a:r>
            <a:r>
              <a:rPr sz="1800" dirty="0">
                <a:solidFill>
                  <a:srgbClr val="000000"/>
                </a:solidFill>
                <a:latin typeface="JMPQAK+ArialMT"/>
                <a:cs typeface="JMPQAK+ArialMT"/>
              </a:rPr>
              <a:t>shows</a:t>
            </a:r>
            <a:r>
              <a:rPr sz="1800" spc="49" dirty="0">
                <a:solidFill>
                  <a:srgbClr val="000000"/>
                </a:solidFill>
                <a:latin typeface="Times New Roman"/>
                <a:cs typeface="Times New Roman"/>
              </a:rPr>
              <a:t> </a:t>
            </a:r>
            <a:r>
              <a:rPr sz="1800" dirty="0">
                <a:solidFill>
                  <a:srgbClr val="000000"/>
                </a:solidFill>
                <a:latin typeface="JMPQAK+ArialMT"/>
                <a:cs typeface="JMPQAK+ArialMT"/>
              </a:rPr>
              <a:t>only</a:t>
            </a:r>
            <a:r>
              <a:rPr sz="1800" spc="49" dirty="0">
                <a:solidFill>
                  <a:srgbClr val="000000"/>
                </a:solidFill>
                <a:latin typeface="Times New Roman"/>
                <a:cs typeface="Times New Roman"/>
              </a:rPr>
              <a:t> </a:t>
            </a:r>
            <a:r>
              <a:rPr sz="1800" dirty="0">
                <a:solidFill>
                  <a:srgbClr val="000000"/>
                </a:solidFill>
                <a:latin typeface="JMPQAK+ArialMT"/>
                <a:cs typeface="JMPQAK+ArialMT"/>
              </a:rPr>
              <a:t>one</a:t>
            </a:r>
            <a:r>
              <a:rPr sz="1800" spc="49" dirty="0">
                <a:solidFill>
                  <a:srgbClr val="000000"/>
                </a:solidFill>
                <a:latin typeface="Times New Roman"/>
                <a:cs typeface="Times New Roman"/>
              </a:rPr>
              <a:t> </a:t>
            </a:r>
            <a:r>
              <a:rPr sz="1800" dirty="0">
                <a:solidFill>
                  <a:srgbClr val="000000"/>
                </a:solidFill>
                <a:latin typeface="JMPQAK+ArialMT"/>
                <a:cs typeface="JMPQAK+ArialMT"/>
              </a:rPr>
              <a:t>key</a:t>
            </a:r>
            <a:r>
              <a:rPr sz="1800" spc="49" dirty="0">
                <a:solidFill>
                  <a:srgbClr val="000000"/>
                </a:solidFill>
                <a:latin typeface="Times New Roman"/>
                <a:cs typeface="Times New Roman"/>
              </a:rPr>
              <a:t> </a:t>
            </a:r>
            <a:r>
              <a:rPr sz="1800" dirty="0">
                <a:solidFill>
                  <a:srgbClr val="000000"/>
                </a:solidFill>
                <a:latin typeface="JMPQAK+ArialMT"/>
                <a:cs typeface="JMPQAK+ArialMT"/>
              </a:rPr>
              <a:t>and</a:t>
            </a:r>
            <a:r>
              <a:rPr sz="1800" spc="49" dirty="0">
                <a:solidFill>
                  <a:srgbClr val="000000"/>
                </a:solidFill>
                <a:latin typeface="Times New Roman"/>
                <a:cs typeface="Times New Roman"/>
              </a:rPr>
              <a:t> </a:t>
            </a:r>
            <a:r>
              <a:rPr sz="1800" dirty="0">
                <a:solidFill>
                  <a:srgbClr val="000000"/>
                </a:solidFill>
                <a:latin typeface="JMPQAK+ArialMT"/>
                <a:cs typeface="JMPQAK+ArialMT"/>
              </a:rPr>
              <a:t>its</a:t>
            </a:r>
            <a:r>
              <a:rPr sz="1800" spc="49" dirty="0">
                <a:solidFill>
                  <a:srgbClr val="000000"/>
                </a:solidFill>
                <a:latin typeface="Times New Roman"/>
                <a:cs typeface="Times New Roman"/>
              </a:rPr>
              <a:t> </a:t>
            </a:r>
            <a:r>
              <a:rPr sz="1800" dirty="0">
                <a:solidFill>
                  <a:srgbClr val="000000"/>
                </a:solidFill>
                <a:latin typeface="JMPQAK+ArialMT"/>
                <a:cs typeface="JMPQAK+ArialMT"/>
              </a:rPr>
              <a:t>corresponding</a:t>
            </a:r>
            <a:r>
              <a:rPr sz="1800" spc="49" dirty="0">
                <a:solidFill>
                  <a:srgbClr val="000000"/>
                </a:solidFill>
                <a:latin typeface="Times New Roman"/>
                <a:cs typeface="Times New Roman"/>
              </a:rPr>
              <a:t> </a:t>
            </a:r>
            <a:r>
              <a:rPr sz="1800" dirty="0">
                <a:solidFill>
                  <a:srgbClr val="000000"/>
                </a:solidFill>
                <a:latin typeface="JMPQAK+ArialMT"/>
                <a:cs typeface="JMPQAK+ArialMT"/>
              </a:rPr>
              <a:t>value.</a:t>
            </a:r>
          </a:p>
          <a:p>
            <a:pPr marL="0" marR="0">
              <a:lnSpc>
                <a:spcPts val="2010"/>
              </a:lnSpc>
              <a:spcBef>
                <a:spcPts val="199"/>
              </a:spcBef>
              <a:spcAft>
                <a:spcPts val="0"/>
              </a:spcAft>
            </a:pPr>
            <a:r>
              <a:rPr sz="1800" dirty="0">
                <a:solidFill>
                  <a:srgbClr val="000000"/>
                </a:solidFill>
                <a:latin typeface="JMPQAK+ArialMT"/>
                <a:cs typeface="JMPQAK+ArialMT"/>
              </a:rPr>
              <a:t>thisdict</a:t>
            </a:r>
            <a:r>
              <a:rPr sz="1800" spc="46" dirty="0">
                <a:solidFill>
                  <a:srgbClr val="000000"/>
                </a:solidFill>
                <a:latin typeface="Times New Roman"/>
                <a:cs typeface="Times New Roman"/>
              </a:rPr>
              <a:t> </a:t>
            </a:r>
            <a:r>
              <a:rPr sz="1800" dirty="0">
                <a:solidFill>
                  <a:srgbClr val="000000"/>
                </a:solidFill>
                <a:latin typeface="JMPQAK+ArialMT"/>
                <a:cs typeface="JMPQAK+ArialMT"/>
              </a:rPr>
              <a:t>=</a:t>
            </a:r>
            <a:r>
              <a:rPr sz="1800" spc="46" dirty="0">
                <a:solidFill>
                  <a:srgbClr val="000000"/>
                </a:solidFill>
                <a:latin typeface="Times New Roman"/>
                <a:cs typeface="Times New Roman"/>
              </a:rPr>
              <a:t> </a:t>
            </a:r>
            <a:r>
              <a:rPr sz="1800" dirty="0">
                <a:solidFill>
                  <a:srgbClr val="000000"/>
                </a:solidFill>
                <a:latin typeface="JMPQAK+ArialMT"/>
                <a:cs typeface="JMPQAK+ArialMT"/>
              </a:rPr>
              <a:t>{</a:t>
            </a:r>
          </a:p>
          <a:p>
            <a:pPr marL="0" marR="0">
              <a:lnSpc>
                <a:spcPts val="2010"/>
              </a:lnSpc>
              <a:spcBef>
                <a:spcPts val="199"/>
              </a:spcBef>
              <a:spcAft>
                <a:spcPts val="0"/>
              </a:spcAft>
            </a:pPr>
            <a:r>
              <a:rPr sz="1800" dirty="0">
                <a:solidFill>
                  <a:srgbClr val="000000"/>
                </a:solidFill>
                <a:latin typeface="JMPQAK+ArialMT"/>
                <a:cs typeface="JMPQAK+ArialMT"/>
              </a:rPr>
              <a:t>"brand":</a:t>
            </a:r>
            <a:r>
              <a:rPr sz="1800" spc="47" dirty="0">
                <a:solidFill>
                  <a:srgbClr val="000000"/>
                </a:solidFill>
                <a:latin typeface="Times New Roman"/>
                <a:cs typeface="Times New Roman"/>
              </a:rPr>
              <a:t> </a:t>
            </a:r>
            <a:r>
              <a:rPr sz="1800" dirty="0">
                <a:solidFill>
                  <a:srgbClr val="000000"/>
                </a:solidFill>
                <a:latin typeface="JMPQAK+ArialMT"/>
                <a:cs typeface="JMPQAK+ArialMT"/>
              </a:rPr>
              <a:t>"Ford",</a:t>
            </a:r>
          </a:p>
          <a:p>
            <a:pPr marL="0" marR="0">
              <a:lnSpc>
                <a:spcPts val="2010"/>
              </a:lnSpc>
              <a:spcBef>
                <a:spcPts val="149"/>
              </a:spcBef>
              <a:spcAft>
                <a:spcPts val="0"/>
              </a:spcAft>
            </a:pPr>
            <a:r>
              <a:rPr sz="1800" dirty="0">
                <a:solidFill>
                  <a:srgbClr val="000000"/>
                </a:solidFill>
                <a:latin typeface="JMPQAK+ArialMT"/>
                <a:cs typeface="JMPQAK+ArialMT"/>
              </a:rPr>
              <a:t>"model":</a:t>
            </a:r>
            <a:r>
              <a:rPr sz="1800" spc="47" dirty="0">
                <a:solidFill>
                  <a:srgbClr val="000000"/>
                </a:solidFill>
                <a:latin typeface="Times New Roman"/>
                <a:cs typeface="Times New Roman"/>
              </a:rPr>
              <a:t> </a:t>
            </a:r>
            <a:r>
              <a:rPr sz="1800" dirty="0">
                <a:solidFill>
                  <a:srgbClr val="000000"/>
                </a:solidFill>
                <a:latin typeface="JMPQAK+ArialMT"/>
                <a:cs typeface="JMPQAK+ArialMT"/>
              </a:rPr>
              <a:t>"Mustang",</a:t>
            </a:r>
          </a:p>
          <a:p>
            <a:pPr marL="0" marR="0">
              <a:lnSpc>
                <a:spcPts val="2010"/>
              </a:lnSpc>
              <a:spcBef>
                <a:spcPts val="199"/>
              </a:spcBef>
              <a:spcAft>
                <a:spcPts val="0"/>
              </a:spcAft>
            </a:pPr>
            <a:r>
              <a:rPr sz="1800" dirty="0">
                <a:solidFill>
                  <a:srgbClr val="000000"/>
                </a:solidFill>
                <a:latin typeface="JMPQAK+ArialMT"/>
                <a:cs typeface="JMPQAK+ArialMT"/>
              </a:rPr>
              <a:t>"year":</a:t>
            </a:r>
            <a:r>
              <a:rPr sz="1800" spc="47" dirty="0">
                <a:solidFill>
                  <a:srgbClr val="000000"/>
                </a:solidFill>
                <a:latin typeface="Times New Roman"/>
                <a:cs typeface="Times New Roman"/>
              </a:rPr>
              <a:t> </a:t>
            </a:r>
            <a:r>
              <a:rPr sz="1800" dirty="0">
                <a:solidFill>
                  <a:srgbClr val="000000"/>
                </a:solidFill>
                <a:latin typeface="JMPQAK+ArialMT"/>
                <a:cs typeface="JMPQAK+ArialMT"/>
              </a:rPr>
              <a:t>1964,</a:t>
            </a:r>
          </a:p>
          <a:p>
            <a:pPr marL="0" marR="0">
              <a:lnSpc>
                <a:spcPts val="2010"/>
              </a:lnSpc>
              <a:spcBef>
                <a:spcPts val="149"/>
              </a:spcBef>
              <a:spcAft>
                <a:spcPts val="0"/>
              </a:spcAft>
            </a:pPr>
            <a:r>
              <a:rPr sz="1800" dirty="0">
                <a:solidFill>
                  <a:srgbClr val="000000"/>
                </a:solidFill>
                <a:latin typeface="JMPQAK+ArialMT"/>
                <a:cs typeface="JMPQAK+ArialMT"/>
              </a:rPr>
              <a:t>"year":</a:t>
            </a:r>
            <a:r>
              <a:rPr sz="1800" spc="47" dirty="0">
                <a:solidFill>
                  <a:srgbClr val="000000"/>
                </a:solidFill>
                <a:latin typeface="Times New Roman"/>
                <a:cs typeface="Times New Roman"/>
              </a:rPr>
              <a:t> </a:t>
            </a:r>
            <a:r>
              <a:rPr sz="1800" dirty="0">
                <a:solidFill>
                  <a:srgbClr val="000000"/>
                </a:solidFill>
                <a:latin typeface="JMPQAK+ArialMT"/>
                <a:cs typeface="JMPQAK+ArialMT"/>
              </a:rPr>
              <a:t>2020</a:t>
            </a:r>
          </a:p>
        </p:txBody>
      </p:sp>
      <p:sp>
        <p:nvSpPr>
          <p:cNvPr id="5" name="object 5"/>
          <p:cNvSpPr txBox="1"/>
          <p:nvPr/>
        </p:nvSpPr>
        <p:spPr>
          <a:xfrm>
            <a:off x="628650" y="3579119"/>
            <a:ext cx="228748" cy="293489"/>
          </a:xfrm>
          <a:prstGeom prst="rect">
            <a:avLst/>
          </a:prstGeom>
        </p:spPr>
        <p:txBody>
          <a:bodyPr vert="horz" wrap="square" lIns="0" tIns="0" rIns="0" bIns="0" rtlCol="0">
            <a:spAutoFit/>
          </a:bodyPr>
          <a:lstStyle/>
          <a:p>
            <a:pPr marL="0" marR="0">
              <a:lnSpc>
                <a:spcPts val="2010"/>
              </a:lnSpc>
              <a:spcBef>
                <a:spcPts val="0"/>
              </a:spcBef>
              <a:spcAft>
                <a:spcPts val="0"/>
              </a:spcAft>
            </a:pPr>
            <a:r>
              <a:rPr sz="1800" dirty="0">
                <a:solidFill>
                  <a:srgbClr val="000000"/>
                </a:solidFill>
                <a:latin typeface="JMPQAK+ArialMT"/>
                <a:cs typeface="JMPQAK+ArialMT"/>
              </a:rPr>
              <a:t>}</a:t>
            </a:r>
          </a:p>
        </p:txBody>
      </p:sp>
      <p:sp>
        <p:nvSpPr>
          <p:cNvPr id="6" name="object 6"/>
          <p:cNvSpPr txBox="1"/>
          <p:nvPr/>
        </p:nvSpPr>
        <p:spPr>
          <a:xfrm>
            <a:off x="628650" y="3853439"/>
            <a:ext cx="4878700" cy="842128"/>
          </a:xfrm>
          <a:prstGeom prst="rect">
            <a:avLst/>
          </a:prstGeom>
        </p:spPr>
        <p:txBody>
          <a:bodyPr vert="horz" wrap="square" lIns="0" tIns="0" rIns="0" bIns="0" rtlCol="0">
            <a:spAutoFit/>
          </a:bodyPr>
          <a:lstStyle/>
          <a:p>
            <a:pPr marL="0" marR="0">
              <a:lnSpc>
                <a:spcPts val="2010"/>
              </a:lnSpc>
              <a:spcBef>
                <a:spcPts val="0"/>
              </a:spcBef>
              <a:spcAft>
                <a:spcPts val="0"/>
              </a:spcAft>
            </a:pPr>
            <a:r>
              <a:rPr sz="1800" dirty="0">
                <a:solidFill>
                  <a:srgbClr val="000000"/>
                </a:solidFill>
                <a:latin typeface="JMPQAK+ArialMT"/>
                <a:cs typeface="JMPQAK+ArialMT"/>
              </a:rPr>
              <a:t>print(thisdict)</a:t>
            </a:r>
          </a:p>
          <a:p>
            <a:pPr marL="0" marR="0">
              <a:lnSpc>
                <a:spcPts val="2010"/>
              </a:lnSpc>
              <a:spcBef>
                <a:spcPts val="199"/>
              </a:spcBef>
              <a:spcAft>
                <a:spcPts val="0"/>
              </a:spcAft>
            </a:pPr>
            <a:r>
              <a:rPr sz="1800" dirty="0">
                <a:solidFill>
                  <a:srgbClr val="000000"/>
                </a:solidFill>
                <a:latin typeface="JMPQAK+ArialMT"/>
                <a:cs typeface="JMPQAK+ArialMT"/>
              </a:rPr>
              <a:t>output</a:t>
            </a:r>
            <a:r>
              <a:rPr sz="1800" spc="47" dirty="0">
                <a:solidFill>
                  <a:srgbClr val="000000"/>
                </a:solidFill>
                <a:latin typeface="Times New Roman"/>
                <a:cs typeface="Times New Roman"/>
              </a:rPr>
              <a:t> </a:t>
            </a:r>
            <a:r>
              <a:rPr sz="1800" dirty="0">
                <a:solidFill>
                  <a:srgbClr val="000000"/>
                </a:solidFill>
                <a:latin typeface="JMPQAK+ArialMT"/>
                <a:cs typeface="JMPQAK+ArialMT"/>
              </a:rPr>
              <a:t>of</a:t>
            </a:r>
            <a:r>
              <a:rPr sz="1800" spc="46" dirty="0">
                <a:solidFill>
                  <a:srgbClr val="000000"/>
                </a:solidFill>
                <a:latin typeface="Times New Roman"/>
                <a:cs typeface="Times New Roman"/>
              </a:rPr>
              <a:t> </a:t>
            </a:r>
            <a:r>
              <a:rPr sz="1800" dirty="0">
                <a:solidFill>
                  <a:srgbClr val="000000"/>
                </a:solidFill>
                <a:latin typeface="JMPQAK+ArialMT"/>
                <a:cs typeface="JMPQAK+ArialMT"/>
              </a:rPr>
              <a:t>the</a:t>
            </a:r>
            <a:r>
              <a:rPr sz="1800" spc="49" dirty="0">
                <a:solidFill>
                  <a:srgbClr val="000000"/>
                </a:solidFill>
                <a:latin typeface="Times New Roman"/>
                <a:cs typeface="Times New Roman"/>
              </a:rPr>
              <a:t> </a:t>
            </a:r>
            <a:r>
              <a:rPr sz="1800" dirty="0">
                <a:solidFill>
                  <a:srgbClr val="000000"/>
                </a:solidFill>
                <a:latin typeface="JMPQAK+ArialMT"/>
                <a:cs typeface="JMPQAK+ArialMT"/>
              </a:rPr>
              <a:t>above</a:t>
            </a:r>
            <a:r>
              <a:rPr sz="1800" spc="49" dirty="0">
                <a:solidFill>
                  <a:srgbClr val="000000"/>
                </a:solidFill>
                <a:latin typeface="Times New Roman"/>
                <a:cs typeface="Times New Roman"/>
              </a:rPr>
              <a:t> </a:t>
            </a:r>
            <a:r>
              <a:rPr sz="1800" dirty="0">
                <a:solidFill>
                  <a:srgbClr val="000000"/>
                </a:solidFill>
                <a:latin typeface="JMPQAK+ArialMT"/>
                <a:cs typeface="JMPQAK+ArialMT"/>
              </a:rPr>
              <a:t>code</a:t>
            </a:r>
            <a:r>
              <a:rPr sz="1800" spc="49" dirty="0">
                <a:solidFill>
                  <a:srgbClr val="000000"/>
                </a:solidFill>
                <a:latin typeface="Times New Roman"/>
                <a:cs typeface="Times New Roman"/>
              </a:rPr>
              <a:t> </a:t>
            </a:r>
            <a:r>
              <a:rPr sz="1800" dirty="0">
                <a:solidFill>
                  <a:srgbClr val="000000"/>
                </a:solidFill>
                <a:latin typeface="JMPQAK+ArialMT"/>
                <a:cs typeface="JMPQAK+ArialMT"/>
              </a:rPr>
              <a:t>snippet</a:t>
            </a:r>
            <a:r>
              <a:rPr sz="1800" spc="46" dirty="0">
                <a:solidFill>
                  <a:srgbClr val="000000"/>
                </a:solidFill>
                <a:latin typeface="Times New Roman"/>
                <a:cs typeface="Times New Roman"/>
              </a:rPr>
              <a:t> </a:t>
            </a:r>
            <a:r>
              <a:rPr sz="1800" dirty="0">
                <a:solidFill>
                  <a:srgbClr val="000000"/>
                </a:solidFill>
                <a:latin typeface="JMPQAK+ArialMT"/>
                <a:cs typeface="JMPQAK+ArialMT"/>
              </a:rPr>
              <a:t>:</a:t>
            </a:r>
          </a:p>
          <a:p>
            <a:pPr marL="0" marR="0">
              <a:lnSpc>
                <a:spcPts val="2010"/>
              </a:lnSpc>
              <a:spcBef>
                <a:spcPts val="149"/>
              </a:spcBef>
              <a:spcAft>
                <a:spcPts val="0"/>
              </a:spcAft>
            </a:pPr>
            <a:r>
              <a:rPr sz="1800" dirty="0">
                <a:solidFill>
                  <a:srgbClr val="000000"/>
                </a:solidFill>
                <a:latin typeface="JMPQAK+ArialMT"/>
                <a:cs typeface="JMPQAK+ArialMT"/>
              </a:rPr>
              <a:t>{'brand':</a:t>
            </a:r>
            <a:r>
              <a:rPr sz="1800" spc="47" dirty="0">
                <a:solidFill>
                  <a:srgbClr val="000000"/>
                </a:solidFill>
                <a:latin typeface="Times New Roman"/>
                <a:cs typeface="Times New Roman"/>
              </a:rPr>
              <a:t> </a:t>
            </a:r>
            <a:r>
              <a:rPr sz="1800" dirty="0">
                <a:solidFill>
                  <a:srgbClr val="000000"/>
                </a:solidFill>
                <a:latin typeface="JMPQAK+ArialMT"/>
                <a:cs typeface="JMPQAK+ArialMT"/>
              </a:rPr>
              <a:t>'Ford',</a:t>
            </a:r>
            <a:r>
              <a:rPr sz="1800" spc="47" dirty="0">
                <a:solidFill>
                  <a:srgbClr val="000000"/>
                </a:solidFill>
                <a:latin typeface="Times New Roman"/>
                <a:cs typeface="Times New Roman"/>
              </a:rPr>
              <a:t> </a:t>
            </a:r>
            <a:r>
              <a:rPr sz="1800" dirty="0">
                <a:solidFill>
                  <a:srgbClr val="000000"/>
                </a:solidFill>
                <a:latin typeface="JMPQAK+ArialMT"/>
                <a:cs typeface="JMPQAK+ArialMT"/>
              </a:rPr>
              <a:t>'model':</a:t>
            </a:r>
            <a:r>
              <a:rPr sz="1800" spc="47" dirty="0">
                <a:solidFill>
                  <a:srgbClr val="000000"/>
                </a:solidFill>
                <a:latin typeface="Times New Roman"/>
                <a:cs typeface="Times New Roman"/>
              </a:rPr>
              <a:t> </a:t>
            </a:r>
            <a:r>
              <a:rPr sz="1800" dirty="0">
                <a:solidFill>
                  <a:srgbClr val="000000"/>
                </a:solidFill>
                <a:latin typeface="JMPQAK+ArialMT"/>
                <a:cs typeface="JMPQAK+ArialMT"/>
              </a:rPr>
              <a:t>'Mustang',</a:t>
            </a:r>
            <a:r>
              <a:rPr sz="1800" spc="47" dirty="0">
                <a:solidFill>
                  <a:srgbClr val="000000"/>
                </a:solidFill>
                <a:latin typeface="Times New Roman"/>
                <a:cs typeface="Times New Roman"/>
              </a:rPr>
              <a:t> </a:t>
            </a:r>
            <a:r>
              <a:rPr sz="1800" dirty="0">
                <a:solidFill>
                  <a:srgbClr val="000000"/>
                </a:solidFill>
                <a:latin typeface="JMPQAK+ArialMT"/>
                <a:cs typeface="JMPQAK+ArialMT"/>
              </a:rPr>
              <a:t>'year':</a:t>
            </a:r>
            <a:r>
              <a:rPr sz="1800" spc="47" dirty="0">
                <a:solidFill>
                  <a:srgbClr val="000000"/>
                </a:solidFill>
                <a:latin typeface="Times New Roman"/>
                <a:cs typeface="Times New Roman"/>
              </a:rPr>
              <a:t> </a:t>
            </a:r>
            <a:r>
              <a:rPr sz="1800" dirty="0">
                <a:solidFill>
                  <a:srgbClr val="000000"/>
                </a:solidFill>
                <a:latin typeface="JMPQAK+ArialMT"/>
                <a:cs typeface="JMPQAK+ArialMT"/>
              </a:rPr>
              <a:t>2020}</a:t>
            </a:r>
          </a:p>
        </p:txBody>
      </p:sp>
      <p:sp>
        <p:nvSpPr>
          <p:cNvPr id="7" name="object 7"/>
          <p:cNvSpPr txBox="1"/>
          <p:nvPr/>
        </p:nvSpPr>
        <p:spPr>
          <a:xfrm>
            <a:off x="8570793" y="4825974"/>
            <a:ext cx="268262" cy="253863"/>
          </a:xfrm>
          <a:prstGeom prst="rect">
            <a:avLst/>
          </a:prstGeom>
        </p:spPr>
        <p:txBody>
          <a:bodyPr vert="horz" wrap="square" lIns="0" tIns="0" rIns="0" bIns="0" rtlCol="0">
            <a:spAutoFit/>
          </a:bodyPr>
          <a:lstStyle/>
          <a:p>
            <a:pPr marL="0" marR="0">
              <a:lnSpc>
                <a:spcPts val="1698"/>
              </a:lnSpc>
              <a:spcBef>
                <a:spcPts val="0"/>
              </a:spcBef>
              <a:spcAft>
                <a:spcPts val="0"/>
              </a:spcAft>
            </a:pPr>
            <a:r>
              <a:rPr sz="1800" dirty="0">
                <a:solidFill>
                  <a:srgbClr val="888888"/>
                </a:solidFill>
                <a:latin typeface="Calibri"/>
                <a:cs typeface="Calibri"/>
              </a:rPr>
              <a:t>8</a:t>
            </a:r>
          </a:p>
        </p:txBody>
      </p:sp>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1"/>
          <p:cNvSpPr/>
          <p:nvPr/>
        </p:nvSpPr>
        <p:spPr>
          <a:xfrm>
            <a:off x="0" y="0"/>
            <a:ext cx="9144000" cy="5143500"/>
          </a:xfrm>
          <a:prstGeom prst="rect">
            <a:avLst/>
          </a:prstGeom>
          <a:blipFill>
            <a:blip r:embed="rId2" cstate="print"/>
            <a:stretch>
              <a:fillRect/>
            </a:stretch>
          </a:blipFill>
        </p:spPr>
        <p:txBody>
          <a:bodyPr wrap="square" lIns="0" tIns="0" rIns="0" bIns="0" rtlCol="0">
            <a:spAutoFit/>
          </a:bodyPr>
          <a:lstStyle/>
          <a:p>
            <a:endParaRPr/>
          </a:p>
        </p:txBody>
      </p:sp>
      <p:sp>
        <p:nvSpPr>
          <p:cNvPr id="3" name="object 3"/>
          <p:cNvSpPr txBox="1"/>
          <p:nvPr/>
        </p:nvSpPr>
        <p:spPr>
          <a:xfrm>
            <a:off x="628650" y="261127"/>
            <a:ext cx="7269896" cy="1025651"/>
          </a:xfrm>
          <a:prstGeom prst="rect">
            <a:avLst/>
          </a:prstGeom>
        </p:spPr>
        <p:txBody>
          <a:bodyPr vert="horz" wrap="square" lIns="0" tIns="0" rIns="0" bIns="0" rtlCol="0">
            <a:spAutoFit/>
          </a:bodyPr>
          <a:lstStyle/>
          <a:p>
            <a:pPr marL="0" marR="0">
              <a:lnSpc>
                <a:spcPts val="3936"/>
              </a:lnSpc>
              <a:spcBef>
                <a:spcPts val="0"/>
              </a:spcBef>
              <a:spcAft>
                <a:spcPts val="0"/>
              </a:spcAft>
            </a:pPr>
            <a:r>
              <a:rPr sz="3200" b="1" dirty="0">
                <a:solidFill>
                  <a:srgbClr val="C00000"/>
                </a:solidFill>
                <a:latin typeface="JCLMCO+LibreBaskerville-Bold"/>
                <a:cs typeface="JCLMCO+LibreBaskerville-Bold"/>
              </a:rPr>
              <a:t>Changing</a:t>
            </a:r>
            <a:r>
              <a:rPr sz="3200" b="1" spc="-40" dirty="0">
                <a:solidFill>
                  <a:srgbClr val="C00000"/>
                </a:solidFill>
                <a:latin typeface="JCLMCO+LibreBaskerville-Bold"/>
                <a:cs typeface="JCLMCO+LibreBaskerville-Bold"/>
              </a:rPr>
              <a:t> </a:t>
            </a:r>
            <a:r>
              <a:rPr sz="3200" b="1" dirty="0">
                <a:solidFill>
                  <a:srgbClr val="C00000"/>
                </a:solidFill>
                <a:latin typeface="JCLMCO+LibreBaskerville-Bold"/>
                <a:cs typeface="JCLMCO+LibreBaskerville-Bold"/>
              </a:rPr>
              <a:t>and Adding Dictionary</a:t>
            </a:r>
          </a:p>
          <a:p>
            <a:pPr marL="0" marR="0">
              <a:lnSpc>
                <a:spcPts val="3839"/>
              </a:lnSpc>
              <a:spcBef>
                <a:spcPts val="50"/>
              </a:spcBef>
              <a:spcAft>
                <a:spcPts val="0"/>
              </a:spcAft>
            </a:pPr>
            <a:r>
              <a:rPr sz="3200" b="1" dirty="0">
                <a:solidFill>
                  <a:srgbClr val="C00000"/>
                </a:solidFill>
                <a:latin typeface="JCLMCO+LibreBaskerville-Bold"/>
                <a:cs typeface="JCLMCO+LibreBaskerville-Bold"/>
              </a:rPr>
              <a:t>elements</a:t>
            </a:r>
          </a:p>
        </p:txBody>
      </p:sp>
      <p:sp>
        <p:nvSpPr>
          <p:cNvPr id="4" name="object 4"/>
          <p:cNvSpPr txBox="1"/>
          <p:nvPr/>
        </p:nvSpPr>
        <p:spPr>
          <a:xfrm>
            <a:off x="628650" y="1394084"/>
            <a:ext cx="8039290" cy="2488048"/>
          </a:xfrm>
          <a:prstGeom prst="rect">
            <a:avLst/>
          </a:prstGeom>
        </p:spPr>
        <p:txBody>
          <a:bodyPr vert="horz" wrap="square" lIns="0" tIns="0" rIns="0" bIns="0" rtlCol="0">
            <a:spAutoFit/>
          </a:bodyPr>
          <a:lstStyle/>
          <a:p>
            <a:pPr marL="0" marR="0">
              <a:lnSpc>
                <a:spcPts val="2010"/>
              </a:lnSpc>
              <a:spcBef>
                <a:spcPts val="0"/>
              </a:spcBef>
              <a:spcAft>
                <a:spcPts val="0"/>
              </a:spcAft>
            </a:pPr>
            <a:r>
              <a:rPr sz="1800" dirty="0">
                <a:solidFill>
                  <a:srgbClr val="000000"/>
                </a:solidFill>
                <a:latin typeface="JMPQAK+ArialMT"/>
                <a:cs typeface="JMPQAK+ArialMT"/>
              </a:rPr>
              <a:t>Dictionaries</a:t>
            </a:r>
            <a:r>
              <a:rPr sz="1800" spc="486" dirty="0">
                <a:solidFill>
                  <a:srgbClr val="000000"/>
                </a:solidFill>
                <a:latin typeface="Times New Roman"/>
                <a:cs typeface="Times New Roman"/>
              </a:rPr>
              <a:t> </a:t>
            </a:r>
            <a:r>
              <a:rPr sz="1800" dirty="0">
                <a:solidFill>
                  <a:srgbClr val="000000"/>
                </a:solidFill>
                <a:latin typeface="JMPQAK+ArialMT"/>
                <a:cs typeface="JMPQAK+ArialMT"/>
              </a:rPr>
              <a:t>are</a:t>
            </a:r>
            <a:r>
              <a:rPr sz="1800" spc="484" dirty="0">
                <a:solidFill>
                  <a:srgbClr val="000000"/>
                </a:solidFill>
                <a:latin typeface="Times New Roman"/>
                <a:cs typeface="Times New Roman"/>
              </a:rPr>
              <a:t> </a:t>
            </a:r>
            <a:r>
              <a:rPr sz="1800" dirty="0">
                <a:solidFill>
                  <a:srgbClr val="000000"/>
                </a:solidFill>
                <a:latin typeface="JMPQAK+ArialMT"/>
                <a:cs typeface="JMPQAK+ArialMT"/>
              </a:rPr>
              <a:t>mutable.</a:t>
            </a:r>
            <a:r>
              <a:rPr sz="1800" spc="486" dirty="0">
                <a:solidFill>
                  <a:srgbClr val="000000"/>
                </a:solidFill>
                <a:latin typeface="Times New Roman"/>
                <a:cs typeface="Times New Roman"/>
              </a:rPr>
              <a:t> </a:t>
            </a:r>
            <a:r>
              <a:rPr sz="1800" dirty="0">
                <a:solidFill>
                  <a:srgbClr val="000000"/>
                </a:solidFill>
                <a:latin typeface="JMPQAK+ArialMT"/>
                <a:cs typeface="JMPQAK+ArialMT"/>
              </a:rPr>
              <a:t>We</a:t>
            </a:r>
            <a:r>
              <a:rPr sz="1800" spc="457" dirty="0">
                <a:solidFill>
                  <a:srgbClr val="000000"/>
                </a:solidFill>
                <a:latin typeface="Times New Roman"/>
                <a:cs typeface="Times New Roman"/>
              </a:rPr>
              <a:t> </a:t>
            </a:r>
            <a:r>
              <a:rPr sz="1800" dirty="0">
                <a:solidFill>
                  <a:srgbClr val="000000"/>
                </a:solidFill>
                <a:latin typeface="JMPQAK+ArialMT"/>
                <a:cs typeface="JMPQAK+ArialMT"/>
              </a:rPr>
              <a:t>can</a:t>
            </a:r>
            <a:r>
              <a:rPr sz="1800" spc="484" dirty="0">
                <a:solidFill>
                  <a:srgbClr val="000000"/>
                </a:solidFill>
                <a:latin typeface="Times New Roman"/>
                <a:cs typeface="Times New Roman"/>
              </a:rPr>
              <a:t> </a:t>
            </a:r>
            <a:r>
              <a:rPr sz="1800" dirty="0">
                <a:solidFill>
                  <a:srgbClr val="000000"/>
                </a:solidFill>
                <a:latin typeface="JMPQAK+ArialMT"/>
                <a:cs typeface="JMPQAK+ArialMT"/>
              </a:rPr>
              <a:t>add</a:t>
            </a:r>
            <a:r>
              <a:rPr sz="1800" spc="484" dirty="0">
                <a:solidFill>
                  <a:srgbClr val="000000"/>
                </a:solidFill>
                <a:latin typeface="Times New Roman"/>
                <a:cs typeface="Times New Roman"/>
              </a:rPr>
              <a:t> </a:t>
            </a:r>
            <a:r>
              <a:rPr sz="1800" dirty="0">
                <a:solidFill>
                  <a:srgbClr val="000000"/>
                </a:solidFill>
                <a:latin typeface="JMPQAK+ArialMT"/>
                <a:cs typeface="JMPQAK+ArialMT"/>
              </a:rPr>
              <a:t>new</a:t>
            </a:r>
            <a:r>
              <a:rPr sz="1800" spc="484" dirty="0">
                <a:solidFill>
                  <a:srgbClr val="000000"/>
                </a:solidFill>
                <a:latin typeface="Times New Roman"/>
                <a:cs typeface="Times New Roman"/>
              </a:rPr>
              <a:t> </a:t>
            </a:r>
            <a:r>
              <a:rPr sz="1800" dirty="0">
                <a:solidFill>
                  <a:srgbClr val="000000"/>
                </a:solidFill>
                <a:latin typeface="JMPQAK+ArialMT"/>
                <a:cs typeface="JMPQAK+ArialMT"/>
              </a:rPr>
              <a:t>items</a:t>
            </a:r>
            <a:r>
              <a:rPr sz="1800" spc="488" dirty="0">
                <a:solidFill>
                  <a:srgbClr val="000000"/>
                </a:solidFill>
                <a:latin typeface="Times New Roman"/>
                <a:cs typeface="Times New Roman"/>
              </a:rPr>
              <a:t> </a:t>
            </a:r>
            <a:r>
              <a:rPr sz="1800" dirty="0">
                <a:solidFill>
                  <a:srgbClr val="000000"/>
                </a:solidFill>
                <a:latin typeface="JMPQAK+ArialMT"/>
                <a:cs typeface="JMPQAK+ArialMT"/>
              </a:rPr>
              <a:t>or</a:t>
            </a:r>
            <a:r>
              <a:rPr sz="1800" spc="486" dirty="0">
                <a:solidFill>
                  <a:srgbClr val="000000"/>
                </a:solidFill>
                <a:latin typeface="Times New Roman"/>
                <a:cs typeface="Times New Roman"/>
              </a:rPr>
              <a:t> </a:t>
            </a:r>
            <a:r>
              <a:rPr sz="1800" dirty="0">
                <a:solidFill>
                  <a:srgbClr val="000000"/>
                </a:solidFill>
                <a:latin typeface="JMPQAK+ArialMT"/>
                <a:cs typeface="JMPQAK+ArialMT"/>
              </a:rPr>
              <a:t>change</a:t>
            </a:r>
            <a:r>
              <a:rPr sz="1800" spc="482" dirty="0">
                <a:solidFill>
                  <a:srgbClr val="000000"/>
                </a:solidFill>
                <a:latin typeface="Times New Roman"/>
                <a:cs typeface="Times New Roman"/>
              </a:rPr>
              <a:t> </a:t>
            </a:r>
            <a:r>
              <a:rPr sz="1800" dirty="0">
                <a:solidFill>
                  <a:srgbClr val="000000"/>
                </a:solidFill>
                <a:latin typeface="JMPQAK+ArialMT"/>
                <a:cs typeface="JMPQAK+ArialMT"/>
              </a:rPr>
              <a:t>the</a:t>
            </a:r>
            <a:r>
              <a:rPr sz="1800" spc="486" dirty="0">
                <a:solidFill>
                  <a:srgbClr val="000000"/>
                </a:solidFill>
                <a:latin typeface="Times New Roman"/>
                <a:cs typeface="Times New Roman"/>
              </a:rPr>
              <a:t> </a:t>
            </a:r>
            <a:r>
              <a:rPr sz="1800" dirty="0">
                <a:solidFill>
                  <a:srgbClr val="000000"/>
                </a:solidFill>
                <a:latin typeface="JMPQAK+ArialMT"/>
                <a:cs typeface="JMPQAK+ArialMT"/>
              </a:rPr>
              <a:t>value</a:t>
            </a:r>
            <a:r>
              <a:rPr sz="1800" spc="484" dirty="0">
                <a:solidFill>
                  <a:srgbClr val="000000"/>
                </a:solidFill>
                <a:latin typeface="Times New Roman"/>
                <a:cs typeface="Times New Roman"/>
              </a:rPr>
              <a:t> </a:t>
            </a:r>
            <a:r>
              <a:rPr sz="1800" dirty="0">
                <a:solidFill>
                  <a:srgbClr val="000000"/>
                </a:solidFill>
                <a:latin typeface="JMPQAK+ArialMT"/>
                <a:cs typeface="JMPQAK+ArialMT"/>
              </a:rPr>
              <a:t>of</a:t>
            </a:r>
          </a:p>
          <a:p>
            <a:pPr marL="0" marR="0">
              <a:lnSpc>
                <a:spcPts val="2010"/>
              </a:lnSpc>
              <a:spcBef>
                <a:spcPts val="199"/>
              </a:spcBef>
              <a:spcAft>
                <a:spcPts val="0"/>
              </a:spcAft>
            </a:pPr>
            <a:r>
              <a:rPr sz="1800" dirty="0">
                <a:solidFill>
                  <a:srgbClr val="000000"/>
                </a:solidFill>
                <a:latin typeface="JMPQAK+ArialMT"/>
                <a:cs typeface="JMPQAK+ArialMT"/>
              </a:rPr>
              <a:t>existing</a:t>
            </a:r>
            <a:r>
              <a:rPr sz="1800" spc="376" dirty="0">
                <a:solidFill>
                  <a:srgbClr val="000000"/>
                </a:solidFill>
                <a:latin typeface="Times New Roman"/>
                <a:cs typeface="Times New Roman"/>
              </a:rPr>
              <a:t> </a:t>
            </a:r>
            <a:r>
              <a:rPr sz="1800" dirty="0">
                <a:solidFill>
                  <a:srgbClr val="000000"/>
                </a:solidFill>
                <a:latin typeface="JMPQAK+ArialMT"/>
                <a:cs typeface="JMPQAK+ArialMT"/>
              </a:rPr>
              <a:t>items</a:t>
            </a:r>
            <a:r>
              <a:rPr sz="1800" spc="378" dirty="0">
                <a:solidFill>
                  <a:srgbClr val="000000"/>
                </a:solidFill>
                <a:latin typeface="Times New Roman"/>
                <a:cs typeface="Times New Roman"/>
              </a:rPr>
              <a:t> </a:t>
            </a:r>
            <a:r>
              <a:rPr sz="1800" dirty="0">
                <a:solidFill>
                  <a:srgbClr val="000000"/>
                </a:solidFill>
                <a:latin typeface="JMPQAK+ArialMT"/>
                <a:cs typeface="JMPQAK+ArialMT"/>
              </a:rPr>
              <a:t>using</a:t>
            </a:r>
            <a:r>
              <a:rPr sz="1800" spc="375" dirty="0">
                <a:solidFill>
                  <a:srgbClr val="000000"/>
                </a:solidFill>
                <a:latin typeface="Times New Roman"/>
                <a:cs typeface="Times New Roman"/>
              </a:rPr>
              <a:t> </a:t>
            </a:r>
            <a:r>
              <a:rPr sz="1800" dirty="0">
                <a:solidFill>
                  <a:srgbClr val="000000"/>
                </a:solidFill>
                <a:latin typeface="JMPQAK+ArialMT"/>
                <a:cs typeface="JMPQAK+ArialMT"/>
              </a:rPr>
              <a:t>an</a:t>
            </a:r>
            <a:r>
              <a:rPr sz="1800" spc="375" dirty="0">
                <a:solidFill>
                  <a:srgbClr val="000000"/>
                </a:solidFill>
                <a:latin typeface="Times New Roman"/>
                <a:cs typeface="Times New Roman"/>
              </a:rPr>
              <a:t> </a:t>
            </a:r>
            <a:r>
              <a:rPr sz="1800" dirty="0">
                <a:solidFill>
                  <a:srgbClr val="000000"/>
                </a:solidFill>
                <a:latin typeface="JMPQAK+ArialMT"/>
                <a:cs typeface="JMPQAK+ArialMT"/>
              </a:rPr>
              <a:t>assignment</a:t>
            </a:r>
            <a:r>
              <a:rPr sz="1800" spc="374" dirty="0">
                <a:solidFill>
                  <a:srgbClr val="000000"/>
                </a:solidFill>
                <a:latin typeface="Times New Roman"/>
                <a:cs typeface="Times New Roman"/>
              </a:rPr>
              <a:t> </a:t>
            </a:r>
            <a:r>
              <a:rPr sz="1800" dirty="0">
                <a:solidFill>
                  <a:srgbClr val="000000"/>
                </a:solidFill>
                <a:latin typeface="JMPQAK+ArialMT"/>
                <a:cs typeface="JMPQAK+ArialMT"/>
              </a:rPr>
              <a:t>operator.</a:t>
            </a:r>
            <a:r>
              <a:rPr sz="1800" spc="276" dirty="0">
                <a:solidFill>
                  <a:srgbClr val="000000"/>
                </a:solidFill>
                <a:latin typeface="Times New Roman"/>
                <a:cs typeface="Times New Roman"/>
              </a:rPr>
              <a:t> </a:t>
            </a:r>
            <a:r>
              <a:rPr sz="1800" dirty="0">
                <a:solidFill>
                  <a:srgbClr val="000000"/>
                </a:solidFill>
                <a:latin typeface="JMPQAK+ArialMT"/>
                <a:cs typeface="JMPQAK+ArialMT"/>
              </a:rPr>
              <a:t>If</a:t>
            </a:r>
            <a:r>
              <a:rPr sz="1800" spc="379" dirty="0">
                <a:solidFill>
                  <a:srgbClr val="000000"/>
                </a:solidFill>
                <a:latin typeface="Times New Roman"/>
                <a:cs typeface="Times New Roman"/>
              </a:rPr>
              <a:t> </a:t>
            </a:r>
            <a:r>
              <a:rPr sz="1800" dirty="0">
                <a:solidFill>
                  <a:srgbClr val="000000"/>
                </a:solidFill>
                <a:latin typeface="JMPQAK+ArialMT"/>
                <a:cs typeface="JMPQAK+ArialMT"/>
              </a:rPr>
              <a:t>the</a:t>
            </a:r>
            <a:r>
              <a:rPr sz="1800" spc="377" dirty="0">
                <a:solidFill>
                  <a:srgbClr val="000000"/>
                </a:solidFill>
                <a:latin typeface="Times New Roman"/>
                <a:cs typeface="Times New Roman"/>
              </a:rPr>
              <a:t> </a:t>
            </a:r>
            <a:r>
              <a:rPr sz="1800" dirty="0">
                <a:solidFill>
                  <a:srgbClr val="000000"/>
                </a:solidFill>
                <a:latin typeface="JMPQAK+ArialMT"/>
                <a:cs typeface="JMPQAK+ArialMT"/>
              </a:rPr>
              <a:t>key</a:t>
            </a:r>
            <a:r>
              <a:rPr sz="1800" spc="376" dirty="0">
                <a:solidFill>
                  <a:srgbClr val="000000"/>
                </a:solidFill>
                <a:latin typeface="Times New Roman"/>
                <a:cs typeface="Times New Roman"/>
              </a:rPr>
              <a:t> </a:t>
            </a:r>
            <a:r>
              <a:rPr sz="1800" dirty="0">
                <a:solidFill>
                  <a:srgbClr val="000000"/>
                </a:solidFill>
                <a:latin typeface="JMPQAK+ArialMT"/>
                <a:cs typeface="JMPQAK+ArialMT"/>
              </a:rPr>
              <a:t>is</a:t>
            </a:r>
            <a:r>
              <a:rPr sz="1800" spc="377" dirty="0">
                <a:solidFill>
                  <a:srgbClr val="000000"/>
                </a:solidFill>
                <a:latin typeface="Times New Roman"/>
                <a:cs typeface="Times New Roman"/>
              </a:rPr>
              <a:t> </a:t>
            </a:r>
            <a:r>
              <a:rPr sz="1800" dirty="0">
                <a:solidFill>
                  <a:srgbClr val="000000"/>
                </a:solidFill>
                <a:latin typeface="JMPQAK+ArialMT"/>
                <a:cs typeface="JMPQAK+ArialMT"/>
              </a:rPr>
              <a:t>already</a:t>
            </a:r>
            <a:r>
              <a:rPr sz="1800" spc="375" dirty="0">
                <a:solidFill>
                  <a:srgbClr val="000000"/>
                </a:solidFill>
                <a:latin typeface="Times New Roman"/>
                <a:cs typeface="Times New Roman"/>
              </a:rPr>
              <a:t> </a:t>
            </a:r>
            <a:r>
              <a:rPr sz="1800" dirty="0">
                <a:solidFill>
                  <a:srgbClr val="000000"/>
                </a:solidFill>
                <a:latin typeface="JMPQAK+ArialMT"/>
                <a:cs typeface="JMPQAK+ArialMT"/>
              </a:rPr>
              <a:t>present,</a:t>
            </a:r>
          </a:p>
          <a:p>
            <a:pPr marL="0" marR="0">
              <a:lnSpc>
                <a:spcPts val="2010"/>
              </a:lnSpc>
              <a:spcBef>
                <a:spcPts val="149"/>
              </a:spcBef>
              <a:spcAft>
                <a:spcPts val="0"/>
              </a:spcAft>
            </a:pPr>
            <a:r>
              <a:rPr sz="1800" dirty="0">
                <a:solidFill>
                  <a:srgbClr val="000000"/>
                </a:solidFill>
                <a:latin typeface="JMPQAK+ArialMT"/>
                <a:cs typeface="JMPQAK+ArialMT"/>
              </a:rPr>
              <a:t>then</a:t>
            </a:r>
            <a:r>
              <a:rPr sz="1800" spc="271" dirty="0">
                <a:solidFill>
                  <a:srgbClr val="000000"/>
                </a:solidFill>
                <a:latin typeface="Times New Roman"/>
                <a:cs typeface="Times New Roman"/>
              </a:rPr>
              <a:t> </a:t>
            </a:r>
            <a:r>
              <a:rPr sz="1800" dirty="0">
                <a:solidFill>
                  <a:srgbClr val="000000"/>
                </a:solidFill>
                <a:latin typeface="JMPQAK+ArialMT"/>
                <a:cs typeface="JMPQAK+ArialMT"/>
              </a:rPr>
              <a:t>the</a:t>
            </a:r>
            <a:r>
              <a:rPr sz="1800" spc="272" dirty="0">
                <a:solidFill>
                  <a:srgbClr val="000000"/>
                </a:solidFill>
                <a:latin typeface="Times New Roman"/>
                <a:cs typeface="Times New Roman"/>
              </a:rPr>
              <a:t> </a:t>
            </a:r>
            <a:r>
              <a:rPr sz="1800" dirty="0">
                <a:solidFill>
                  <a:srgbClr val="000000"/>
                </a:solidFill>
                <a:latin typeface="JMPQAK+ArialMT"/>
                <a:cs typeface="JMPQAK+ArialMT"/>
              </a:rPr>
              <a:t>existing</a:t>
            </a:r>
            <a:r>
              <a:rPr sz="1800" spc="271" dirty="0">
                <a:solidFill>
                  <a:srgbClr val="000000"/>
                </a:solidFill>
                <a:latin typeface="Times New Roman"/>
                <a:cs typeface="Times New Roman"/>
              </a:rPr>
              <a:t> </a:t>
            </a:r>
            <a:r>
              <a:rPr sz="1800" dirty="0">
                <a:solidFill>
                  <a:srgbClr val="000000"/>
                </a:solidFill>
                <a:latin typeface="JMPQAK+ArialMT"/>
                <a:cs typeface="JMPQAK+ArialMT"/>
              </a:rPr>
              <a:t>value</a:t>
            </a:r>
            <a:r>
              <a:rPr sz="1800" spc="269" dirty="0">
                <a:solidFill>
                  <a:srgbClr val="000000"/>
                </a:solidFill>
                <a:latin typeface="Times New Roman"/>
                <a:cs typeface="Times New Roman"/>
              </a:rPr>
              <a:t> </a:t>
            </a:r>
            <a:r>
              <a:rPr sz="1800" dirty="0">
                <a:solidFill>
                  <a:srgbClr val="000000"/>
                </a:solidFill>
                <a:latin typeface="JMPQAK+ArialMT"/>
                <a:cs typeface="JMPQAK+ArialMT"/>
              </a:rPr>
              <a:t>gets</a:t>
            </a:r>
            <a:r>
              <a:rPr sz="1800" spc="272" dirty="0">
                <a:solidFill>
                  <a:srgbClr val="000000"/>
                </a:solidFill>
                <a:latin typeface="Times New Roman"/>
                <a:cs typeface="Times New Roman"/>
              </a:rPr>
              <a:t> </a:t>
            </a:r>
            <a:r>
              <a:rPr sz="1800" dirty="0">
                <a:solidFill>
                  <a:srgbClr val="000000"/>
                </a:solidFill>
                <a:latin typeface="JMPQAK+ArialMT"/>
                <a:cs typeface="JMPQAK+ArialMT"/>
              </a:rPr>
              <a:t>updated.</a:t>
            </a:r>
            <a:r>
              <a:rPr sz="1800" spc="268" dirty="0">
                <a:solidFill>
                  <a:srgbClr val="000000"/>
                </a:solidFill>
                <a:latin typeface="Times New Roman"/>
                <a:cs typeface="Times New Roman"/>
              </a:rPr>
              <a:t> </a:t>
            </a:r>
            <a:r>
              <a:rPr sz="1800" dirty="0">
                <a:solidFill>
                  <a:srgbClr val="000000"/>
                </a:solidFill>
                <a:latin typeface="JMPQAK+ArialMT"/>
                <a:cs typeface="JMPQAK+ArialMT"/>
              </a:rPr>
              <a:t>In</a:t>
            </a:r>
            <a:r>
              <a:rPr sz="1800" spc="273" dirty="0">
                <a:solidFill>
                  <a:srgbClr val="000000"/>
                </a:solidFill>
                <a:latin typeface="Times New Roman"/>
                <a:cs typeface="Times New Roman"/>
              </a:rPr>
              <a:t> </a:t>
            </a:r>
            <a:r>
              <a:rPr sz="1800" dirty="0">
                <a:solidFill>
                  <a:srgbClr val="000000"/>
                </a:solidFill>
                <a:latin typeface="JMPQAK+ArialMT"/>
                <a:cs typeface="JMPQAK+ArialMT"/>
              </a:rPr>
              <a:t>case</a:t>
            </a:r>
            <a:r>
              <a:rPr sz="1800" spc="270" dirty="0">
                <a:solidFill>
                  <a:srgbClr val="000000"/>
                </a:solidFill>
                <a:latin typeface="Times New Roman"/>
                <a:cs typeface="Times New Roman"/>
              </a:rPr>
              <a:t> </a:t>
            </a:r>
            <a:r>
              <a:rPr sz="1800" dirty="0">
                <a:solidFill>
                  <a:srgbClr val="000000"/>
                </a:solidFill>
                <a:latin typeface="JMPQAK+ArialMT"/>
                <a:cs typeface="JMPQAK+ArialMT"/>
              </a:rPr>
              <a:t>the</a:t>
            </a:r>
            <a:r>
              <a:rPr sz="1800" spc="272" dirty="0">
                <a:solidFill>
                  <a:srgbClr val="000000"/>
                </a:solidFill>
                <a:latin typeface="Times New Roman"/>
                <a:cs typeface="Times New Roman"/>
              </a:rPr>
              <a:t> </a:t>
            </a:r>
            <a:r>
              <a:rPr sz="1800" dirty="0">
                <a:solidFill>
                  <a:srgbClr val="000000"/>
                </a:solidFill>
                <a:latin typeface="JMPQAK+ArialMT"/>
                <a:cs typeface="JMPQAK+ArialMT"/>
              </a:rPr>
              <a:t>key</a:t>
            </a:r>
            <a:r>
              <a:rPr sz="1800" spc="271" dirty="0">
                <a:solidFill>
                  <a:srgbClr val="000000"/>
                </a:solidFill>
                <a:latin typeface="Times New Roman"/>
                <a:cs typeface="Times New Roman"/>
              </a:rPr>
              <a:t> </a:t>
            </a:r>
            <a:r>
              <a:rPr sz="1800" dirty="0">
                <a:solidFill>
                  <a:srgbClr val="000000"/>
                </a:solidFill>
                <a:latin typeface="JMPQAK+ArialMT"/>
                <a:cs typeface="JMPQAK+ArialMT"/>
              </a:rPr>
              <a:t>is</a:t>
            </a:r>
            <a:r>
              <a:rPr sz="1800" spc="272" dirty="0">
                <a:solidFill>
                  <a:srgbClr val="000000"/>
                </a:solidFill>
                <a:latin typeface="Times New Roman"/>
                <a:cs typeface="Times New Roman"/>
              </a:rPr>
              <a:t> </a:t>
            </a:r>
            <a:r>
              <a:rPr sz="1800" dirty="0">
                <a:solidFill>
                  <a:srgbClr val="000000"/>
                </a:solidFill>
                <a:latin typeface="JMPQAK+ArialMT"/>
                <a:cs typeface="JMPQAK+ArialMT"/>
              </a:rPr>
              <a:t>not</a:t>
            </a:r>
            <a:r>
              <a:rPr sz="1800" spc="270" dirty="0">
                <a:solidFill>
                  <a:srgbClr val="000000"/>
                </a:solidFill>
                <a:latin typeface="Times New Roman"/>
                <a:cs typeface="Times New Roman"/>
              </a:rPr>
              <a:t> </a:t>
            </a:r>
            <a:r>
              <a:rPr sz="1800" dirty="0">
                <a:solidFill>
                  <a:srgbClr val="000000"/>
                </a:solidFill>
                <a:latin typeface="JMPQAK+ArialMT"/>
                <a:cs typeface="JMPQAK+ArialMT"/>
              </a:rPr>
              <a:t>present,</a:t>
            </a:r>
            <a:r>
              <a:rPr sz="1800" spc="271" dirty="0">
                <a:solidFill>
                  <a:srgbClr val="000000"/>
                </a:solidFill>
                <a:latin typeface="Times New Roman"/>
                <a:cs typeface="Times New Roman"/>
              </a:rPr>
              <a:t> </a:t>
            </a:r>
            <a:r>
              <a:rPr sz="1800" dirty="0">
                <a:solidFill>
                  <a:srgbClr val="000000"/>
                </a:solidFill>
                <a:latin typeface="JMPQAK+ArialMT"/>
                <a:cs typeface="JMPQAK+ArialMT"/>
              </a:rPr>
              <a:t>a</a:t>
            </a:r>
            <a:r>
              <a:rPr sz="1800" spc="270" dirty="0">
                <a:solidFill>
                  <a:srgbClr val="000000"/>
                </a:solidFill>
                <a:latin typeface="Times New Roman"/>
                <a:cs typeface="Times New Roman"/>
              </a:rPr>
              <a:t> </a:t>
            </a:r>
            <a:r>
              <a:rPr sz="1800" dirty="0">
                <a:solidFill>
                  <a:srgbClr val="000000"/>
                </a:solidFill>
                <a:latin typeface="JMPQAK+ArialMT"/>
                <a:cs typeface="JMPQAK+ArialMT"/>
              </a:rPr>
              <a:t>new</a:t>
            </a:r>
          </a:p>
          <a:p>
            <a:pPr marL="0" marR="0">
              <a:lnSpc>
                <a:spcPts val="2010"/>
              </a:lnSpc>
              <a:spcBef>
                <a:spcPts val="199"/>
              </a:spcBef>
              <a:spcAft>
                <a:spcPts val="0"/>
              </a:spcAft>
            </a:pPr>
            <a:r>
              <a:rPr sz="1800" dirty="0">
                <a:solidFill>
                  <a:srgbClr val="000000"/>
                </a:solidFill>
                <a:latin typeface="JMPQAK+ArialMT"/>
                <a:cs typeface="JMPQAK+ArialMT"/>
              </a:rPr>
              <a:t>(</a:t>
            </a:r>
            <a:r>
              <a:rPr sz="1800" b="1" dirty="0">
                <a:solidFill>
                  <a:srgbClr val="000000"/>
                </a:solidFill>
                <a:latin typeface="MSNCID+Arial-BoldMT"/>
                <a:cs typeface="MSNCID+Arial-BoldMT"/>
              </a:rPr>
              <a:t>key: value</a:t>
            </a:r>
            <a:r>
              <a:rPr sz="1800" dirty="0">
                <a:solidFill>
                  <a:srgbClr val="000000"/>
                </a:solidFill>
                <a:latin typeface="JMPQAK+ArialMT"/>
                <a:cs typeface="JMPQAK+ArialMT"/>
              </a:rPr>
              <a:t>)</a:t>
            </a:r>
            <a:r>
              <a:rPr sz="1800" spc="49" dirty="0">
                <a:solidFill>
                  <a:srgbClr val="000000"/>
                </a:solidFill>
                <a:latin typeface="Times New Roman"/>
                <a:cs typeface="Times New Roman"/>
              </a:rPr>
              <a:t> </a:t>
            </a:r>
            <a:r>
              <a:rPr sz="1800" dirty="0">
                <a:solidFill>
                  <a:srgbClr val="000000"/>
                </a:solidFill>
                <a:latin typeface="JMPQAK+ArialMT"/>
                <a:cs typeface="JMPQAK+ArialMT"/>
              </a:rPr>
              <a:t>pair</a:t>
            </a:r>
            <a:r>
              <a:rPr sz="1800" spc="49" dirty="0">
                <a:solidFill>
                  <a:srgbClr val="000000"/>
                </a:solidFill>
                <a:latin typeface="Times New Roman"/>
                <a:cs typeface="Times New Roman"/>
              </a:rPr>
              <a:t> </a:t>
            </a:r>
            <a:r>
              <a:rPr sz="1800" dirty="0">
                <a:solidFill>
                  <a:srgbClr val="000000"/>
                </a:solidFill>
                <a:latin typeface="JMPQAK+ArialMT"/>
                <a:cs typeface="JMPQAK+ArialMT"/>
              </a:rPr>
              <a:t>is</a:t>
            </a:r>
            <a:r>
              <a:rPr sz="1800" spc="49" dirty="0">
                <a:solidFill>
                  <a:srgbClr val="000000"/>
                </a:solidFill>
                <a:latin typeface="Times New Roman"/>
                <a:cs typeface="Times New Roman"/>
              </a:rPr>
              <a:t> </a:t>
            </a:r>
            <a:r>
              <a:rPr sz="1800" dirty="0">
                <a:solidFill>
                  <a:srgbClr val="000000"/>
                </a:solidFill>
                <a:latin typeface="JMPQAK+ArialMT"/>
                <a:cs typeface="JMPQAK+ArialMT"/>
              </a:rPr>
              <a:t>added</a:t>
            </a:r>
            <a:r>
              <a:rPr sz="1800" spc="49" dirty="0">
                <a:solidFill>
                  <a:srgbClr val="000000"/>
                </a:solidFill>
                <a:latin typeface="Times New Roman"/>
                <a:cs typeface="Times New Roman"/>
              </a:rPr>
              <a:t> </a:t>
            </a:r>
            <a:r>
              <a:rPr sz="1800" dirty="0">
                <a:solidFill>
                  <a:srgbClr val="000000"/>
                </a:solidFill>
                <a:latin typeface="JMPQAK+ArialMT"/>
                <a:cs typeface="JMPQAK+ArialMT"/>
              </a:rPr>
              <a:t>to</a:t>
            </a:r>
            <a:r>
              <a:rPr sz="1800" spc="50" dirty="0">
                <a:solidFill>
                  <a:srgbClr val="000000"/>
                </a:solidFill>
                <a:latin typeface="Times New Roman"/>
                <a:cs typeface="Times New Roman"/>
              </a:rPr>
              <a:t> </a:t>
            </a:r>
            <a:r>
              <a:rPr sz="1800" dirty="0">
                <a:solidFill>
                  <a:srgbClr val="000000"/>
                </a:solidFill>
                <a:latin typeface="JMPQAK+ArialMT"/>
                <a:cs typeface="JMPQAK+ArialMT"/>
              </a:rPr>
              <a:t>the</a:t>
            </a:r>
            <a:r>
              <a:rPr sz="1800" spc="49" dirty="0">
                <a:solidFill>
                  <a:srgbClr val="000000"/>
                </a:solidFill>
                <a:latin typeface="Times New Roman"/>
                <a:cs typeface="Times New Roman"/>
              </a:rPr>
              <a:t> </a:t>
            </a:r>
            <a:r>
              <a:rPr sz="1800" dirty="0">
                <a:solidFill>
                  <a:srgbClr val="000000"/>
                </a:solidFill>
                <a:latin typeface="JMPQAK+ArialMT"/>
                <a:cs typeface="JMPQAK+ArialMT"/>
              </a:rPr>
              <a:t>dictionary.</a:t>
            </a:r>
          </a:p>
          <a:p>
            <a:pPr marL="0" marR="0">
              <a:lnSpc>
                <a:spcPts val="2010"/>
              </a:lnSpc>
              <a:spcBef>
                <a:spcPts val="199"/>
              </a:spcBef>
              <a:spcAft>
                <a:spcPts val="0"/>
              </a:spcAft>
            </a:pPr>
            <a:r>
              <a:rPr sz="1800" dirty="0">
                <a:solidFill>
                  <a:srgbClr val="000000"/>
                </a:solidFill>
                <a:latin typeface="JMPQAK+ArialMT"/>
                <a:cs typeface="JMPQAK+ArialMT"/>
              </a:rPr>
              <a:t>my_dict</a:t>
            </a:r>
            <a:r>
              <a:rPr sz="1800" spc="49" dirty="0">
                <a:solidFill>
                  <a:srgbClr val="000000"/>
                </a:solidFill>
                <a:latin typeface="Times New Roman"/>
                <a:cs typeface="Times New Roman"/>
              </a:rPr>
              <a:t> </a:t>
            </a:r>
            <a:r>
              <a:rPr sz="1800" dirty="0">
                <a:solidFill>
                  <a:srgbClr val="000000"/>
                </a:solidFill>
                <a:latin typeface="JMPQAK+ArialMT"/>
                <a:cs typeface="JMPQAK+ArialMT"/>
              </a:rPr>
              <a:t>=</a:t>
            </a:r>
            <a:r>
              <a:rPr sz="1800" spc="46" dirty="0">
                <a:solidFill>
                  <a:srgbClr val="000000"/>
                </a:solidFill>
                <a:latin typeface="Times New Roman"/>
                <a:cs typeface="Times New Roman"/>
              </a:rPr>
              <a:t> </a:t>
            </a:r>
            <a:r>
              <a:rPr sz="1800" dirty="0">
                <a:solidFill>
                  <a:srgbClr val="000000"/>
                </a:solidFill>
                <a:latin typeface="JMPQAK+ArialMT"/>
                <a:cs typeface="JMPQAK+ArialMT"/>
              </a:rPr>
              <a:t>{'name':</a:t>
            </a:r>
            <a:r>
              <a:rPr sz="1800" spc="47" dirty="0">
                <a:solidFill>
                  <a:srgbClr val="000000"/>
                </a:solidFill>
                <a:latin typeface="Times New Roman"/>
                <a:cs typeface="Times New Roman"/>
              </a:rPr>
              <a:t> </a:t>
            </a:r>
            <a:r>
              <a:rPr sz="1800" dirty="0">
                <a:solidFill>
                  <a:srgbClr val="000000"/>
                </a:solidFill>
                <a:latin typeface="JMPQAK+ArialMT"/>
                <a:cs typeface="JMPQAK+ArialMT"/>
              </a:rPr>
              <a:t>'Jack',</a:t>
            </a:r>
            <a:r>
              <a:rPr sz="1800" spc="47" dirty="0">
                <a:solidFill>
                  <a:srgbClr val="000000"/>
                </a:solidFill>
                <a:latin typeface="Times New Roman"/>
                <a:cs typeface="Times New Roman"/>
              </a:rPr>
              <a:t> </a:t>
            </a:r>
            <a:r>
              <a:rPr sz="1800" dirty="0">
                <a:solidFill>
                  <a:srgbClr val="000000"/>
                </a:solidFill>
                <a:latin typeface="JMPQAK+ArialMT"/>
                <a:cs typeface="JMPQAK+ArialMT"/>
              </a:rPr>
              <a:t>'age':</a:t>
            </a:r>
            <a:r>
              <a:rPr sz="1800" spc="47" dirty="0">
                <a:solidFill>
                  <a:srgbClr val="000000"/>
                </a:solidFill>
                <a:latin typeface="Times New Roman"/>
                <a:cs typeface="Times New Roman"/>
              </a:rPr>
              <a:t> </a:t>
            </a:r>
            <a:r>
              <a:rPr sz="1800" dirty="0">
                <a:solidFill>
                  <a:srgbClr val="000000"/>
                </a:solidFill>
                <a:latin typeface="JMPQAK+ArialMT"/>
                <a:cs typeface="JMPQAK+ArialMT"/>
              </a:rPr>
              <a:t>26}</a:t>
            </a:r>
          </a:p>
          <a:p>
            <a:pPr marL="0" marR="0">
              <a:lnSpc>
                <a:spcPts val="2010"/>
              </a:lnSpc>
              <a:spcBef>
                <a:spcPts val="149"/>
              </a:spcBef>
              <a:spcAft>
                <a:spcPts val="0"/>
              </a:spcAft>
            </a:pPr>
            <a:r>
              <a:rPr sz="1800" dirty="0">
                <a:solidFill>
                  <a:srgbClr val="000000"/>
                </a:solidFill>
                <a:latin typeface="JMPQAK+ArialMT"/>
                <a:cs typeface="JMPQAK+ArialMT"/>
              </a:rPr>
              <a:t>my_dict['age']</a:t>
            </a:r>
            <a:r>
              <a:rPr sz="1800" spc="47" dirty="0">
                <a:solidFill>
                  <a:srgbClr val="000000"/>
                </a:solidFill>
                <a:latin typeface="Times New Roman"/>
                <a:cs typeface="Times New Roman"/>
              </a:rPr>
              <a:t> </a:t>
            </a:r>
            <a:r>
              <a:rPr sz="1800" dirty="0">
                <a:solidFill>
                  <a:srgbClr val="000000"/>
                </a:solidFill>
                <a:latin typeface="JMPQAK+ArialMT"/>
                <a:cs typeface="JMPQAK+ArialMT"/>
              </a:rPr>
              <a:t>=</a:t>
            </a:r>
            <a:r>
              <a:rPr sz="1800" spc="46" dirty="0">
                <a:solidFill>
                  <a:srgbClr val="000000"/>
                </a:solidFill>
                <a:latin typeface="Times New Roman"/>
                <a:cs typeface="Times New Roman"/>
              </a:rPr>
              <a:t> </a:t>
            </a:r>
            <a:r>
              <a:rPr sz="1800" dirty="0">
                <a:solidFill>
                  <a:srgbClr val="000000"/>
                </a:solidFill>
                <a:latin typeface="JMPQAK+ArialMT"/>
                <a:cs typeface="JMPQAK+ArialMT"/>
              </a:rPr>
              <a:t>27</a:t>
            </a:r>
          </a:p>
          <a:p>
            <a:pPr marL="0" marR="0">
              <a:lnSpc>
                <a:spcPts val="2010"/>
              </a:lnSpc>
              <a:spcBef>
                <a:spcPts val="199"/>
              </a:spcBef>
              <a:spcAft>
                <a:spcPts val="0"/>
              </a:spcAft>
            </a:pPr>
            <a:r>
              <a:rPr sz="1800" dirty="0">
                <a:solidFill>
                  <a:srgbClr val="000000"/>
                </a:solidFill>
                <a:latin typeface="JMPQAK+ArialMT"/>
                <a:cs typeface="JMPQAK+ArialMT"/>
              </a:rPr>
              <a:t>print(my_dict)</a:t>
            </a:r>
          </a:p>
          <a:p>
            <a:pPr marL="0" marR="0">
              <a:lnSpc>
                <a:spcPts val="2010"/>
              </a:lnSpc>
              <a:spcBef>
                <a:spcPts val="149"/>
              </a:spcBef>
              <a:spcAft>
                <a:spcPts val="0"/>
              </a:spcAft>
            </a:pPr>
            <a:r>
              <a:rPr sz="1800" dirty="0">
                <a:solidFill>
                  <a:srgbClr val="000000"/>
                </a:solidFill>
                <a:latin typeface="JMPQAK+ArialMT"/>
                <a:cs typeface="JMPQAK+ArialMT"/>
              </a:rPr>
              <a:t>my_dict['address']</a:t>
            </a:r>
            <a:r>
              <a:rPr sz="1800" spc="47" dirty="0">
                <a:solidFill>
                  <a:srgbClr val="000000"/>
                </a:solidFill>
                <a:latin typeface="Times New Roman"/>
                <a:cs typeface="Times New Roman"/>
              </a:rPr>
              <a:t> </a:t>
            </a:r>
            <a:r>
              <a:rPr sz="1800" dirty="0">
                <a:solidFill>
                  <a:srgbClr val="000000"/>
                </a:solidFill>
                <a:latin typeface="JMPQAK+ArialMT"/>
                <a:cs typeface="JMPQAK+ArialMT"/>
              </a:rPr>
              <a:t>=</a:t>
            </a:r>
            <a:r>
              <a:rPr sz="1800" spc="46" dirty="0">
                <a:solidFill>
                  <a:srgbClr val="000000"/>
                </a:solidFill>
                <a:latin typeface="Times New Roman"/>
                <a:cs typeface="Times New Roman"/>
              </a:rPr>
              <a:t> </a:t>
            </a:r>
            <a:r>
              <a:rPr sz="1800" dirty="0">
                <a:solidFill>
                  <a:srgbClr val="000000"/>
                </a:solidFill>
                <a:latin typeface="JMPQAK+ArialMT"/>
                <a:cs typeface="JMPQAK+ArialMT"/>
              </a:rPr>
              <a:t>'Downtown'</a:t>
            </a:r>
          </a:p>
          <a:p>
            <a:pPr marL="0" marR="0">
              <a:lnSpc>
                <a:spcPts val="2010"/>
              </a:lnSpc>
              <a:spcBef>
                <a:spcPts val="199"/>
              </a:spcBef>
              <a:spcAft>
                <a:spcPts val="0"/>
              </a:spcAft>
            </a:pPr>
            <a:r>
              <a:rPr sz="1800" dirty="0">
                <a:solidFill>
                  <a:srgbClr val="000000"/>
                </a:solidFill>
                <a:latin typeface="JMPQAK+ArialMT"/>
                <a:cs typeface="JMPQAK+ArialMT"/>
              </a:rPr>
              <a:t>print(my_dict)</a:t>
            </a:r>
          </a:p>
        </p:txBody>
      </p:sp>
      <p:sp>
        <p:nvSpPr>
          <p:cNvPr id="5" name="object 5"/>
          <p:cNvSpPr txBox="1"/>
          <p:nvPr/>
        </p:nvSpPr>
        <p:spPr>
          <a:xfrm>
            <a:off x="628650" y="3862964"/>
            <a:ext cx="4929678" cy="842128"/>
          </a:xfrm>
          <a:prstGeom prst="rect">
            <a:avLst/>
          </a:prstGeom>
        </p:spPr>
        <p:txBody>
          <a:bodyPr vert="horz" wrap="square" lIns="0" tIns="0" rIns="0" bIns="0" rtlCol="0">
            <a:spAutoFit/>
          </a:bodyPr>
          <a:lstStyle/>
          <a:p>
            <a:pPr marL="0" marR="0">
              <a:lnSpc>
                <a:spcPts val="2010"/>
              </a:lnSpc>
              <a:spcBef>
                <a:spcPts val="0"/>
              </a:spcBef>
              <a:spcAft>
                <a:spcPts val="0"/>
              </a:spcAft>
            </a:pPr>
            <a:r>
              <a:rPr sz="1800" dirty="0">
                <a:solidFill>
                  <a:srgbClr val="000000"/>
                </a:solidFill>
                <a:latin typeface="JMPQAK+ArialMT"/>
                <a:cs typeface="JMPQAK+ArialMT"/>
              </a:rPr>
              <a:t>Output:</a:t>
            </a:r>
          </a:p>
          <a:p>
            <a:pPr marL="0" marR="0">
              <a:lnSpc>
                <a:spcPts val="2010"/>
              </a:lnSpc>
              <a:spcBef>
                <a:spcPts val="199"/>
              </a:spcBef>
              <a:spcAft>
                <a:spcPts val="0"/>
              </a:spcAft>
            </a:pPr>
            <a:r>
              <a:rPr sz="1800" dirty="0">
                <a:solidFill>
                  <a:srgbClr val="000000"/>
                </a:solidFill>
                <a:latin typeface="JMPQAK+ArialMT"/>
                <a:cs typeface="JMPQAK+ArialMT"/>
              </a:rPr>
              <a:t>{'name':</a:t>
            </a:r>
            <a:r>
              <a:rPr sz="1800" spc="47" dirty="0">
                <a:solidFill>
                  <a:srgbClr val="000000"/>
                </a:solidFill>
                <a:latin typeface="Times New Roman"/>
                <a:cs typeface="Times New Roman"/>
              </a:rPr>
              <a:t> </a:t>
            </a:r>
            <a:r>
              <a:rPr sz="1800" dirty="0">
                <a:solidFill>
                  <a:srgbClr val="000000"/>
                </a:solidFill>
                <a:latin typeface="JMPQAK+ArialMT"/>
                <a:cs typeface="JMPQAK+ArialMT"/>
              </a:rPr>
              <a:t>'Jack',</a:t>
            </a:r>
            <a:r>
              <a:rPr sz="1800" spc="47" dirty="0">
                <a:solidFill>
                  <a:srgbClr val="000000"/>
                </a:solidFill>
                <a:latin typeface="Times New Roman"/>
                <a:cs typeface="Times New Roman"/>
              </a:rPr>
              <a:t> </a:t>
            </a:r>
            <a:r>
              <a:rPr sz="1800" dirty="0">
                <a:solidFill>
                  <a:srgbClr val="000000"/>
                </a:solidFill>
                <a:latin typeface="JMPQAK+ArialMT"/>
                <a:cs typeface="JMPQAK+ArialMT"/>
              </a:rPr>
              <a:t>'age':</a:t>
            </a:r>
            <a:r>
              <a:rPr sz="1800" spc="47" dirty="0">
                <a:solidFill>
                  <a:srgbClr val="000000"/>
                </a:solidFill>
                <a:latin typeface="Times New Roman"/>
                <a:cs typeface="Times New Roman"/>
              </a:rPr>
              <a:t> </a:t>
            </a:r>
            <a:r>
              <a:rPr sz="1800" dirty="0">
                <a:solidFill>
                  <a:srgbClr val="000000"/>
                </a:solidFill>
                <a:latin typeface="JMPQAK+ArialMT"/>
                <a:cs typeface="JMPQAK+ArialMT"/>
              </a:rPr>
              <a:t>27}</a:t>
            </a:r>
          </a:p>
          <a:p>
            <a:pPr marL="0" marR="0">
              <a:lnSpc>
                <a:spcPts val="2010"/>
              </a:lnSpc>
              <a:spcBef>
                <a:spcPts val="149"/>
              </a:spcBef>
              <a:spcAft>
                <a:spcPts val="0"/>
              </a:spcAft>
            </a:pPr>
            <a:r>
              <a:rPr sz="1800" dirty="0">
                <a:solidFill>
                  <a:srgbClr val="000000"/>
                </a:solidFill>
                <a:latin typeface="JMPQAK+ArialMT"/>
                <a:cs typeface="JMPQAK+ArialMT"/>
              </a:rPr>
              <a:t>{'name':</a:t>
            </a:r>
            <a:r>
              <a:rPr sz="1800" spc="47" dirty="0">
                <a:solidFill>
                  <a:srgbClr val="000000"/>
                </a:solidFill>
                <a:latin typeface="Times New Roman"/>
                <a:cs typeface="Times New Roman"/>
              </a:rPr>
              <a:t> </a:t>
            </a:r>
            <a:r>
              <a:rPr sz="1800" dirty="0">
                <a:solidFill>
                  <a:srgbClr val="000000"/>
                </a:solidFill>
                <a:latin typeface="JMPQAK+ArialMT"/>
                <a:cs typeface="JMPQAK+ArialMT"/>
              </a:rPr>
              <a:t>'Jack',</a:t>
            </a:r>
            <a:r>
              <a:rPr sz="1800" spc="47" dirty="0">
                <a:solidFill>
                  <a:srgbClr val="000000"/>
                </a:solidFill>
                <a:latin typeface="Times New Roman"/>
                <a:cs typeface="Times New Roman"/>
              </a:rPr>
              <a:t> </a:t>
            </a:r>
            <a:r>
              <a:rPr sz="1800" dirty="0">
                <a:solidFill>
                  <a:srgbClr val="000000"/>
                </a:solidFill>
                <a:latin typeface="JMPQAK+ArialMT"/>
                <a:cs typeface="JMPQAK+ArialMT"/>
              </a:rPr>
              <a:t>'age':</a:t>
            </a:r>
            <a:r>
              <a:rPr sz="1800" spc="47" dirty="0">
                <a:solidFill>
                  <a:srgbClr val="000000"/>
                </a:solidFill>
                <a:latin typeface="Times New Roman"/>
                <a:cs typeface="Times New Roman"/>
              </a:rPr>
              <a:t> </a:t>
            </a:r>
            <a:r>
              <a:rPr sz="1800" dirty="0">
                <a:solidFill>
                  <a:srgbClr val="000000"/>
                </a:solidFill>
                <a:latin typeface="JMPQAK+ArialMT"/>
                <a:cs typeface="JMPQAK+ArialMT"/>
              </a:rPr>
              <a:t>27,</a:t>
            </a:r>
            <a:r>
              <a:rPr sz="1800" spc="46" dirty="0">
                <a:solidFill>
                  <a:srgbClr val="000000"/>
                </a:solidFill>
                <a:latin typeface="Times New Roman"/>
                <a:cs typeface="Times New Roman"/>
              </a:rPr>
              <a:t> </a:t>
            </a:r>
            <a:r>
              <a:rPr sz="1800" dirty="0">
                <a:solidFill>
                  <a:srgbClr val="000000"/>
                </a:solidFill>
                <a:latin typeface="JMPQAK+ArialMT"/>
                <a:cs typeface="JMPQAK+ArialMT"/>
              </a:rPr>
              <a:t>'address':</a:t>
            </a:r>
            <a:r>
              <a:rPr sz="1800" spc="47" dirty="0">
                <a:solidFill>
                  <a:srgbClr val="000000"/>
                </a:solidFill>
                <a:latin typeface="Times New Roman"/>
                <a:cs typeface="Times New Roman"/>
              </a:rPr>
              <a:t> </a:t>
            </a:r>
            <a:r>
              <a:rPr sz="1800" dirty="0">
                <a:solidFill>
                  <a:srgbClr val="000000"/>
                </a:solidFill>
                <a:latin typeface="JMPQAK+ArialMT"/>
                <a:cs typeface="JMPQAK+ArialMT"/>
              </a:rPr>
              <a:t>'Downtown'}</a:t>
            </a:r>
          </a:p>
        </p:txBody>
      </p:sp>
      <p:sp>
        <p:nvSpPr>
          <p:cNvPr id="6" name="object 6"/>
          <p:cNvSpPr txBox="1"/>
          <p:nvPr/>
        </p:nvSpPr>
        <p:spPr>
          <a:xfrm>
            <a:off x="8570793" y="4825974"/>
            <a:ext cx="268262" cy="253863"/>
          </a:xfrm>
          <a:prstGeom prst="rect">
            <a:avLst/>
          </a:prstGeom>
        </p:spPr>
        <p:txBody>
          <a:bodyPr vert="horz" wrap="square" lIns="0" tIns="0" rIns="0" bIns="0" rtlCol="0">
            <a:spAutoFit/>
          </a:bodyPr>
          <a:lstStyle/>
          <a:p>
            <a:pPr marL="0" marR="0">
              <a:lnSpc>
                <a:spcPts val="1698"/>
              </a:lnSpc>
              <a:spcBef>
                <a:spcPts val="0"/>
              </a:spcBef>
              <a:spcAft>
                <a:spcPts val="0"/>
              </a:spcAft>
            </a:pPr>
            <a:r>
              <a:rPr sz="1800" dirty="0">
                <a:solidFill>
                  <a:srgbClr val="888888"/>
                </a:solidFill>
                <a:latin typeface="Calibri"/>
                <a:cs typeface="Calibri"/>
              </a:rPr>
              <a:t>9</a:t>
            </a:r>
          </a:p>
        </p:txBody>
      </p:sp>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1"/>
          <p:cNvSpPr/>
          <p:nvPr/>
        </p:nvSpPr>
        <p:spPr>
          <a:xfrm>
            <a:off x="0" y="0"/>
            <a:ext cx="9144000" cy="5143500"/>
          </a:xfrm>
          <a:prstGeom prst="rect">
            <a:avLst/>
          </a:prstGeom>
          <a:blipFill>
            <a:blip r:embed="rId2" cstate="print"/>
            <a:stretch>
              <a:fillRect/>
            </a:stretch>
          </a:blipFill>
        </p:spPr>
        <p:txBody>
          <a:bodyPr wrap="square" lIns="0" tIns="0" rIns="0" bIns="0" rtlCol="0">
            <a:spAutoFit/>
          </a:bodyPr>
          <a:lstStyle/>
          <a:p>
            <a:endParaRPr/>
          </a:p>
        </p:txBody>
      </p:sp>
      <p:sp>
        <p:nvSpPr>
          <p:cNvPr id="3" name="object 3"/>
          <p:cNvSpPr txBox="1"/>
          <p:nvPr/>
        </p:nvSpPr>
        <p:spPr>
          <a:xfrm>
            <a:off x="583660" y="641848"/>
            <a:ext cx="6002301" cy="537972"/>
          </a:xfrm>
          <a:prstGeom prst="rect">
            <a:avLst/>
          </a:prstGeom>
        </p:spPr>
        <p:txBody>
          <a:bodyPr vert="horz" wrap="square" lIns="0" tIns="0" rIns="0" bIns="0" rtlCol="0">
            <a:spAutoFit/>
          </a:bodyPr>
          <a:lstStyle/>
          <a:p>
            <a:pPr marL="0" marR="0">
              <a:lnSpc>
                <a:spcPts val="3936"/>
              </a:lnSpc>
              <a:spcBef>
                <a:spcPts val="0"/>
              </a:spcBef>
              <a:spcAft>
                <a:spcPts val="0"/>
              </a:spcAft>
            </a:pPr>
            <a:r>
              <a:rPr sz="3200" b="1" dirty="0">
                <a:solidFill>
                  <a:srgbClr val="C00000"/>
                </a:solidFill>
                <a:latin typeface="JCLMCO+LibreBaskerville-Bold"/>
                <a:cs typeface="JCLMCO+LibreBaskerville-Bold"/>
              </a:rPr>
              <a:t>Duplicates</a:t>
            </a:r>
            <a:r>
              <a:rPr sz="3200" b="1" spc="-10" dirty="0">
                <a:solidFill>
                  <a:srgbClr val="C00000"/>
                </a:solidFill>
                <a:latin typeface="JCLMCO+LibreBaskerville-Bold"/>
                <a:cs typeface="JCLMCO+LibreBaskerville-Bold"/>
              </a:rPr>
              <a:t> </a:t>
            </a:r>
            <a:r>
              <a:rPr sz="3200" b="1" dirty="0">
                <a:solidFill>
                  <a:srgbClr val="C00000"/>
                </a:solidFill>
                <a:latin typeface="JCLMCO+LibreBaskerville-Bold"/>
                <a:cs typeface="JCLMCO+LibreBaskerville-Bold"/>
              </a:rPr>
              <a:t>are Not Allowed</a:t>
            </a:r>
          </a:p>
        </p:txBody>
      </p:sp>
      <p:sp>
        <p:nvSpPr>
          <p:cNvPr id="4" name="object 4"/>
          <p:cNvSpPr txBox="1"/>
          <p:nvPr/>
        </p:nvSpPr>
        <p:spPr>
          <a:xfrm>
            <a:off x="628650" y="1384559"/>
            <a:ext cx="8039413" cy="2213728"/>
          </a:xfrm>
          <a:prstGeom prst="rect">
            <a:avLst/>
          </a:prstGeom>
        </p:spPr>
        <p:txBody>
          <a:bodyPr vert="horz" wrap="square" lIns="0" tIns="0" rIns="0" bIns="0" rtlCol="0">
            <a:spAutoFit/>
          </a:bodyPr>
          <a:lstStyle/>
          <a:p>
            <a:pPr marL="0" marR="0">
              <a:lnSpc>
                <a:spcPts val="2010"/>
              </a:lnSpc>
              <a:spcBef>
                <a:spcPts val="0"/>
              </a:spcBef>
              <a:spcAft>
                <a:spcPts val="0"/>
              </a:spcAft>
            </a:pPr>
            <a:r>
              <a:rPr sz="1800" dirty="0">
                <a:solidFill>
                  <a:srgbClr val="000000"/>
                </a:solidFill>
                <a:latin typeface="JMPQAK+ArialMT"/>
                <a:cs typeface="JMPQAK+ArialMT"/>
              </a:rPr>
              <a:t>Dictionaries</a:t>
            </a:r>
            <a:r>
              <a:rPr sz="1800" spc="532" dirty="0">
                <a:solidFill>
                  <a:srgbClr val="000000"/>
                </a:solidFill>
                <a:latin typeface="Times New Roman"/>
                <a:cs typeface="Times New Roman"/>
              </a:rPr>
              <a:t> </a:t>
            </a:r>
            <a:r>
              <a:rPr sz="1800" dirty="0">
                <a:solidFill>
                  <a:srgbClr val="000000"/>
                </a:solidFill>
                <a:latin typeface="JMPQAK+ArialMT"/>
                <a:cs typeface="JMPQAK+ArialMT"/>
              </a:rPr>
              <a:t>duplicate</a:t>
            </a:r>
            <a:r>
              <a:rPr sz="1800" spc="530" dirty="0">
                <a:solidFill>
                  <a:srgbClr val="000000"/>
                </a:solidFill>
                <a:latin typeface="Times New Roman"/>
                <a:cs typeface="Times New Roman"/>
              </a:rPr>
              <a:t> </a:t>
            </a:r>
            <a:r>
              <a:rPr sz="1800" dirty="0">
                <a:solidFill>
                  <a:srgbClr val="000000"/>
                </a:solidFill>
                <a:latin typeface="JMPQAK+ArialMT"/>
                <a:cs typeface="JMPQAK+ArialMT"/>
              </a:rPr>
              <a:t>keys</a:t>
            </a:r>
            <a:r>
              <a:rPr sz="1800" spc="530" dirty="0">
                <a:solidFill>
                  <a:srgbClr val="000000"/>
                </a:solidFill>
                <a:latin typeface="Times New Roman"/>
                <a:cs typeface="Times New Roman"/>
              </a:rPr>
              <a:t> </a:t>
            </a:r>
            <a:r>
              <a:rPr sz="1800" dirty="0">
                <a:solidFill>
                  <a:srgbClr val="000000"/>
                </a:solidFill>
                <a:latin typeface="JMPQAK+ArialMT"/>
                <a:cs typeface="JMPQAK+ArialMT"/>
              </a:rPr>
              <a:t>are</a:t>
            </a:r>
            <a:r>
              <a:rPr sz="1800" spc="530" dirty="0">
                <a:solidFill>
                  <a:srgbClr val="000000"/>
                </a:solidFill>
                <a:latin typeface="Times New Roman"/>
                <a:cs typeface="Times New Roman"/>
              </a:rPr>
              <a:t> </a:t>
            </a:r>
            <a:r>
              <a:rPr sz="1800" dirty="0">
                <a:solidFill>
                  <a:srgbClr val="000000"/>
                </a:solidFill>
                <a:latin typeface="JMPQAK+ArialMT"/>
                <a:cs typeface="JMPQAK+ArialMT"/>
              </a:rPr>
              <a:t>allowed</a:t>
            </a:r>
            <a:r>
              <a:rPr sz="1800" spc="528" dirty="0">
                <a:solidFill>
                  <a:srgbClr val="000000"/>
                </a:solidFill>
                <a:latin typeface="Times New Roman"/>
                <a:cs typeface="Times New Roman"/>
              </a:rPr>
              <a:t> </a:t>
            </a:r>
            <a:r>
              <a:rPr sz="1800" dirty="0">
                <a:solidFill>
                  <a:srgbClr val="000000"/>
                </a:solidFill>
                <a:latin typeface="JMPQAK+ArialMT"/>
                <a:cs typeface="JMPQAK+ArialMT"/>
              </a:rPr>
              <a:t>with</a:t>
            </a:r>
            <a:r>
              <a:rPr sz="1800" spc="532" dirty="0">
                <a:solidFill>
                  <a:srgbClr val="000000"/>
                </a:solidFill>
                <a:latin typeface="Times New Roman"/>
                <a:cs typeface="Times New Roman"/>
              </a:rPr>
              <a:t> </a:t>
            </a:r>
            <a:r>
              <a:rPr sz="1800" dirty="0">
                <a:solidFill>
                  <a:srgbClr val="000000"/>
                </a:solidFill>
                <a:latin typeface="JMPQAK+ArialMT"/>
                <a:cs typeface="JMPQAK+ArialMT"/>
              </a:rPr>
              <a:t>different</a:t>
            </a:r>
            <a:r>
              <a:rPr sz="1800" spc="500" dirty="0">
                <a:solidFill>
                  <a:srgbClr val="000000"/>
                </a:solidFill>
                <a:latin typeface="Times New Roman"/>
                <a:cs typeface="Times New Roman"/>
              </a:rPr>
              <a:t> </a:t>
            </a:r>
            <a:r>
              <a:rPr sz="1800" dirty="0">
                <a:solidFill>
                  <a:srgbClr val="000000"/>
                </a:solidFill>
                <a:latin typeface="JMPQAK+ArialMT"/>
                <a:cs typeface="JMPQAK+ArialMT"/>
              </a:rPr>
              <a:t>values,</a:t>
            </a:r>
            <a:r>
              <a:rPr sz="1800" spc="528" dirty="0">
                <a:solidFill>
                  <a:srgbClr val="000000"/>
                </a:solidFill>
                <a:latin typeface="Times New Roman"/>
                <a:cs typeface="Times New Roman"/>
              </a:rPr>
              <a:t> </a:t>
            </a:r>
            <a:r>
              <a:rPr sz="1800" dirty="0">
                <a:solidFill>
                  <a:srgbClr val="000000"/>
                </a:solidFill>
                <a:latin typeface="JMPQAK+ArialMT"/>
                <a:cs typeface="JMPQAK+ArialMT"/>
              </a:rPr>
              <a:t>for</a:t>
            </a:r>
            <a:r>
              <a:rPr sz="1800" spc="532" dirty="0">
                <a:solidFill>
                  <a:srgbClr val="000000"/>
                </a:solidFill>
                <a:latin typeface="Times New Roman"/>
                <a:cs typeface="Times New Roman"/>
              </a:rPr>
              <a:t> </a:t>
            </a:r>
            <a:r>
              <a:rPr sz="1800" dirty="0">
                <a:solidFill>
                  <a:srgbClr val="000000"/>
                </a:solidFill>
                <a:latin typeface="JMPQAK+ArialMT"/>
                <a:cs typeface="JMPQAK+ArialMT"/>
              </a:rPr>
              <a:t>example</a:t>
            </a:r>
          </a:p>
          <a:p>
            <a:pPr marL="0" marR="0">
              <a:lnSpc>
                <a:spcPts val="2010"/>
              </a:lnSpc>
              <a:spcBef>
                <a:spcPts val="199"/>
              </a:spcBef>
              <a:spcAft>
                <a:spcPts val="0"/>
              </a:spcAft>
            </a:pPr>
            <a:r>
              <a:rPr sz="1800" dirty="0">
                <a:solidFill>
                  <a:srgbClr val="000000"/>
                </a:solidFill>
                <a:latin typeface="JMPQAK+ArialMT"/>
                <a:cs typeface="JMPQAK+ArialMT"/>
              </a:rPr>
              <a:t>below</a:t>
            </a:r>
            <a:r>
              <a:rPr sz="1800" spc="340" dirty="0">
                <a:solidFill>
                  <a:srgbClr val="000000"/>
                </a:solidFill>
                <a:latin typeface="Times New Roman"/>
                <a:cs typeface="Times New Roman"/>
              </a:rPr>
              <a:t> </a:t>
            </a:r>
            <a:r>
              <a:rPr sz="1800" dirty="0">
                <a:solidFill>
                  <a:srgbClr val="000000"/>
                </a:solidFill>
                <a:latin typeface="JMPQAK+ArialMT"/>
                <a:cs typeface="JMPQAK+ArialMT"/>
              </a:rPr>
              <a:t>code</a:t>
            </a:r>
            <a:r>
              <a:rPr sz="1800" spc="339" dirty="0">
                <a:solidFill>
                  <a:srgbClr val="000000"/>
                </a:solidFill>
                <a:latin typeface="Times New Roman"/>
                <a:cs typeface="Times New Roman"/>
              </a:rPr>
              <a:t> </a:t>
            </a:r>
            <a:r>
              <a:rPr sz="1800" dirty="0">
                <a:solidFill>
                  <a:srgbClr val="000000"/>
                </a:solidFill>
                <a:latin typeface="JMPQAK+ArialMT"/>
                <a:cs typeface="JMPQAK+ArialMT"/>
              </a:rPr>
              <a:t>snippet</a:t>
            </a:r>
            <a:r>
              <a:rPr sz="1800" spc="339" dirty="0">
                <a:solidFill>
                  <a:srgbClr val="000000"/>
                </a:solidFill>
                <a:latin typeface="Times New Roman"/>
                <a:cs typeface="Times New Roman"/>
              </a:rPr>
              <a:t> </a:t>
            </a:r>
            <a:r>
              <a:rPr sz="1800" dirty="0">
                <a:solidFill>
                  <a:srgbClr val="000000"/>
                </a:solidFill>
                <a:latin typeface="JMPQAK+ArialMT"/>
                <a:cs typeface="JMPQAK+ArialMT"/>
              </a:rPr>
              <a:t>there</a:t>
            </a:r>
            <a:r>
              <a:rPr sz="1800" spc="342" dirty="0">
                <a:solidFill>
                  <a:srgbClr val="000000"/>
                </a:solidFill>
                <a:latin typeface="Times New Roman"/>
                <a:cs typeface="Times New Roman"/>
              </a:rPr>
              <a:t> </a:t>
            </a:r>
            <a:r>
              <a:rPr sz="1800" dirty="0">
                <a:solidFill>
                  <a:srgbClr val="000000"/>
                </a:solidFill>
                <a:latin typeface="JMPQAK+ArialMT"/>
                <a:cs typeface="JMPQAK+ArialMT"/>
              </a:rPr>
              <a:t>are</a:t>
            </a:r>
            <a:r>
              <a:rPr sz="1800" spc="341" dirty="0">
                <a:solidFill>
                  <a:srgbClr val="000000"/>
                </a:solidFill>
                <a:latin typeface="Times New Roman"/>
                <a:cs typeface="Times New Roman"/>
              </a:rPr>
              <a:t> </a:t>
            </a:r>
            <a:r>
              <a:rPr sz="1800" dirty="0">
                <a:solidFill>
                  <a:srgbClr val="000000"/>
                </a:solidFill>
                <a:latin typeface="JMPQAK+ArialMT"/>
                <a:cs typeface="JMPQAK+ArialMT"/>
              </a:rPr>
              <a:t>two</a:t>
            </a:r>
            <a:r>
              <a:rPr sz="1800" spc="343" dirty="0">
                <a:solidFill>
                  <a:srgbClr val="000000"/>
                </a:solidFill>
                <a:latin typeface="Times New Roman"/>
                <a:cs typeface="Times New Roman"/>
              </a:rPr>
              <a:t> </a:t>
            </a:r>
            <a:r>
              <a:rPr sz="1800" dirty="0">
                <a:solidFill>
                  <a:srgbClr val="000000"/>
                </a:solidFill>
                <a:latin typeface="JMPQAK+ArialMT"/>
                <a:cs typeface="JMPQAK+ArialMT"/>
              </a:rPr>
              <a:t>keys</a:t>
            </a:r>
            <a:r>
              <a:rPr sz="1800" spc="341" dirty="0">
                <a:solidFill>
                  <a:srgbClr val="000000"/>
                </a:solidFill>
                <a:latin typeface="Times New Roman"/>
                <a:cs typeface="Times New Roman"/>
              </a:rPr>
              <a:t> </a:t>
            </a:r>
            <a:r>
              <a:rPr sz="1800" dirty="0">
                <a:solidFill>
                  <a:srgbClr val="000000"/>
                </a:solidFill>
                <a:latin typeface="JMPQAK+ArialMT"/>
                <a:cs typeface="JMPQAK+ArialMT"/>
              </a:rPr>
              <a:t>are</a:t>
            </a:r>
            <a:r>
              <a:rPr sz="1800" spc="341" dirty="0">
                <a:solidFill>
                  <a:srgbClr val="000000"/>
                </a:solidFill>
                <a:latin typeface="Times New Roman"/>
                <a:cs typeface="Times New Roman"/>
              </a:rPr>
              <a:t> </a:t>
            </a:r>
            <a:r>
              <a:rPr sz="1800" dirty="0">
                <a:solidFill>
                  <a:srgbClr val="000000"/>
                </a:solidFill>
                <a:latin typeface="JMPQAK+ArialMT"/>
                <a:cs typeface="JMPQAK+ArialMT"/>
              </a:rPr>
              <a:t>having</a:t>
            </a:r>
            <a:r>
              <a:rPr sz="1800" spc="339" dirty="0">
                <a:solidFill>
                  <a:srgbClr val="000000"/>
                </a:solidFill>
                <a:latin typeface="Times New Roman"/>
                <a:cs typeface="Times New Roman"/>
              </a:rPr>
              <a:t> </a:t>
            </a:r>
            <a:r>
              <a:rPr sz="1800" dirty="0">
                <a:solidFill>
                  <a:srgbClr val="000000"/>
                </a:solidFill>
                <a:latin typeface="JMPQAK+ArialMT"/>
                <a:cs typeface="JMPQAK+ArialMT"/>
              </a:rPr>
              <a:t>same</a:t>
            </a:r>
            <a:r>
              <a:rPr sz="1800" spc="340" dirty="0">
                <a:solidFill>
                  <a:srgbClr val="000000"/>
                </a:solidFill>
                <a:latin typeface="Times New Roman"/>
                <a:cs typeface="Times New Roman"/>
              </a:rPr>
              <a:t> </a:t>
            </a:r>
            <a:r>
              <a:rPr sz="1800" dirty="0">
                <a:solidFill>
                  <a:srgbClr val="000000"/>
                </a:solidFill>
                <a:latin typeface="JMPQAK+ArialMT"/>
                <a:cs typeface="JMPQAK+ArialMT"/>
              </a:rPr>
              <a:t>name</a:t>
            </a:r>
            <a:r>
              <a:rPr sz="1800" spc="340" dirty="0">
                <a:solidFill>
                  <a:srgbClr val="000000"/>
                </a:solidFill>
                <a:latin typeface="Times New Roman"/>
                <a:cs typeface="Times New Roman"/>
              </a:rPr>
              <a:t> </a:t>
            </a:r>
            <a:r>
              <a:rPr sz="1800" dirty="0">
                <a:solidFill>
                  <a:srgbClr val="000000"/>
                </a:solidFill>
                <a:latin typeface="JMPQAK+ArialMT"/>
                <a:cs typeface="JMPQAK+ArialMT"/>
              </a:rPr>
              <a:t>called</a:t>
            </a:r>
            <a:r>
              <a:rPr sz="1800" spc="340" dirty="0">
                <a:solidFill>
                  <a:srgbClr val="000000"/>
                </a:solidFill>
                <a:latin typeface="Times New Roman"/>
                <a:cs typeface="Times New Roman"/>
              </a:rPr>
              <a:t> </a:t>
            </a:r>
            <a:r>
              <a:rPr sz="1800" dirty="0">
                <a:solidFill>
                  <a:srgbClr val="000000"/>
                </a:solidFill>
                <a:latin typeface="JMPQAK+ArialMT"/>
                <a:cs typeface="JMPQAK+ArialMT"/>
              </a:rPr>
              <a:t>year</a:t>
            </a:r>
          </a:p>
          <a:p>
            <a:pPr marL="0" marR="0">
              <a:lnSpc>
                <a:spcPts val="2010"/>
              </a:lnSpc>
              <a:spcBef>
                <a:spcPts val="149"/>
              </a:spcBef>
              <a:spcAft>
                <a:spcPts val="0"/>
              </a:spcAft>
            </a:pPr>
            <a:r>
              <a:rPr sz="1800" dirty="0">
                <a:solidFill>
                  <a:srgbClr val="000000"/>
                </a:solidFill>
                <a:latin typeface="JMPQAK+ArialMT"/>
                <a:cs typeface="JMPQAK+ArialMT"/>
              </a:rPr>
              <a:t>with</a:t>
            </a:r>
            <a:r>
              <a:rPr sz="1800" spc="49" dirty="0">
                <a:solidFill>
                  <a:srgbClr val="000000"/>
                </a:solidFill>
                <a:latin typeface="Times New Roman"/>
                <a:cs typeface="Times New Roman"/>
              </a:rPr>
              <a:t> </a:t>
            </a:r>
            <a:r>
              <a:rPr sz="1800" dirty="0">
                <a:solidFill>
                  <a:srgbClr val="000000"/>
                </a:solidFill>
                <a:latin typeface="JMPQAK+ArialMT"/>
                <a:cs typeface="JMPQAK+ArialMT"/>
              </a:rPr>
              <a:t>different</a:t>
            </a:r>
            <a:r>
              <a:rPr sz="1800" spc="47" dirty="0">
                <a:solidFill>
                  <a:srgbClr val="000000"/>
                </a:solidFill>
                <a:latin typeface="Times New Roman"/>
                <a:cs typeface="Times New Roman"/>
              </a:rPr>
              <a:t> </a:t>
            </a:r>
            <a:r>
              <a:rPr sz="1800" dirty="0">
                <a:solidFill>
                  <a:srgbClr val="000000"/>
                </a:solidFill>
                <a:latin typeface="JMPQAK+ArialMT"/>
                <a:cs typeface="JMPQAK+ArialMT"/>
              </a:rPr>
              <a:t>values.</a:t>
            </a:r>
            <a:r>
              <a:rPr sz="1800" spc="46" dirty="0">
                <a:solidFill>
                  <a:srgbClr val="000000"/>
                </a:solidFill>
                <a:latin typeface="Times New Roman"/>
                <a:cs typeface="Times New Roman"/>
              </a:rPr>
              <a:t> </a:t>
            </a:r>
            <a:r>
              <a:rPr sz="1800" dirty="0">
                <a:solidFill>
                  <a:srgbClr val="000000"/>
                </a:solidFill>
                <a:latin typeface="JMPQAK+ArialMT"/>
                <a:cs typeface="JMPQAK+ArialMT"/>
              </a:rPr>
              <a:t>Out</a:t>
            </a:r>
            <a:r>
              <a:rPr sz="1800" spc="47" dirty="0">
                <a:solidFill>
                  <a:srgbClr val="000000"/>
                </a:solidFill>
                <a:latin typeface="Times New Roman"/>
                <a:cs typeface="Times New Roman"/>
              </a:rPr>
              <a:t> </a:t>
            </a:r>
            <a:r>
              <a:rPr sz="1800" dirty="0">
                <a:solidFill>
                  <a:srgbClr val="000000"/>
                </a:solidFill>
                <a:latin typeface="JMPQAK+ArialMT"/>
                <a:cs typeface="JMPQAK+ArialMT"/>
              </a:rPr>
              <a:t>shows</a:t>
            </a:r>
            <a:r>
              <a:rPr sz="1800" spc="49" dirty="0">
                <a:solidFill>
                  <a:srgbClr val="000000"/>
                </a:solidFill>
                <a:latin typeface="Times New Roman"/>
                <a:cs typeface="Times New Roman"/>
              </a:rPr>
              <a:t> </a:t>
            </a:r>
            <a:r>
              <a:rPr sz="1800" dirty="0">
                <a:solidFill>
                  <a:srgbClr val="000000"/>
                </a:solidFill>
                <a:latin typeface="JMPQAK+ArialMT"/>
                <a:cs typeface="JMPQAK+ArialMT"/>
              </a:rPr>
              <a:t>only</a:t>
            </a:r>
            <a:r>
              <a:rPr sz="1800" spc="49" dirty="0">
                <a:solidFill>
                  <a:srgbClr val="000000"/>
                </a:solidFill>
                <a:latin typeface="Times New Roman"/>
                <a:cs typeface="Times New Roman"/>
              </a:rPr>
              <a:t> </a:t>
            </a:r>
            <a:r>
              <a:rPr sz="1800" dirty="0">
                <a:solidFill>
                  <a:srgbClr val="000000"/>
                </a:solidFill>
                <a:latin typeface="JMPQAK+ArialMT"/>
                <a:cs typeface="JMPQAK+ArialMT"/>
              </a:rPr>
              <a:t>one</a:t>
            </a:r>
            <a:r>
              <a:rPr sz="1800" spc="49" dirty="0">
                <a:solidFill>
                  <a:srgbClr val="000000"/>
                </a:solidFill>
                <a:latin typeface="Times New Roman"/>
                <a:cs typeface="Times New Roman"/>
              </a:rPr>
              <a:t> </a:t>
            </a:r>
            <a:r>
              <a:rPr sz="1800" dirty="0">
                <a:solidFill>
                  <a:srgbClr val="000000"/>
                </a:solidFill>
                <a:latin typeface="JMPQAK+ArialMT"/>
                <a:cs typeface="JMPQAK+ArialMT"/>
              </a:rPr>
              <a:t>key</a:t>
            </a:r>
            <a:r>
              <a:rPr sz="1800" spc="49" dirty="0">
                <a:solidFill>
                  <a:srgbClr val="000000"/>
                </a:solidFill>
                <a:latin typeface="Times New Roman"/>
                <a:cs typeface="Times New Roman"/>
              </a:rPr>
              <a:t> </a:t>
            </a:r>
            <a:r>
              <a:rPr sz="1800" dirty="0">
                <a:solidFill>
                  <a:srgbClr val="000000"/>
                </a:solidFill>
                <a:latin typeface="JMPQAK+ArialMT"/>
                <a:cs typeface="JMPQAK+ArialMT"/>
              </a:rPr>
              <a:t>and</a:t>
            </a:r>
            <a:r>
              <a:rPr sz="1800" spc="49" dirty="0">
                <a:solidFill>
                  <a:srgbClr val="000000"/>
                </a:solidFill>
                <a:latin typeface="Times New Roman"/>
                <a:cs typeface="Times New Roman"/>
              </a:rPr>
              <a:t> </a:t>
            </a:r>
            <a:r>
              <a:rPr sz="1800" dirty="0">
                <a:solidFill>
                  <a:srgbClr val="000000"/>
                </a:solidFill>
                <a:latin typeface="JMPQAK+ArialMT"/>
                <a:cs typeface="JMPQAK+ArialMT"/>
              </a:rPr>
              <a:t>its</a:t>
            </a:r>
            <a:r>
              <a:rPr sz="1800" spc="49" dirty="0">
                <a:solidFill>
                  <a:srgbClr val="000000"/>
                </a:solidFill>
                <a:latin typeface="Times New Roman"/>
                <a:cs typeface="Times New Roman"/>
              </a:rPr>
              <a:t> </a:t>
            </a:r>
            <a:r>
              <a:rPr sz="1800" dirty="0">
                <a:solidFill>
                  <a:srgbClr val="000000"/>
                </a:solidFill>
                <a:latin typeface="JMPQAK+ArialMT"/>
                <a:cs typeface="JMPQAK+ArialMT"/>
              </a:rPr>
              <a:t>corresponding</a:t>
            </a:r>
            <a:r>
              <a:rPr sz="1800" spc="49" dirty="0">
                <a:solidFill>
                  <a:srgbClr val="000000"/>
                </a:solidFill>
                <a:latin typeface="Times New Roman"/>
                <a:cs typeface="Times New Roman"/>
              </a:rPr>
              <a:t> </a:t>
            </a:r>
            <a:r>
              <a:rPr sz="1800" dirty="0">
                <a:solidFill>
                  <a:srgbClr val="000000"/>
                </a:solidFill>
                <a:latin typeface="JMPQAK+ArialMT"/>
                <a:cs typeface="JMPQAK+ArialMT"/>
              </a:rPr>
              <a:t>value.</a:t>
            </a:r>
          </a:p>
          <a:p>
            <a:pPr marL="0" marR="0">
              <a:lnSpc>
                <a:spcPts val="2010"/>
              </a:lnSpc>
              <a:spcBef>
                <a:spcPts val="199"/>
              </a:spcBef>
              <a:spcAft>
                <a:spcPts val="0"/>
              </a:spcAft>
            </a:pPr>
            <a:r>
              <a:rPr sz="1800" dirty="0">
                <a:solidFill>
                  <a:srgbClr val="000000"/>
                </a:solidFill>
                <a:latin typeface="JMPQAK+ArialMT"/>
                <a:cs typeface="JMPQAK+ArialMT"/>
              </a:rPr>
              <a:t>thisdict</a:t>
            </a:r>
            <a:r>
              <a:rPr sz="1800" spc="46" dirty="0">
                <a:solidFill>
                  <a:srgbClr val="000000"/>
                </a:solidFill>
                <a:latin typeface="Times New Roman"/>
                <a:cs typeface="Times New Roman"/>
              </a:rPr>
              <a:t> </a:t>
            </a:r>
            <a:r>
              <a:rPr sz="1800" dirty="0">
                <a:solidFill>
                  <a:srgbClr val="000000"/>
                </a:solidFill>
                <a:latin typeface="JMPQAK+ArialMT"/>
                <a:cs typeface="JMPQAK+ArialMT"/>
              </a:rPr>
              <a:t>=</a:t>
            </a:r>
            <a:r>
              <a:rPr sz="1800" spc="46" dirty="0">
                <a:solidFill>
                  <a:srgbClr val="000000"/>
                </a:solidFill>
                <a:latin typeface="Times New Roman"/>
                <a:cs typeface="Times New Roman"/>
              </a:rPr>
              <a:t> </a:t>
            </a:r>
            <a:r>
              <a:rPr sz="1800" dirty="0">
                <a:solidFill>
                  <a:srgbClr val="000000"/>
                </a:solidFill>
                <a:latin typeface="JMPQAK+ArialMT"/>
                <a:cs typeface="JMPQAK+ArialMT"/>
              </a:rPr>
              <a:t>{</a:t>
            </a:r>
          </a:p>
          <a:p>
            <a:pPr marL="0" marR="0">
              <a:lnSpc>
                <a:spcPts val="2010"/>
              </a:lnSpc>
              <a:spcBef>
                <a:spcPts val="199"/>
              </a:spcBef>
              <a:spcAft>
                <a:spcPts val="0"/>
              </a:spcAft>
            </a:pPr>
            <a:r>
              <a:rPr sz="1800" dirty="0">
                <a:solidFill>
                  <a:srgbClr val="000000"/>
                </a:solidFill>
                <a:latin typeface="JMPQAK+ArialMT"/>
                <a:cs typeface="JMPQAK+ArialMT"/>
              </a:rPr>
              <a:t>"brand":</a:t>
            </a:r>
            <a:r>
              <a:rPr sz="1800" spc="47" dirty="0">
                <a:solidFill>
                  <a:srgbClr val="000000"/>
                </a:solidFill>
                <a:latin typeface="Times New Roman"/>
                <a:cs typeface="Times New Roman"/>
              </a:rPr>
              <a:t> </a:t>
            </a:r>
            <a:r>
              <a:rPr sz="1800" dirty="0">
                <a:solidFill>
                  <a:srgbClr val="000000"/>
                </a:solidFill>
                <a:latin typeface="JMPQAK+ArialMT"/>
                <a:cs typeface="JMPQAK+ArialMT"/>
              </a:rPr>
              <a:t>"Ford",</a:t>
            </a:r>
          </a:p>
          <a:p>
            <a:pPr marL="0" marR="0">
              <a:lnSpc>
                <a:spcPts val="2010"/>
              </a:lnSpc>
              <a:spcBef>
                <a:spcPts val="149"/>
              </a:spcBef>
              <a:spcAft>
                <a:spcPts val="0"/>
              </a:spcAft>
            </a:pPr>
            <a:r>
              <a:rPr sz="1800" dirty="0">
                <a:solidFill>
                  <a:srgbClr val="000000"/>
                </a:solidFill>
                <a:latin typeface="JMPQAK+ArialMT"/>
                <a:cs typeface="JMPQAK+ArialMT"/>
              </a:rPr>
              <a:t>"model":</a:t>
            </a:r>
            <a:r>
              <a:rPr sz="1800" spc="47" dirty="0">
                <a:solidFill>
                  <a:srgbClr val="000000"/>
                </a:solidFill>
                <a:latin typeface="Times New Roman"/>
                <a:cs typeface="Times New Roman"/>
              </a:rPr>
              <a:t> </a:t>
            </a:r>
            <a:r>
              <a:rPr sz="1800" dirty="0">
                <a:solidFill>
                  <a:srgbClr val="000000"/>
                </a:solidFill>
                <a:latin typeface="JMPQAK+ArialMT"/>
                <a:cs typeface="JMPQAK+ArialMT"/>
              </a:rPr>
              <a:t>"Mustang",</a:t>
            </a:r>
          </a:p>
          <a:p>
            <a:pPr marL="0" marR="0">
              <a:lnSpc>
                <a:spcPts val="2010"/>
              </a:lnSpc>
              <a:spcBef>
                <a:spcPts val="199"/>
              </a:spcBef>
              <a:spcAft>
                <a:spcPts val="0"/>
              </a:spcAft>
            </a:pPr>
            <a:r>
              <a:rPr sz="1800" dirty="0">
                <a:solidFill>
                  <a:srgbClr val="000000"/>
                </a:solidFill>
                <a:latin typeface="JMPQAK+ArialMT"/>
                <a:cs typeface="JMPQAK+ArialMT"/>
              </a:rPr>
              <a:t>"year":</a:t>
            </a:r>
            <a:r>
              <a:rPr sz="1800" spc="47" dirty="0">
                <a:solidFill>
                  <a:srgbClr val="000000"/>
                </a:solidFill>
                <a:latin typeface="Times New Roman"/>
                <a:cs typeface="Times New Roman"/>
              </a:rPr>
              <a:t> </a:t>
            </a:r>
            <a:r>
              <a:rPr sz="1800" dirty="0">
                <a:solidFill>
                  <a:srgbClr val="000000"/>
                </a:solidFill>
                <a:latin typeface="JMPQAK+ArialMT"/>
                <a:cs typeface="JMPQAK+ArialMT"/>
              </a:rPr>
              <a:t>1964,</a:t>
            </a:r>
          </a:p>
          <a:p>
            <a:pPr marL="0" marR="0">
              <a:lnSpc>
                <a:spcPts val="2010"/>
              </a:lnSpc>
              <a:spcBef>
                <a:spcPts val="149"/>
              </a:spcBef>
              <a:spcAft>
                <a:spcPts val="0"/>
              </a:spcAft>
            </a:pPr>
            <a:r>
              <a:rPr sz="1800" dirty="0">
                <a:solidFill>
                  <a:srgbClr val="000000"/>
                </a:solidFill>
                <a:latin typeface="JMPQAK+ArialMT"/>
                <a:cs typeface="JMPQAK+ArialMT"/>
              </a:rPr>
              <a:t>"year":</a:t>
            </a:r>
            <a:r>
              <a:rPr sz="1800" spc="47" dirty="0">
                <a:solidFill>
                  <a:srgbClr val="000000"/>
                </a:solidFill>
                <a:latin typeface="Times New Roman"/>
                <a:cs typeface="Times New Roman"/>
              </a:rPr>
              <a:t> </a:t>
            </a:r>
            <a:r>
              <a:rPr sz="1800" dirty="0">
                <a:solidFill>
                  <a:srgbClr val="000000"/>
                </a:solidFill>
                <a:latin typeface="JMPQAK+ArialMT"/>
                <a:cs typeface="JMPQAK+ArialMT"/>
              </a:rPr>
              <a:t>2020</a:t>
            </a:r>
          </a:p>
        </p:txBody>
      </p:sp>
      <p:sp>
        <p:nvSpPr>
          <p:cNvPr id="5" name="object 5"/>
          <p:cNvSpPr txBox="1"/>
          <p:nvPr/>
        </p:nvSpPr>
        <p:spPr>
          <a:xfrm>
            <a:off x="628650" y="3579119"/>
            <a:ext cx="228748" cy="293489"/>
          </a:xfrm>
          <a:prstGeom prst="rect">
            <a:avLst/>
          </a:prstGeom>
        </p:spPr>
        <p:txBody>
          <a:bodyPr vert="horz" wrap="square" lIns="0" tIns="0" rIns="0" bIns="0" rtlCol="0">
            <a:spAutoFit/>
          </a:bodyPr>
          <a:lstStyle/>
          <a:p>
            <a:pPr marL="0" marR="0">
              <a:lnSpc>
                <a:spcPts val="2010"/>
              </a:lnSpc>
              <a:spcBef>
                <a:spcPts val="0"/>
              </a:spcBef>
              <a:spcAft>
                <a:spcPts val="0"/>
              </a:spcAft>
            </a:pPr>
            <a:r>
              <a:rPr sz="1800" dirty="0">
                <a:solidFill>
                  <a:srgbClr val="000000"/>
                </a:solidFill>
                <a:latin typeface="JMPQAK+ArialMT"/>
                <a:cs typeface="JMPQAK+ArialMT"/>
              </a:rPr>
              <a:t>}</a:t>
            </a:r>
          </a:p>
        </p:txBody>
      </p:sp>
      <p:sp>
        <p:nvSpPr>
          <p:cNvPr id="6" name="object 6"/>
          <p:cNvSpPr txBox="1"/>
          <p:nvPr/>
        </p:nvSpPr>
        <p:spPr>
          <a:xfrm>
            <a:off x="628650" y="3853439"/>
            <a:ext cx="4878700" cy="842128"/>
          </a:xfrm>
          <a:prstGeom prst="rect">
            <a:avLst/>
          </a:prstGeom>
        </p:spPr>
        <p:txBody>
          <a:bodyPr vert="horz" wrap="square" lIns="0" tIns="0" rIns="0" bIns="0" rtlCol="0">
            <a:spAutoFit/>
          </a:bodyPr>
          <a:lstStyle/>
          <a:p>
            <a:pPr marL="0" marR="0">
              <a:lnSpc>
                <a:spcPts val="2010"/>
              </a:lnSpc>
              <a:spcBef>
                <a:spcPts val="0"/>
              </a:spcBef>
              <a:spcAft>
                <a:spcPts val="0"/>
              </a:spcAft>
            </a:pPr>
            <a:r>
              <a:rPr sz="1800" dirty="0">
                <a:solidFill>
                  <a:srgbClr val="000000"/>
                </a:solidFill>
                <a:latin typeface="JMPQAK+ArialMT"/>
                <a:cs typeface="JMPQAK+ArialMT"/>
              </a:rPr>
              <a:t>print(thisdict)</a:t>
            </a:r>
          </a:p>
          <a:p>
            <a:pPr marL="0" marR="0">
              <a:lnSpc>
                <a:spcPts val="2010"/>
              </a:lnSpc>
              <a:spcBef>
                <a:spcPts val="199"/>
              </a:spcBef>
              <a:spcAft>
                <a:spcPts val="0"/>
              </a:spcAft>
            </a:pPr>
            <a:r>
              <a:rPr sz="1800" dirty="0">
                <a:solidFill>
                  <a:srgbClr val="000000"/>
                </a:solidFill>
                <a:latin typeface="JMPQAK+ArialMT"/>
                <a:cs typeface="JMPQAK+ArialMT"/>
              </a:rPr>
              <a:t>output</a:t>
            </a:r>
            <a:r>
              <a:rPr sz="1800" spc="47" dirty="0">
                <a:solidFill>
                  <a:srgbClr val="000000"/>
                </a:solidFill>
                <a:latin typeface="Times New Roman"/>
                <a:cs typeface="Times New Roman"/>
              </a:rPr>
              <a:t> </a:t>
            </a:r>
            <a:r>
              <a:rPr sz="1800" dirty="0">
                <a:solidFill>
                  <a:srgbClr val="000000"/>
                </a:solidFill>
                <a:latin typeface="JMPQAK+ArialMT"/>
                <a:cs typeface="JMPQAK+ArialMT"/>
              </a:rPr>
              <a:t>of</a:t>
            </a:r>
            <a:r>
              <a:rPr sz="1800" spc="46" dirty="0">
                <a:solidFill>
                  <a:srgbClr val="000000"/>
                </a:solidFill>
                <a:latin typeface="Times New Roman"/>
                <a:cs typeface="Times New Roman"/>
              </a:rPr>
              <a:t> </a:t>
            </a:r>
            <a:r>
              <a:rPr sz="1800" dirty="0">
                <a:solidFill>
                  <a:srgbClr val="000000"/>
                </a:solidFill>
                <a:latin typeface="JMPQAK+ArialMT"/>
                <a:cs typeface="JMPQAK+ArialMT"/>
              </a:rPr>
              <a:t>the</a:t>
            </a:r>
            <a:r>
              <a:rPr sz="1800" spc="49" dirty="0">
                <a:solidFill>
                  <a:srgbClr val="000000"/>
                </a:solidFill>
                <a:latin typeface="Times New Roman"/>
                <a:cs typeface="Times New Roman"/>
              </a:rPr>
              <a:t> </a:t>
            </a:r>
            <a:r>
              <a:rPr sz="1800" dirty="0">
                <a:solidFill>
                  <a:srgbClr val="000000"/>
                </a:solidFill>
                <a:latin typeface="JMPQAK+ArialMT"/>
                <a:cs typeface="JMPQAK+ArialMT"/>
              </a:rPr>
              <a:t>above</a:t>
            </a:r>
            <a:r>
              <a:rPr sz="1800" spc="49" dirty="0">
                <a:solidFill>
                  <a:srgbClr val="000000"/>
                </a:solidFill>
                <a:latin typeface="Times New Roman"/>
                <a:cs typeface="Times New Roman"/>
              </a:rPr>
              <a:t> </a:t>
            </a:r>
            <a:r>
              <a:rPr sz="1800" dirty="0">
                <a:solidFill>
                  <a:srgbClr val="000000"/>
                </a:solidFill>
                <a:latin typeface="JMPQAK+ArialMT"/>
                <a:cs typeface="JMPQAK+ArialMT"/>
              </a:rPr>
              <a:t>code</a:t>
            </a:r>
            <a:r>
              <a:rPr sz="1800" spc="49" dirty="0">
                <a:solidFill>
                  <a:srgbClr val="000000"/>
                </a:solidFill>
                <a:latin typeface="Times New Roman"/>
                <a:cs typeface="Times New Roman"/>
              </a:rPr>
              <a:t> </a:t>
            </a:r>
            <a:r>
              <a:rPr sz="1800" dirty="0">
                <a:solidFill>
                  <a:srgbClr val="000000"/>
                </a:solidFill>
                <a:latin typeface="JMPQAK+ArialMT"/>
                <a:cs typeface="JMPQAK+ArialMT"/>
              </a:rPr>
              <a:t>snippet</a:t>
            </a:r>
            <a:r>
              <a:rPr sz="1800" spc="46" dirty="0">
                <a:solidFill>
                  <a:srgbClr val="000000"/>
                </a:solidFill>
                <a:latin typeface="Times New Roman"/>
                <a:cs typeface="Times New Roman"/>
              </a:rPr>
              <a:t> </a:t>
            </a:r>
            <a:r>
              <a:rPr sz="1800" dirty="0">
                <a:solidFill>
                  <a:srgbClr val="000000"/>
                </a:solidFill>
                <a:latin typeface="JMPQAK+ArialMT"/>
                <a:cs typeface="JMPQAK+ArialMT"/>
              </a:rPr>
              <a:t>:</a:t>
            </a:r>
          </a:p>
          <a:p>
            <a:pPr marL="0" marR="0">
              <a:lnSpc>
                <a:spcPts val="2010"/>
              </a:lnSpc>
              <a:spcBef>
                <a:spcPts val="149"/>
              </a:spcBef>
              <a:spcAft>
                <a:spcPts val="0"/>
              </a:spcAft>
            </a:pPr>
            <a:r>
              <a:rPr sz="1800" dirty="0">
                <a:solidFill>
                  <a:srgbClr val="000000"/>
                </a:solidFill>
                <a:latin typeface="JMPQAK+ArialMT"/>
                <a:cs typeface="JMPQAK+ArialMT"/>
              </a:rPr>
              <a:t>{'brand':</a:t>
            </a:r>
            <a:r>
              <a:rPr sz="1800" spc="47" dirty="0">
                <a:solidFill>
                  <a:srgbClr val="000000"/>
                </a:solidFill>
                <a:latin typeface="Times New Roman"/>
                <a:cs typeface="Times New Roman"/>
              </a:rPr>
              <a:t> </a:t>
            </a:r>
            <a:r>
              <a:rPr sz="1800" dirty="0">
                <a:solidFill>
                  <a:srgbClr val="000000"/>
                </a:solidFill>
                <a:latin typeface="JMPQAK+ArialMT"/>
                <a:cs typeface="JMPQAK+ArialMT"/>
              </a:rPr>
              <a:t>'Ford',</a:t>
            </a:r>
            <a:r>
              <a:rPr sz="1800" spc="47" dirty="0">
                <a:solidFill>
                  <a:srgbClr val="000000"/>
                </a:solidFill>
                <a:latin typeface="Times New Roman"/>
                <a:cs typeface="Times New Roman"/>
              </a:rPr>
              <a:t> </a:t>
            </a:r>
            <a:r>
              <a:rPr sz="1800" dirty="0">
                <a:solidFill>
                  <a:srgbClr val="000000"/>
                </a:solidFill>
                <a:latin typeface="JMPQAK+ArialMT"/>
                <a:cs typeface="JMPQAK+ArialMT"/>
              </a:rPr>
              <a:t>'model':</a:t>
            </a:r>
            <a:r>
              <a:rPr sz="1800" spc="47" dirty="0">
                <a:solidFill>
                  <a:srgbClr val="000000"/>
                </a:solidFill>
                <a:latin typeface="Times New Roman"/>
                <a:cs typeface="Times New Roman"/>
              </a:rPr>
              <a:t> </a:t>
            </a:r>
            <a:r>
              <a:rPr sz="1800" dirty="0">
                <a:solidFill>
                  <a:srgbClr val="000000"/>
                </a:solidFill>
                <a:latin typeface="JMPQAK+ArialMT"/>
                <a:cs typeface="JMPQAK+ArialMT"/>
              </a:rPr>
              <a:t>'Mustang',</a:t>
            </a:r>
            <a:r>
              <a:rPr sz="1800" spc="47" dirty="0">
                <a:solidFill>
                  <a:srgbClr val="000000"/>
                </a:solidFill>
                <a:latin typeface="Times New Roman"/>
                <a:cs typeface="Times New Roman"/>
              </a:rPr>
              <a:t> </a:t>
            </a:r>
            <a:r>
              <a:rPr sz="1800" dirty="0">
                <a:solidFill>
                  <a:srgbClr val="000000"/>
                </a:solidFill>
                <a:latin typeface="JMPQAK+ArialMT"/>
                <a:cs typeface="JMPQAK+ArialMT"/>
              </a:rPr>
              <a:t>'year':</a:t>
            </a:r>
            <a:r>
              <a:rPr sz="1800" spc="47" dirty="0">
                <a:solidFill>
                  <a:srgbClr val="000000"/>
                </a:solidFill>
                <a:latin typeface="Times New Roman"/>
                <a:cs typeface="Times New Roman"/>
              </a:rPr>
              <a:t> </a:t>
            </a:r>
            <a:r>
              <a:rPr sz="1800" dirty="0">
                <a:solidFill>
                  <a:srgbClr val="000000"/>
                </a:solidFill>
                <a:latin typeface="JMPQAK+ArialMT"/>
                <a:cs typeface="JMPQAK+ArialMT"/>
              </a:rPr>
              <a:t>2020}</a:t>
            </a:r>
          </a:p>
        </p:txBody>
      </p:sp>
      <p:sp>
        <p:nvSpPr>
          <p:cNvPr id="7" name="object 7"/>
          <p:cNvSpPr txBox="1"/>
          <p:nvPr/>
        </p:nvSpPr>
        <p:spPr>
          <a:xfrm>
            <a:off x="8454905" y="4825974"/>
            <a:ext cx="384125" cy="253863"/>
          </a:xfrm>
          <a:prstGeom prst="rect">
            <a:avLst/>
          </a:prstGeom>
        </p:spPr>
        <p:txBody>
          <a:bodyPr vert="horz" wrap="square" lIns="0" tIns="0" rIns="0" bIns="0" rtlCol="0">
            <a:spAutoFit/>
          </a:bodyPr>
          <a:lstStyle/>
          <a:p>
            <a:pPr marL="0" marR="0">
              <a:lnSpc>
                <a:spcPts val="1698"/>
              </a:lnSpc>
              <a:spcBef>
                <a:spcPts val="0"/>
              </a:spcBef>
              <a:spcAft>
                <a:spcPts val="0"/>
              </a:spcAft>
            </a:pPr>
            <a:r>
              <a:rPr sz="1800" dirty="0">
                <a:solidFill>
                  <a:srgbClr val="888888"/>
                </a:solidFill>
                <a:latin typeface="Calibri"/>
                <a:cs typeface="Calibri"/>
              </a:rPr>
              <a:t>10</a:t>
            </a:r>
          </a:p>
        </p:txBody>
      </p:sp>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1"/>
          <p:cNvSpPr/>
          <p:nvPr/>
        </p:nvSpPr>
        <p:spPr>
          <a:xfrm>
            <a:off x="0" y="0"/>
            <a:ext cx="9144000" cy="5143500"/>
          </a:xfrm>
          <a:prstGeom prst="rect">
            <a:avLst/>
          </a:prstGeom>
          <a:blipFill>
            <a:blip r:embed="rId2" cstate="print"/>
            <a:stretch>
              <a:fillRect/>
            </a:stretch>
          </a:blipFill>
        </p:spPr>
        <p:txBody>
          <a:bodyPr wrap="square" lIns="0" tIns="0" rIns="0" bIns="0" rtlCol="0">
            <a:spAutoFit/>
          </a:bodyPr>
          <a:lstStyle/>
          <a:p>
            <a:endParaRPr/>
          </a:p>
        </p:txBody>
      </p:sp>
      <p:sp>
        <p:nvSpPr>
          <p:cNvPr id="3" name="object 3"/>
          <p:cNvSpPr txBox="1"/>
          <p:nvPr/>
        </p:nvSpPr>
        <p:spPr>
          <a:xfrm>
            <a:off x="783437" y="213831"/>
            <a:ext cx="8067445" cy="537972"/>
          </a:xfrm>
          <a:prstGeom prst="rect">
            <a:avLst/>
          </a:prstGeom>
        </p:spPr>
        <p:txBody>
          <a:bodyPr vert="horz" wrap="square" lIns="0" tIns="0" rIns="0" bIns="0" rtlCol="0">
            <a:spAutoFit/>
          </a:bodyPr>
          <a:lstStyle/>
          <a:p>
            <a:pPr marL="0" marR="0">
              <a:lnSpc>
                <a:spcPts val="3936"/>
              </a:lnSpc>
              <a:spcBef>
                <a:spcPts val="0"/>
              </a:spcBef>
              <a:spcAft>
                <a:spcPts val="0"/>
              </a:spcAft>
            </a:pPr>
            <a:r>
              <a:rPr sz="3200" b="1" dirty="0">
                <a:solidFill>
                  <a:srgbClr val="C00000"/>
                </a:solidFill>
                <a:latin typeface="JCLMCO+LibreBaskerville-Bold"/>
                <a:cs typeface="JCLMCO+LibreBaskerville-Bold"/>
              </a:rPr>
              <a:t>Removing elements from Dictionary</a:t>
            </a:r>
          </a:p>
        </p:txBody>
      </p:sp>
      <p:sp>
        <p:nvSpPr>
          <p:cNvPr id="4" name="object 4"/>
          <p:cNvSpPr txBox="1"/>
          <p:nvPr/>
        </p:nvSpPr>
        <p:spPr>
          <a:xfrm>
            <a:off x="857250" y="1384559"/>
            <a:ext cx="7746348" cy="1939409"/>
          </a:xfrm>
          <a:prstGeom prst="rect">
            <a:avLst/>
          </a:prstGeom>
        </p:spPr>
        <p:txBody>
          <a:bodyPr vert="horz" wrap="square" lIns="0" tIns="0" rIns="0" bIns="0" rtlCol="0">
            <a:spAutoFit/>
          </a:bodyPr>
          <a:lstStyle/>
          <a:p>
            <a:pPr marL="0" marR="0">
              <a:lnSpc>
                <a:spcPts val="2010"/>
              </a:lnSpc>
              <a:spcBef>
                <a:spcPts val="0"/>
              </a:spcBef>
              <a:spcAft>
                <a:spcPts val="0"/>
              </a:spcAft>
            </a:pPr>
            <a:r>
              <a:rPr sz="1800" dirty="0">
                <a:solidFill>
                  <a:srgbClr val="000000"/>
                </a:solidFill>
                <a:latin typeface="JMPQAK+ArialMT"/>
                <a:cs typeface="JMPQAK+ArialMT"/>
              </a:rPr>
              <a:t>We</a:t>
            </a:r>
            <a:r>
              <a:rPr sz="1800" spc="50" dirty="0">
                <a:solidFill>
                  <a:srgbClr val="000000"/>
                </a:solidFill>
                <a:latin typeface="Times New Roman"/>
                <a:cs typeface="Times New Roman"/>
              </a:rPr>
              <a:t> </a:t>
            </a:r>
            <a:r>
              <a:rPr sz="1800" dirty="0">
                <a:solidFill>
                  <a:srgbClr val="000000"/>
                </a:solidFill>
                <a:latin typeface="JMPQAK+ArialMT"/>
                <a:cs typeface="JMPQAK+ArialMT"/>
              </a:rPr>
              <a:t>can</a:t>
            </a:r>
            <a:r>
              <a:rPr sz="1800" spc="47" dirty="0">
                <a:solidFill>
                  <a:srgbClr val="000000"/>
                </a:solidFill>
                <a:latin typeface="Times New Roman"/>
                <a:cs typeface="Times New Roman"/>
              </a:rPr>
              <a:t> </a:t>
            </a:r>
            <a:r>
              <a:rPr sz="1800" dirty="0">
                <a:solidFill>
                  <a:srgbClr val="000000"/>
                </a:solidFill>
                <a:latin typeface="JMPQAK+ArialMT"/>
                <a:cs typeface="JMPQAK+ArialMT"/>
              </a:rPr>
              <a:t>remove</a:t>
            </a:r>
            <a:r>
              <a:rPr sz="1800" spc="47" dirty="0">
                <a:solidFill>
                  <a:srgbClr val="000000"/>
                </a:solidFill>
                <a:latin typeface="Times New Roman"/>
                <a:cs typeface="Times New Roman"/>
              </a:rPr>
              <a:t> </a:t>
            </a:r>
            <a:r>
              <a:rPr sz="1800" dirty="0">
                <a:solidFill>
                  <a:srgbClr val="000000"/>
                </a:solidFill>
                <a:latin typeface="JMPQAK+ArialMT"/>
                <a:cs typeface="JMPQAK+ArialMT"/>
              </a:rPr>
              <a:t>a</a:t>
            </a:r>
            <a:r>
              <a:rPr sz="1800" spc="47" dirty="0">
                <a:solidFill>
                  <a:srgbClr val="000000"/>
                </a:solidFill>
                <a:latin typeface="Times New Roman"/>
                <a:cs typeface="Times New Roman"/>
              </a:rPr>
              <a:t> </a:t>
            </a:r>
            <a:r>
              <a:rPr sz="1800" dirty="0">
                <a:solidFill>
                  <a:srgbClr val="000000"/>
                </a:solidFill>
                <a:latin typeface="JMPQAK+ArialMT"/>
                <a:cs typeface="JMPQAK+ArialMT"/>
              </a:rPr>
              <a:t>particular</a:t>
            </a:r>
            <a:r>
              <a:rPr sz="1800" spc="49" dirty="0">
                <a:solidFill>
                  <a:srgbClr val="000000"/>
                </a:solidFill>
                <a:latin typeface="Times New Roman"/>
                <a:cs typeface="Times New Roman"/>
              </a:rPr>
              <a:t> </a:t>
            </a:r>
            <a:r>
              <a:rPr sz="1800" dirty="0">
                <a:solidFill>
                  <a:srgbClr val="000000"/>
                </a:solidFill>
                <a:latin typeface="JMPQAK+ArialMT"/>
                <a:cs typeface="JMPQAK+ArialMT"/>
              </a:rPr>
              <a:t>item</a:t>
            </a:r>
            <a:r>
              <a:rPr sz="1800" spc="49" dirty="0">
                <a:solidFill>
                  <a:srgbClr val="000000"/>
                </a:solidFill>
                <a:latin typeface="Times New Roman"/>
                <a:cs typeface="Times New Roman"/>
              </a:rPr>
              <a:t> </a:t>
            </a:r>
            <a:r>
              <a:rPr sz="1800" dirty="0">
                <a:solidFill>
                  <a:srgbClr val="000000"/>
                </a:solidFill>
                <a:latin typeface="JMPQAK+ArialMT"/>
                <a:cs typeface="JMPQAK+ArialMT"/>
              </a:rPr>
              <a:t>in</a:t>
            </a:r>
            <a:r>
              <a:rPr sz="1800" spc="49" dirty="0">
                <a:solidFill>
                  <a:srgbClr val="000000"/>
                </a:solidFill>
                <a:latin typeface="Times New Roman"/>
                <a:cs typeface="Times New Roman"/>
              </a:rPr>
              <a:t> </a:t>
            </a:r>
            <a:r>
              <a:rPr sz="1800" dirty="0">
                <a:solidFill>
                  <a:srgbClr val="000000"/>
                </a:solidFill>
                <a:latin typeface="JMPQAK+ArialMT"/>
                <a:cs typeface="JMPQAK+ArialMT"/>
              </a:rPr>
              <a:t>a</a:t>
            </a:r>
            <a:r>
              <a:rPr sz="1800" spc="47" dirty="0">
                <a:solidFill>
                  <a:srgbClr val="000000"/>
                </a:solidFill>
                <a:latin typeface="Times New Roman"/>
                <a:cs typeface="Times New Roman"/>
              </a:rPr>
              <a:t> </a:t>
            </a:r>
            <a:r>
              <a:rPr sz="1800" dirty="0">
                <a:solidFill>
                  <a:srgbClr val="000000"/>
                </a:solidFill>
                <a:latin typeface="JMPQAK+ArialMT"/>
                <a:cs typeface="JMPQAK+ArialMT"/>
              </a:rPr>
              <a:t>dictionary</a:t>
            </a:r>
            <a:r>
              <a:rPr sz="1800" spc="49" dirty="0">
                <a:solidFill>
                  <a:srgbClr val="000000"/>
                </a:solidFill>
                <a:latin typeface="Times New Roman"/>
                <a:cs typeface="Times New Roman"/>
              </a:rPr>
              <a:t> </a:t>
            </a:r>
            <a:r>
              <a:rPr sz="1800" dirty="0">
                <a:solidFill>
                  <a:srgbClr val="000000"/>
                </a:solidFill>
                <a:latin typeface="JMPQAK+ArialMT"/>
                <a:cs typeface="JMPQAK+ArialMT"/>
              </a:rPr>
              <a:t>by</a:t>
            </a:r>
            <a:r>
              <a:rPr sz="1800" spc="49" dirty="0">
                <a:solidFill>
                  <a:srgbClr val="000000"/>
                </a:solidFill>
                <a:latin typeface="Times New Roman"/>
                <a:cs typeface="Times New Roman"/>
              </a:rPr>
              <a:t> </a:t>
            </a:r>
            <a:r>
              <a:rPr sz="1800" dirty="0">
                <a:solidFill>
                  <a:srgbClr val="000000"/>
                </a:solidFill>
                <a:latin typeface="JMPQAK+ArialMT"/>
                <a:cs typeface="JMPQAK+ArialMT"/>
              </a:rPr>
              <a:t>using</a:t>
            </a:r>
            <a:r>
              <a:rPr sz="1800" spc="49" dirty="0">
                <a:solidFill>
                  <a:srgbClr val="000000"/>
                </a:solidFill>
                <a:latin typeface="Times New Roman"/>
                <a:cs typeface="Times New Roman"/>
              </a:rPr>
              <a:t> </a:t>
            </a:r>
            <a:r>
              <a:rPr sz="1800" dirty="0">
                <a:solidFill>
                  <a:srgbClr val="000000"/>
                </a:solidFill>
                <a:latin typeface="JMPQAK+ArialMT"/>
                <a:cs typeface="JMPQAK+ArialMT"/>
              </a:rPr>
              <a:t>the</a:t>
            </a:r>
            <a:r>
              <a:rPr sz="1800" spc="49" dirty="0">
                <a:solidFill>
                  <a:srgbClr val="000000"/>
                </a:solidFill>
                <a:latin typeface="Times New Roman"/>
                <a:cs typeface="Times New Roman"/>
              </a:rPr>
              <a:t> </a:t>
            </a:r>
            <a:r>
              <a:rPr sz="1800" dirty="0">
                <a:solidFill>
                  <a:srgbClr val="000000"/>
                </a:solidFill>
                <a:latin typeface="JMPQAK+ArialMT"/>
                <a:cs typeface="JMPQAK+ArialMT"/>
              </a:rPr>
              <a:t>pop()</a:t>
            </a:r>
            <a:r>
              <a:rPr sz="1800" spc="49" dirty="0">
                <a:solidFill>
                  <a:srgbClr val="000000"/>
                </a:solidFill>
                <a:latin typeface="Times New Roman"/>
                <a:cs typeface="Times New Roman"/>
              </a:rPr>
              <a:t> </a:t>
            </a:r>
            <a:r>
              <a:rPr sz="1800" dirty="0">
                <a:solidFill>
                  <a:srgbClr val="000000"/>
                </a:solidFill>
                <a:latin typeface="JMPQAK+ArialMT"/>
                <a:cs typeface="JMPQAK+ArialMT"/>
              </a:rPr>
              <a:t>method.</a:t>
            </a:r>
          </a:p>
          <a:p>
            <a:pPr marL="228600" marR="0">
              <a:lnSpc>
                <a:spcPts val="2010"/>
              </a:lnSpc>
              <a:spcBef>
                <a:spcPts val="199"/>
              </a:spcBef>
              <a:spcAft>
                <a:spcPts val="0"/>
              </a:spcAft>
            </a:pPr>
            <a:r>
              <a:rPr sz="1800" dirty="0">
                <a:solidFill>
                  <a:srgbClr val="000000"/>
                </a:solidFill>
                <a:latin typeface="JMPQAK+ArialMT"/>
                <a:cs typeface="JMPQAK+ArialMT"/>
              </a:rPr>
              <a:t>This</a:t>
            </a:r>
            <a:r>
              <a:rPr sz="1800" spc="49" dirty="0">
                <a:solidFill>
                  <a:srgbClr val="000000"/>
                </a:solidFill>
                <a:latin typeface="Times New Roman"/>
                <a:cs typeface="Times New Roman"/>
              </a:rPr>
              <a:t> </a:t>
            </a:r>
            <a:r>
              <a:rPr sz="1800" dirty="0">
                <a:solidFill>
                  <a:srgbClr val="000000"/>
                </a:solidFill>
                <a:latin typeface="JMPQAK+ArialMT"/>
                <a:cs typeface="JMPQAK+ArialMT"/>
              </a:rPr>
              <a:t>method</a:t>
            </a:r>
            <a:r>
              <a:rPr sz="1800" spc="49" dirty="0">
                <a:solidFill>
                  <a:srgbClr val="000000"/>
                </a:solidFill>
                <a:latin typeface="Times New Roman"/>
                <a:cs typeface="Times New Roman"/>
              </a:rPr>
              <a:t> </a:t>
            </a:r>
            <a:r>
              <a:rPr sz="1800" dirty="0">
                <a:solidFill>
                  <a:srgbClr val="000000"/>
                </a:solidFill>
                <a:latin typeface="JMPQAK+ArialMT"/>
                <a:cs typeface="JMPQAK+ArialMT"/>
              </a:rPr>
              <a:t>removes</a:t>
            </a:r>
            <a:r>
              <a:rPr sz="1800" spc="49" dirty="0">
                <a:solidFill>
                  <a:srgbClr val="000000"/>
                </a:solidFill>
                <a:latin typeface="Times New Roman"/>
                <a:cs typeface="Times New Roman"/>
              </a:rPr>
              <a:t> </a:t>
            </a:r>
            <a:r>
              <a:rPr sz="1800" dirty="0">
                <a:solidFill>
                  <a:srgbClr val="000000"/>
                </a:solidFill>
                <a:latin typeface="JMPQAK+ArialMT"/>
                <a:cs typeface="JMPQAK+ArialMT"/>
              </a:rPr>
              <a:t>an</a:t>
            </a:r>
            <a:r>
              <a:rPr sz="1800" spc="49" dirty="0">
                <a:solidFill>
                  <a:srgbClr val="000000"/>
                </a:solidFill>
                <a:latin typeface="Times New Roman"/>
                <a:cs typeface="Times New Roman"/>
              </a:rPr>
              <a:t> </a:t>
            </a:r>
            <a:r>
              <a:rPr sz="1800" dirty="0">
                <a:solidFill>
                  <a:srgbClr val="000000"/>
                </a:solidFill>
                <a:latin typeface="JMPQAK+ArialMT"/>
                <a:cs typeface="JMPQAK+ArialMT"/>
              </a:rPr>
              <a:t>item</a:t>
            </a:r>
            <a:r>
              <a:rPr sz="1800" spc="49" dirty="0">
                <a:solidFill>
                  <a:srgbClr val="000000"/>
                </a:solidFill>
                <a:latin typeface="Times New Roman"/>
                <a:cs typeface="Times New Roman"/>
              </a:rPr>
              <a:t> </a:t>
            </a:r>
            <a:r>
              <a:rPr sz="1800" dirty="0">
                <a:solidFill>
                  <a:srgbClr val="000000"/>
                </a:solidFill>
                <a:latin typeface="JMPQAK+ArialMT"/>
                <a:cs typeface="JMPQAK+ArialMT"/>
              </a:rPr>
              <a:t>with</a:t>
            </a:r>
            <a:r>
              <a:rPr sz="1800" spc="49" dirty="0">
                <a:solidFill>
                  <a:srgbClr val="000000"/>
                </a:solidFill>
                <a:latin typeface="Times New Roman"/>
                <a:cs typeface="Times New Roman"/>
              </a:rPr>
              <a:t> </a:t>
            </a:r>
            <a:r>
              <a:rPr sz="1800" dirty="0">
                <a:solidFill>
                  <a:srgbClr val="000000"/>
                </a:solidFill>
                <a:latin typeface="JMPQAK+ArialMT"/>
                <a:cs typeface="JMPQAK+ArialMT"/>
              </a:rPr>
              <a:t>the</a:t>
            </a:r>
            <a:r>
              <a:rPr sz="1800" spc="49" dirty="0">
                <a:solidFill>
                  <a:srgbClr val="000000"/>
                </a:solidFill>
                <a:latin typeface="Times New Roman"/>
                <a:cs typeface="Times New Roman"/>
              </a:rPr>
              <a:t> </a:t>
            </a:r>
            <a:r>
              <a:rPr sz="1800" dirty="0">
                <a:solidFill>
                  <a:srgbClr val="000000"/>
                </a:solidFill>
                <a:latin typeface="JMPQAK+ArialMT"/>
                <a:cs typeface="JMPQAK+ArialMT"/>
              </a:rPr>
              <a:t>provided</a:t>
            </a:r>
            <a:r>
              <a:rPr sz="1800" spc="49" dirty="0">
                <a:solidFill>
                  <a:srgbClr val="000000"/>
                </a:solidFill>
                <a:latin typeface="Times New Roman"/>
                <a:cs typeface="Times New Roman"/>
              </a:rPr>
              <a:t> </a:t>
            </a:r>
            <a:r>
              <a:rPr sz="1800" dirty="0">
                <a:solidFill>
                  <a:srgbClr val="000000"/>
                </a:solidFill>
                <a:latin typeface="JMPQAK+ArialMT"/>
                <a:cs typeface="JMPQAK+ArialMT"/>
              </a:rPr>
              <a:t>key</a:t>
            </a:r>
            <a:r>
              <a:rPr sz="1800" spc="49" dirty="0">
                <a:solidFill>
                  <a:srgbClr val="000000"/>
                </a:solidFill>
                <a:latin typeface="Times New Roman"/>
                <a:cs typeface="Times New Roman"/>
              </a:rPr>
              <a:t> </a:t>
            </a:r>
            <a:r>
              <a:rPr sz="1800" dirty="0">
                <a:solidFill>
                  <a:srgbClr val="000000"/>
                </a:solidFill>
                <a:latin typeface="JMPQAK+ArialMT"/>
                <a:cs typeface="JMPQAK+ArialMT"/>
              </a:rPr>
              <a:t>and</a:t>
            </a:r>
            <a:r>
              <a:rPr sz="1800" spc="49" dirty="0">
                <a:solidFill>
                  <a:srgbClr val="000000"/>
                </a:solidFill>
                <a:latin typeface="Times New Roman"/>
                <a:cs typeface="Times New Roman"/>
              </a:rPr>
              <a:t> </a:t>
            </a:r>
            <a:r>
              <a:rPr sz="1800" dirty="0">
                <a:solidFill>
                  <a:srgbClr val="000000"/>
                </a:solidFill>
                <a:latin typeface="JMPQAK+ArialMT"/>
                <a:cs typeface="JMPQAK+ArialMT"/>
              </a:rPr>
              <a:t>returns</a:t>
            </a:r>
          </a:p>
          <a:p>
            <a:pPr marL="228600" marR="0">
              <a:lnSpc>
                <a:spcPts val="2010"/>
              </a:lnSpc>
              <a:spcBef>
                <a:spcPts val="149"/>
              </a:spcBef>
              <a:spcAft>
                <a:spcPts val="0"/>
              </a:spcAft>
            </a:pPr>
            <a:r>
              <a:rPr sz="1800" dirty="0">
                <a:solidFill>
                  <a:srgbClr val="000000"/>
                </a:solidFill>
                <a:latin typeface="JMPQAK+ArialMT"/>
                <a:cs typeface="JMPQAK+ArialMT"/>
              </a:rPr>
              <a:t>the</a:t>
            </a:r>
            <a:r>
              <a:rPr sz="1800" spc="49" dirty="0">
                <a:solidFill>
                  <a:srgbClr val="000000"/>
                </a:solidFill>
                <a:latin typeface="Times New Roman"/>
                <a:cs typeface="Times New Roman"/>
              </a:rPr>
              <a:t> </a:t>
            </a:r>
            <a:r>
              <a:rPr sz="1800" dirty="0">
                <a:solidFill>
                  <a:srgbClr val="000000"/>
                </a:solidFill>
                <a:latin typeface="JMPQAK+ArialMT"/>
                <a:cs typeface="JMPQAK+ArialMT"/>
              </a:rPr>
              <a:t>value.</a:t>
            </a:r>
          </a:p>
          <a:p>
            <a:pPr marL="0" marR="0">
              <a:lnSpc>
                <a:spcPts val="2010"/>
              </a:lnSpc>
              <a:spcBef>
                <a:spcPts val="199"/>
              </a:spcBef>
              <a:spcAft>
                <a:spcPts val="0"/>
              </a:spcAft>
            </a:pPr>
            <a:r>
              <a:rPr sz="1800" dirty="0">
                <a:solidFill>
                  <a:srgbClr val="000000"/>
                </a:solidFill>
                <a:latin typeface="JMPQAK+ArialMT"/>
                <a:cs typeface="JMPQAK+ArialMT"/>
              </a:rPr>
              <a:t>The</a:t>
            </a:r>
            <a:r>
              <a:rPr sz="1800" spc="50" dirty="0">
                <a:solidFill>
                  <a:srgbClr val="000000"/>
                </a:solidFill>
                <a:latin typeface="Times New Roman"/>
                <a:cs typeface="Times New Roman"/>
              </a:rPr>
              <a:t> </a:t>
            </a:r>
            <a:r>
              <a:rPr sz="1800" b="1" dirty="0">
                <a:solidFill>
                  <a:srgbClr val="000000"/>
                </a:solidFill>
                <a:latin typeface="MSNCID+Arial-BoldMT"/>
                <a:cs typeface="MSNCID+Arial-BoldMT"/>
              </a:rPr>
              <a:t>popitem() </a:t>
            </a:r>
            <a:r>
              <a:rPr sz="1800" dirty="0">
                <a:solidFill>
                  <a:srgbClr val="000000"/>
                </a:solidFill>
                <a:latin typeface="JMPQAK+ArialMT"/>
                <a:cs typeface="JMPQAK+ArialMT"/>
              </a:rPr>
              <a:t>method</a:t>
            </a:r>
            <a:r>
              <a:rPr sz="1800" spc="49" dirty="0">
                <a:solidFill>
                  <a:srgbClr val="000000"/>
                </a:solidFill>
                <a:latin typeface="Times New Roman"/>
                <a:cs typeface="Times New Roman"/>
              </a:rPr>
              <a:t> </a:t>
            </a:r>
            <a:r>
              <a:rPr sz="1800" dirty="0">
                <a:solidFill>
                  <a:srgbClr val="000000"/>
                </a:solidFill>
                <a:latin typeface="JMPQAK+ArialMT"/>
                <a:cs typeface="JMPQAK+ArialMT"/>
              </a:rPr>
              <a:t>can</a:t>
            </a:r>
            <a:r>
              <a:rPr sz="1800" spc="47" dirty="0">
                <a:solidFill>
                  <a:srgbClr val="000000"/>
                </a:solidFill>
                <a:latin typeface="Times New Roman"/>
                <a:cs typeface="Times New Roman"/>
              </a:rPr>
              <a:t> </a:t>
            </a:r>
            <a:r>
              <a:rPr sz="1800" dirty="0">
                <a:solidFill>
                  <a:srgbClr val="000000"/>
                </a:solidFill>
                <a:latin typeface="JMPQAK+ArialMT"/>
                <a:cs typeface="JMPQAK+ArialMT"/>
              </a:rPr>
              <a:t>be</a:t>
            </a:r>
            <a:r>
              <a:rPr sz="1800" spc="49" dirty="0">
                <a:solidFill>
                  <a:srgbClr val="000000"/>
                </a:solidFill>
                <a:latin typeface="Times New Roman"/>
                <a:cs typeface="Times New Roman"/>
              </a:rPr>
              <a:t> </a:t>
            </a:r>
            <a:r>
              <a:rPr sz="1800" dirty="0">
                <a:solidFill>
                  <a:srgbClr val="000000"/>
                </a:solidFill>
                <a:latin typeface="JMPQAK+ArialMT"/>
                <a:cs typeface="JMPQAK+ArialMT"/>
              </a:rPr>
              <a:t>used</a:t>
            </a:r>
            <a:r>
              <a:rPr sz="1800" spc="49" dirty="0">
                <a:solidFill>
                  <a:srgbClr val="000000"/>
                </a:solidFill>
                <a:latin typeface="Times New Roman"/>
                <a:cs typeface="Times New Roman"/>
              </a:rPr>
              <a:t> </a:t>
            </a:r>
            <a:r>
              <a:rPr sz="1800" dirty="0">
                <a:solidFill>
                  <a:srgbClr val="000000"/>
                </a:solidFill>
                <a:latin typeface="JMPQAK+ArialMT"/>
                <a:cs typeface="JMPQAK+ArialMT"/>
              </a:rPr>
              <a:t>to</a:t>
            </a:r>
            <a:r>
              <a:rPr sz="1800" spc="50" dirty="0">
                <a:solidFill>
                  <a:srgbClr val="000000"/>
                </a:solidFill>
                <a:latin typeface="Times New Roman"/>
                <a:cs typeface="Times New Roman"/>
              </a:rPr>
              <a:t> </a:t>
            </a:r>
            <a:r>
              <a:rPr sz="1800" dirty="0">
                <a:solidFill>
                  <a:srgbClr val="000000"/>
                </a:solidFill>
                <a:latin typeface="JMPQAK+ArialMT"/>
                <a:cs typeface="JMPQAK+ArialMT"/>
              </a:rPr>
              <a:t>remove</a:t>
            </a:r>
            <a:r>
              <a:rPr sz="1800" spc="47" dirty="0">
                <a:solidFill>
                  <a:srgbClr val="000000"/>
                </a:solidFill>
                <a:latin typeface="Times New Roman"/>
                <a:cs typeface="Times New Roman"/>
              </a:rPr>
              <a:t> </a:t>
            </a:r>
            <a:r>
              <a:rPr sz="1800" dirty="0">
                <a:solidFill>
                  <a:srgbClr val="000000"/>
                </a:solidFill>
                <a:latin typeface="JMPQAK+ArialMT"/>
                <a:cs typeface="JMPQAK+ArialMT"/>
              </a:rPr>
              <a:t>and</a:t>
            </a:r>
            <a:r>
              <a:rPr sz="1800" spc="49" dirty="0">
                <a:solidFill>
                  <a:srgbClr val="000000"/>
                </a:solidFill>
                <a:latin typeface="Times New Roman"/>
                <a:cs typeface="Times New Roman"/>
              </a:rPr>
              <a:t> </a:t>
            </a:r>
            <a:r>
              <a:rPr sz="1800" dirty="0">
                <a:solidFill>
                  <a:srgbClr val="000000"/>
                </a:solidFill>
                <a:latin typeface="JMPQAK+ArialMT"/>
                <a:cs typeface="JMPQAK+ArialMT"/>
              </a:rPr>
              <a:t>return</a:t>
            </a:r>
            <a:r>
              <a:rPr sz="1800" spc="49" dirty="0">
                <a:solidFill>
                  <a:srgbClr val="000000"/>
                </a:solidFill>
                <a:latin typeface="Times New Roman"/>
                <a:cs typeface="Times New Roman"/>
              </a:rPr>
              <a:t> </a:t>
            </a:r>
            <a:r>
              <a:rPr sz="1800" dirty="0">
                <a:solidFill>
                  <a:srgbClr val="000000"/>
                </a:solidFill>
                <a:latin typeface="JMPQAK+ArialMT"/>
                <a:cs typeface="JMPQAK+ArialMT"/>
              </a:rPr>
              <a:t>an</a:t>
            </a:r>
            <a:r>
              <a:rPr sz="1800" spc="49" dirty="0">
                <a:solidFill>
                  <a:srgbClr val="000000"/>
                </a:solidFill>
                <a:latin typeface="Times New Roman"/>
                <a:cs typeface="Times New Roman"/>
              </a:rPr>
              <a:t> </a:t>
            </a:r>
            <a:r>
              <a:rPr sz="1800" dirty="0">
                <a:solidFill>
                  <a:srgbClr val="000000"/>
                </a:solidFill>
                <a:latin typeface="JMPQAK+ArialMT"/>
                <a:cs typeface="JMPQAK+ArialMT"/>
              </a:rPr>
              <a:t>arbitrary</a:t>
            </a:r>
            <a:r>
              <a:rPr sz="1800" spc="49" dirty="0">
                <a:solidFill>
                  <a:srgbClr val="000000"/>
                </a:solidFill>
                <a:latin typeface="Times New Roman"/>
                <a:cs typeface="Times New Roman"/>
              </a:rPr>
              <a:t> </a:t>
            </a:r>
            <a:r>
              <a:rPr sz="1800" dirty="0">
                <a:solidFill>
                  <a:srgbClr val="000000"/>
                </a:solidFill>
                <a:latin typeface="JMPQAK+ArialMT"/>
                <a:cs typeface="JMPQAK+ArialMT"/>
              </a:rPr>
              <a:t>(key,</a:t>
            </a:r>
          </a:p>
          <a:p>
            <a:pPr marL="228600" marR="0">
              <a:lnSpc>
                <a:spcPts val="2010"/>
              </a:lnSpc>
              <a:spcBef>
                <a:spcPts val="199"/>
              </a:spcBef>
              <a:spcAft>
                <a:spcPts val="0"/>
              </a:spcAft>
            </a:pPr>
            <a:r>
              <a:rPr sz="1800" dirty="0">
                <a:solidFill>
                  <a:srgbClr val="000000"/>
                </a:solidFill>
                <a:latin typeface="JMPQAK+ArialMT"/>
                <a:cs typeface="JMPQAK+ArialMT"/>
              </a:rPr>
              <a:t>value)</a:t>
            </a:r>
            <a:r>
              <a:rPr sz="1800" spc="49" dirty="0">
                <a:solidFill>
                  <a:srgbClr val="000000"/>
                </a:solidFill>
                <a:latin typeface="Times New Roman"/>
                <a:cs typeface="Times New Roman"/>
              </a:rPr>
              <a:t> </a:t>
            </a:r>
            <a:r>
              <a:rPr sz="1800" dirty="0">
                <a:solidFill>
                  <a:srgbClr val="000000"/>
                </a:solidFill>
                <a:latin typeface="JMPQAK+ArialMT"/>
                <a:cs typeface="JMPQAK+ArialMT"/>
              </a:rPr>
              <a:t>item</a:t>
            </a:r>
            <a:r>
              <a:rPr sz="1800" spc="49" dirty="0">
                <a:solidFill>
                  <a:srgbClr val="000000"/>
                </a:solidFill>
                <a:latin typeface="Times New Roman"/>
                <a:cs typeface="Times New Roman"/>
              </a:rPr>
              <a:t> </a:t>
            </a:r>
            <a:r>
              <a:rPr sz="1800" dirty="0">
                <a:solidFill>
                  <a:srgbClr val="000000"/>
                </a:solidFill>
                <a:latin typeface="JMPQAK+ArialMT"/>
                <a:cs typeface="JMPQAK+ArialMT"/>
              </a:rPr>
              <a:t>pair</a:t>
            </a:r>
            <a:r>
              <a:rPr sz="1800" spc="49" dirty="0">
                <a:solidFill>
                  <a:srgbClr val="000000"/>
                </a:solidFill>
                <a:latin typeface="Times New Roman"/>
                <a:cs typeface="Times New Roman"/>
              </a:rPr>
              <a:t> </a:t>
            </a:r>
            <a:r>
              <a:rPr sz="1800" dirty="0">
                <a:solidFill>
                  <a:srgbClr val="000000"/>
                </a:solidFill>
                <a:latin typeface="JMPQAK+ArialMT"/>
                <a:cs typeface="JMPQAK+ArialMT"/>
              </a:rPr>
              <a:t>from</a:t>
            </a:r>
            <a:r>
              <a:rPr sz="1800" spc="49" dirty="0">
                <a:solidFill>
                  <a:srgbClr val="000000"/>
                </a:solidFill>
                <a:latin typeface="Times New Roman"/>
                <a:cs typeface="Times New Roman"/>
              </a:rPr>
              <a:t> </a:t>
            </a:r>
            <a:r>
              <a:rPr sz="1800" dirty="0">
                <a:solidFill>
                  <a:srgbClr val="000000"/>
                </a:solidFill>
                <a:latin typeface="JMPQAK+ArialMT"/>
                <a:cs typeface="JMPQAK+ArialMT"/>
              </a:rPr>
              <a:t>the</a:t>
            </a:r>
            <a:r>
              <a:rPr sz="1800" spc="49" dirty="0">
                <a:solidFill>
                  <a:srgbClr val="000000"/>
                </a:solidFill>
                <a:latin typeface="Times New Roman"/>
                <a:cs typeface="Times New Roman"/>
              </a:rPr>
              <a:t> </a:t>
            </a:r>
            <a:r>
              <a:rPr sz="1800" dirty="0">
                <a:solidFill>
                  <a:srgbClr val="000000"/>
                </a:solidFill>
                <a:latin typeface="JMPQAK+ArialMT"/>
                <a:cs typeface="JMPQAK+ArialMT"/>
              </a:rPr>
              <a:t>dictionary.</a:t>
            </a:r>
            <a:r>
              <a:rPr sz="1800" spc="46" dirty="0">
                <a:solidFill>
                  <a:srgbClr val="000000"/>
                </a:solidFill>
                <a:latin typeface="Times New Roman"/>
                <a:cs typeface="Times New Roman"/>
              </a:rPr>
              <a:t> </a:t>
            </a:r>
            <a:r>
              <a:rPr sz="1800" dirty="0">
                <a:solidFill>
                  <a:srgbClr val="000000"/>
                </a:solidFill>
                <a:latin typeface="JMPQAK+ArialMT"/>
                <a:cs typeface="JMPQAK+ArialMT"/>
              </a:rPr>
              <a:t>All</a:t>
            </a:r>
            <a:r>
              <a:rPr sz="1800" spc="49" dirty="0">
                <a:solidFill>
                  <a:srgbClr val="000000"/>
                </a:solidFill>
                <a:latin typeface="Times New Roman"/>
                <a:cs typeface="Times New Roman"/>
              </a:rPr>
              <a:t> </a:t>
            </a:r>
            <a:r>
              <a:rPr sz="1800" dirty="0">
                <a:solidFill>
                  <a:srgbClr val="000000"/>
                </a:solidFill>
                <a:latin typeface="JMPQAK+ArialMT"/>
                <a:cs typeface="JMPQAK+ArialMT"/>
              </a:rPr>
              <a:t>the</a:t>
            </a:r>
            <a:r>
              <a:rPr sz="1800" spc="49" dirty="0">
                <a:solidFill>
                  <a:srgbClr val="000000"/>
                </a:solidFill>
                <a:latin typeface="Times New Roman"/>
                <a:cs typeface="Times New Roman"/>
              </a:rPr>
              <a:t> </a:t>
            </a:r>
            <a:r>
              <a:rPr sz="1800" dirty="0">
                <a:solidFill>
                  <a:srgbClr val="000000"/>
                </a:solidFill>
                <a:latin typeface="JMPQAK+ArialMT"/>
                <a:cs typeface="JMPQAK+ArialMT"/>
              </a:rPr>
              <a:t>items</a:t>
            </a:r>
            <a:r>
              <a:rPr sz="1800" spc="49" dirty="0">
                <a:solidFill>
                  <a:srgbClr val="000000"/>
                </a:solidFill>
                <a:latin typeface="Times New Roman"/>
                <a:cs typeface="Times New Roman"/>
              </a:rPr>
              <a:t> </a:t>
            </a:r>
            <a:r>
              <a:rPr sz="1800" dirty="0">
                <a:solidFill>
                  <a:srgbClr val="000000"/>
                </a:solidFill>
                <a:latin typeface="JMPQAK+ArialMT"/>
                <a:cs typeface="JMPQAK+ArialMT"/>
              </a:rPr>
              <a:t>can</a:t>
            </a:r>
            <a:r>
              <a:rPr sz="1800" spc="47" dirty="0">
                <a:solidFill>
                  <a:srgbClr val="000000"/>
                </a:solidFill>
                <a:latin typeface="Times New Roman"/>
                <a:cs typeface="Times New Roman"/>
              </a:rPr>
              <a:t> </a:t>
            </a:r>
            <a:r>
              <a:rPr sz="1800" dirty="0">
                <a:solidFill>
                  <a:srgbClr val="000000"/>
                </a:solidFill>
                <a:latin typeface="JMPQAK+ArialMT"/>
                <a:cs typeface="JMPQAK+ArialMT"/>
              </a:rPr>
              <a:t>be</a:t>
            </a:r>
            <a:r>
              <a:rPr sz="1800" spc="49" dirty="0">
                <a:solidFill>
                  <a:srgbClr val="000000"/>
                </a:solidFill>
                <a:latin typeface="Times New Roman"/>
                <a:cs typeface="Times New Roman"/>
              </a:rPr>
              <a:t> </a:t>
            </a:r>
            <a:r>
              <a:rPr sz="1800" dirty="0">
                <a:solidFill>
                  <a:srgbClr val="000000"/>
                </a:solidFill>
                <a:latin typeface="JMPQAK+ArialMT"/>
                <a:cs typeface="JMPQAK+ArialMT"/>
              </a:rPr>
              <a:t>removed</a:t>
            </a:r>
            <a:r>
              <a:rPr sz="1800" spc="47" dirty="0">
                <a:solidFill>
                  <a:srgbClr val="000000"/>
                </a:solidFill>
                <a:latin typeface="Times New Roman"/>
                <a:cs typeface="Times New Roman"/>
              </a:rPr>
              <a:t> </a:t>
            </a:r>
            <a:r>
              <a:rPr sz="1800" dirty="0">
                <a:solidFill>
                  <a:srgbClr val="000000"/>
                </a:solidFill>
                <a:latin typeface="JMPQAK+ArialMT"/>
                <a:cs typeface="JMPQAK+ArialMT"/>
              </a:rPr>
              <a:t>at</a:t>
            </a:r>
          </a:p>
          <a:p>
            <a:pPr marL="228600" marR="0">
              <a:lnSpc>
                <a:spcPts val="2010"/>
              </a:lnSpc>
              <a:spcBef>
                <a:spcPts val="149"/>
              </a:spcBef>
              <a:spcAft>
                <a:spcPts val="0"/>
              </a:spcAft>
            </a:pPr>
            <a:r>
              <a:rPr sz="1800" dirty="0">
                <a:solidFill>
                  <a:srgbClr val="000000"/>
                </a:solidFill>
                <a:latin typeface="JMPQAK+ArialMT"/>
                <a:cs typeface="JMPQAK+ArialMT"/>
              </a:rPr>
              <a:t>once,</a:t>
            </a:r>
            <a:r>
              <a:rPr sz="1800" spc="46" dirty="0">
                <a:solidFill>
                  <a:srgbClr val="000000"/>
                </a:solidFill>
                <a:latin typeface="Times New Roman"/>
                <a:cs typeface="Times New Roman"/>
              </a:rPr>
              <a:t> </a:t>
            </a:r>
            <a:r>
              <a:rPr sz="1800" dirty="0">
                <a:solidFill>
                  <a:srgbClr val="000000"/>
                </a:solidFill>
                <a:latin typeface="JMPQAK+ArialMT"/>
                <a:cs typeface="JMPQAK+ArialMT"/>
              </a:rPr>
              <a:t>using</a:t>
            </a:r>
            <a:r>
              <a:rPr sz="1800" spc="49" dirty="0">
                <a:solidFill>
                  <a:srgbClr val="000000"/>
                </a:solidFill>
                <a:latin typeface="Times New Roman"/>
                <a:cs typeface="Times New Roman"/>
              </a:rPr>
              <a:t> </a:t>
            </a:r>
            <a:r>
              <a:rPr sz="1800" dirty="0">
                <a:solidFill>
                  <a:srgbClr val="000000"/>
                </a:solidFill>
                <a:latin typeface="JMPQAK+ArialMT"/>
                <a:cs typeface="JMPQAK+ArialMT"/>
              </a:rPr>
              <a:t>the</a:t>
            </a:r>
            <a:r>
              <a:rPr sz="1800" spc="49" dirty="0">
                <a:solidFill>
                  <a:srgbClr val="000000"/>
                </a:solidFill>
                <a:latin typeface="Times New Roman"/>
                <a:cs typeface="Times New Roman"/>
              </a:rPr>
              <a:t> </a:t>
            </a:r>
            <a:r>
              <a:rPr sz="1800" dirty="0">
                <a:solidFill>
                  <a:srgbClr val="000000"/>
                </a:solidFill>
                <a:latin typeface="JMPQAK+ArialMT"/>
                <a:cs typeface="JMPQAK+ArialMT"/>
              </a:rPr>
              <a:t>clear()</a:t>
            </a:r>
            <a:r>
              <a:rPr sz="1800" spc="49" dirty="0">
                <a:solidFill>
                  <a:srgbClr val="000000"/>
                </a:solidFill>
                <a:latin typeface="Times New Roman"/>
                <a:cs typeface="Times New Roman"/>
              </a:rPr>
              <a:t> </a:t>
            </a:r>
            <a:r>
              <a:rPr sz="1800" dirty="0">
                <a:solidFill>
                  <a:srgbClr val="000000"/>
                </a:solidFill>
                <a:latin typeface="JMPQAK+ArialMT"/>
                <a:cs typeface="JMPQAK+ArialMT"/>
              </a:rPr>
              <a:t>method.</a:t>
            </a:r>
            <a:r>
              <a:rPr sz="1800" spc="47" dirty="0">
                <a:solidFill>
                  <a:srgbClr val="000000"/>
                </a:solidFill>
                <a:latin typeface="Times New Roman"/>
                <a:cs typeface="Times New Roman"/>
              </a:rPr>
              <a:t> </a:t>
            </a:r>
            <a:r>
              <a:rPr sz="1800" dirty="0">
                <a:solidFill>
                  <a:srgbClr val="000000"/>
                </a:solidFill>
                <a:latin typeface="JMPQAK+ArialMT"/>
                <a:cs typeface="JMPQAK+ArialMT"/>
              </a:rPr>
              <a:t>We</a:t>
            </a:r>
            <a:r>
              <a:rPr sz="1800" spc="50" dirty="0">
                <a:solidFill>
                  <a:srgbClr val="000000"/>
                </a:solidFill>
                <a:latin typeface="Times New Roman"/>
                <a:cs typeface="Times New Roman"/>
              </a:rPr>
              <a:t> </a:t>
            </a:r>
            <a:r>
              <a:rPr sz="1800" dirty="0">
                <a:solidFill>
                  <a:srgbClr val="000000"/>
                </a:solidFill>
                <a:latin typeface="JMPQAK+ArialMT"/>
                <a:cs typeface="JMPQAK+ArialMT"/>
              </a:rPr>
              <a:t>can</a:t>
            </a:r>
            <a:r>
              <a:rPr sz="1800" spc="47" dirty="0">
                <a:solidFill>
                  <a:srgbClr val="000000"/>
                </a:solidFill>
                <a:latin typeface="Times New Roman"/>
                <a:cs typeface="Times New Roman"/>
              </a:rPr>
              <a:t> </a:t>
            </a:r>
            <a:r>
              <a:rPr sz="1800" dirty="0">
                <a:solidFill>
                  <a:srgbClr val="000000"/>
                </a:solidFill>
                <a:latin typeface="JMPQAK+ArialMT"/>
                <a:cs typeface="JMPQAK+ArialMT"/>
              </a:rPr>
              <a:t>also</a:t>
            </a:r>
            <a:r>
              <a:rPr sz="1800" spc="49" dirty="0">
                <a:solidFill>
                  <a:srgbClr val="000000"/>
                </a:solidFill>
                <a:latin typeface="Times New Roman"/>
                <a:cs typeface="Times New Roman"/>
              </a:rPr>
              <a:t> </a:t>
            </a:r>
            <a:r>
              <a:rPr sz="1800" dirty="0">
                <a:solidFill>
                  <a:srgbClr val="000000"/>
                </a:solidFill>
                <a:latin typeface="JMPQAK+ArialMT"/>
                <a:cs typeface="JMPQAK+ArialMT"/>
              </a:rPr>
              <a:t>use</a:t>
            </a:r>
            <a:r>
              <a:rPr sz="1800" spc="47" dirty="0">
                <a:solidFill>
                  <a:srgbClr val="000000"/>
                </a:solidFill>
                <a:latin typeface="Times New Roman"/>
                <a:cs typeface="Times New Roman"/>
              </a:rPr>
              <a:t> </a:t>
            </a:r>
            <a:r>
              <a:rPr sz="1800" dirty="0">
                <a:solidFill>
                  <a:srgbClr val="000000"/>
                </a:solidFill>
                <a:latin typeface="JMPQAK+ArialMT"/>
                <a:cs typeface="JMPQAK+ArialMT"/>
              </a:rPr>
              <a:t>the</a:t>
            </a:r>
            <a:r>
              <a:rPr sz="1800" spc="49" dirty="0">
                <a:solidFill>
                  <a:srgbClr val="000000"/>
                </a:solidFill>
                <a:latin typeface="Times New Roman"/>
                <a:cs typeface="Times New Roman"/>
              </a:rPr>
              <a:t> </a:t>
            </a:r>
            <a:r>
              <a:rPr sz="1800" dirty="0">
                <a:solidFill>
                  <a:srgbClr val="000000"/>
                </a:solidFill>
                <a:latin typeface="JMPQAK+ArialMT"/>
                <a:cs typeface="JMPQAK+ArialMT"/>
              </a:rPr>
              <a:t>del</a:t>
            </a:r>
            <a:r>
              <a:rPr sz="1800" spc="49" dirty="0">
                <a:solidFill>
                  <a:srgbClr val="000000"/>
                </a:solidFill>
                <a:latin typeface="Times New Roman"/>
                <a:cs typeface="Times New Roman"/>
              </a:rPr>
              <a:t> </a:t>
            </a:r>
            <a:r>
              <a:rPr sz="1800" dirty="0">
                <a:solidFill>
                  <a:srgbClr val="000000"/>
                </a:solidFill>
                <a:latin typeface="JMPQAK+ArialMT"/>
                <a:cs typeface="JMPQAK+ArialMT"/>
              </a:rPr>
              <a:t>keyword</a:t>
            </a:r>
            <a:r>
              <a:rPr sz="1800" spc="47" dirty="0">
                <a:solidFill>
                  <a:srgbClr val="000000"/>
                </a:solidFill>
                <a:latin typeface="Times New Roman"/>
                <a:cs typeface="Times New Roman"/>
              </a:rPr>
              <a:t> </a:t>
            </a:r>
            <a:r>
              <a:rPr sz="1800" dirty="0">
                <a:solidFill>
                  <a:srgbClr val="000000"/>
                </a:solidFill>
                <a:latin typeface="JMPQAK+ArialMT"/>
                <a:cs typeface="JMPQAK+ArialMT"/>
              </a:rPr>
              <a:t>to</a:t>
            </a:r>
          </a:p>
          <a:p>
            <a:pPr marL="228600" marR="0">
              <a:lnSpc>
                <a:spcPts val="2010"/>
              </a:lnSpc>
              <a:spcBef>
                <a:spcPts val="199"/>
              </a:spcBef>
              <a:spcAft>
                <a:spcPts val="0"/>
              </a:spcAft>
            </a:pPr>
            <a:r>
              <a:rPr sz="1800" dirty="0">
                <a:solidFill>
                  <a:srgbClr val="000000"/>
                </a:solidFill>
                <a:latin typeface="JMPQAK+ArialMT"/>
                <a:cs typeface="JMPQAK+ArialMT"/>
              </a:rPr>
              <a:t>remove</a:t>
            </a:r>
            <a:r>
              <a:rPr sz="1800" spc="47" dirty="0">
                <a:solidFill>
                  <a:srgbClr val="000000"/>
                </a:solidFill>
                <a:latin typeface="Times New Roman"/>
                <a:cs typeface="Times New Roman"/>
              </a:rPr>
              <a:t> </a:t>
            </a:r>
            <a:r>
              <a:rPr sz="1800" dirty="0">
                <a:solidFill>
                  <a:srgbClr val="000000"/>
                </a:solidFill>
                <a:latin typeface="JMPQAK+ArialMT"/>
                <a:cs typeface="JMPQAK+ArialMT"/>
              </a:rPr>
              <a:t>individual</a:t>
            </a:r>
            <a:r>
              <a:rPr sz="1800" spc="49" dirty="0">
                <a:solidFill>
                  <a:srgbClr val="000000"/>
                </a:solidFill>
                <a:latin typeface="Times New Roman"/>
                <a:cs typeface="Times New Roman"/>
              </a:rPr>
              <a:t> </a:t>
            </a:r>
            <a:r>
              <a:rPr sz="1800" dirty="0">
                <a:solidFill>
                  <a:srgbClr val="000000"/>
                </a:solidFill>
                <a:latin typeface="JMPQAK+ArialMT"/>
                <a:cs typeface="JMPQAK+ArialMT"/>
              </a:rPr>
              <a:t>items</a:t>
            </a:r>
            <a:r>
              <a:rPr sz="1800" spc="49" dirty="0">
                <a:solidFill>
                  <a:srgbClr val="000000"/>
                </a:solidFill>
                <a:latin typeface="Times New Roman"/>
                <a:cs typeface="Times New Roman"/>
              </a:rPr>
              <a:t> </a:t>
            </a:r>
            <a:r>
              <a:rPr sz="1800" dirty="0">
                <a:solidFill>
                  <a:srgbClr val="000000"/>
                </a:solidFill>
                <a:latin typeface="JMPQAK+ArialMT"/>
                <a:cs typeface="JMPQAK+ArialMT"/>
              </a:rPr>
              <a:t>or</a:t>
            </a:r>
            <a:r>
              <a:rPr sz="1800" spc="49" dirty="0">
                <a:solidFill>
                  <a:srgbClr val="000000"/>
                </a:solidFill>
                <a:latin typeface="Times New Roman"/>
                <a:cs typeface="Times New Roman"/>
              </a:rPr>
              <a:t> </a:t>
            </a:r>
            <a:r>
              <a:rPr sz="1800" dirty="0">
                <a:solidFill>
                  <a:srgbClr val="000000"/>
                </a:solidFill>
                <a:latin typeface="JMPQAK+ArialMT"/>
                <a:cs typeface="JMPQAK+ArialMT"/>
              </a:rPr>
              <a:t>the</a:t>
            </a:r>
            <a:r>
              <a:rPr sz="1800" spc="49" dirty="0">
                <a:solidFill>
                  <a:srgbClr val="000000"/>
                </a:solidFill>
                <a:latin typeface="Times New Roman"/>
                <a:cs typeface="Times New Roman"/>
              </a:rPr>
              <a:t> </a:t>
            </a:r>
            <a:r>
              <a:rPr sz="1800" dirty="0">
                <a:solidFill>
                  <a:srgbClr val="000000"/>
                </a:solidFill>
                <a:latin typeface="JMPQAK+ArialMT"/>
                <a:cs typeface="JMPQAK+ArialMT"/>
              </a:rPr>
              <a:t>entire</a:t>
            </a:r>
            <a:r>
              <a:rPr sz="1800" spc="49" dirty="0">
                <a:solidFill>
                  <a:srgbClr val="000000"/>
                </a:solidFill>
                <a:latin typeface="Times New Roman"/>
                <a:cs typeface="Times New Roman"/>
              </a:rPr>
              <a:t> </a:t>
            </a:r>
            <a:r>
              <a:rPr sz="1800" dirty="0">
                <a:solidFill>
                  <a:srgbClr val="000000"/>
                </a:solidFill>
                <a:latin typeface="JMPQAK+ArialMT"/>
                <a:cs typeface="JMPQAK+ArialMT"/>
              </a:rPr>
              <a:t>dictionary</a:t>
            </a:r>
            <a:r>
              <a:rPr sz="1800" spc="49" dirty="0">
                <a:solidFill>
                  <a:srgbClr val="000000"/>
                </a:solidFill>
                <a:latin typeface="Times New Roman"/>
                <a:cs typeface="Times New Roman"/>
              </a:rPr>
              <a:t> </a:t>
            </a:r>
            <a:r>
              <a:rPr sz="1800" dirty="0">
                <a:solidFill>
                  <a:srgbClr val="000000"/>
                </a:solidFill>
                <a:latin typeface="JMPQAK+ArialMT"/>
                <a:cs typeface="JMPQAK+ArialMT"/>
              </a:rPr>
              <a:t>itself.</a:t>
            </a:r>
          </a:p>
        </p:txBody>
      </p:sp>
      <p:sp>
        <p:nvSpPr>
          <p:cNvPr id="5" name="object 5"/>
          <p:cNvSpPr txBox="1"/>
          <p:nvPr/>
        </p:nvSpPr>
        <p:spPr>
          <a:xfrm>
            <a:off x="8454905" y="4825974"/>
            <a:ext cx="384125" cy="253863"/>
          </a:xfrm>
          <a:prstGeom prst="rect">
            <a:avLst/>
          </a:prstGeom>
        </p:spPr>
        <p:txBody>
          <a:bodyPr vert="horz" wrap="square" lIns="0" tIns="0" rIns="0" bIns="0" rtlCol="0">
            <a:spAutoFit/>
          </a:bodyPr>
          <a:lstStyle/>
          <a:p>
            <a:pPr marL="0" marR="0">
              <a:lnSpc>
                <a:spcPts val="1698"/>
              </a:lnSpc>
              <a:spcBef>
                <a:spcPts val="0"/>
              </a:spcBef>
              <a:spcAft>
                <a:spcPts val="0"/>
              </a:spcAft>
            </a:pPr>
            <a:r>
              <a:rPr sz="1800" dirty="0">
                <a:solidFill>
                  <a:srgbClr val="888888"/>
                </a:solidFill>
                <a:latin typeface="Calibri"/>
                <a:cs typeface="Calibri"/>
              </a:rPr>
              <a:t>11</a:t>
            </a:r>
          </a:p>
        </p:txBody>
      </p:sp>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1"/>
          <p:cNvSpPr/>
          <p:nvPr/>
        </p:nvSpPr>
        <p:spPr>
          <a:xfrm>
            <a:off x="0" y="0"/>
            <a:ext cx="9144000" cy="5143500"/>
          </a:xfrm>
          <a:prstGeom prst="rect">
            <a:avLst/>
          </a:prstGeom>
          <a:blipFill>
            <a:blip r:embed="rId2" cstate="print"/>
            <a:stretch>
              <a:fillRect/>
            </a:stretch>
          </a:blipFill>
        </p:spPr>
        <p:txBody>
          <a:bodyPr wrap="square" lIns="0" tIns="0" rIns="0" bIns="0" rtlCol="0">
            <a:spAutoFit/>
          </a:bodyPr>
          <a:lstStyle/>
          <a:p>
            <a:endParaRPr/>
          </a:p>
        </p:txBody>
      </p:sp>
      <p:sp>
        <p:nvSpPr>
          <p:cNvPr id="3" name="object 3"/>
          <p:cNvSpPr txBox="1"/>
          <p:nvPr/>
        </p:nvSpPr>
        <p:spPr>
          <a:xfrm>
            <a:off x="795099" y="2140808"/>
            <a:ext cx="5545733" cy="537972"/>
          </a:xfrm>
          <a:prstGeom prst="rect">
            <a:avLst/>
          </a:prstGeom>
        </p:spPr>
        <p:txBody>
          <a:bodyPr vert="horz" wrap="square" lIns="0" tIns="0" rIns="0" bIns="0" rtlCol="0">
            <a:spAutoFit/>
          </a:bodyPr>
          <a:lstStyle/>
          <a:p>
            <a:pPr marL="0" marR="0">
              <a:lnSpc>
                <a:spcPts val="3936"/>
              </a:lnSpc>
              <a:spcBef>
                <a:spcPts val="0"/>
              </a:spcBef>
              <a:spcAft>
                <a:spcPts val="0"/>
              </a:spcAft>
            </a:pPr>
            <a:r>
              <a:rPr sz="3200" b="1" dirty="0">
                <a:solidFill>
                  <a:srgbClr val="C00000"/>
                </a:solidFill>
                <a:latin typeface="RESQJF+LibreBaskerville-Bold"/>
                <a:cs typeface="RESQJF+LibreBaskerville-Bold"/>
              </a:rPr>
              <a:t>8.1 PYTHON LIBRARIES</a:t>
            </a:r>
          </a:p>
        </p:txBody>
      </p:sp>
    </p:spTree>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1"/>
          <p:cNvSpPr/>
          <p:nvPr/>
        </p:nvSpPr>
        <p:spPr>
          <a:xfrm>
            <a:off x="0" y="0"/>
            <a:ext cx="9144000" cy="5143500"/>
          </a:xfrm>
          <a:prstGeom prst="rect">
            <a:avLst/>
          </a:prstGeom>
          <a:blipFill>
            <a:blip r:embed="rId2" cstate="print"/>
            <a:stretch>
              <a:fillRect/>
            </a:stretch>
          </a:blipFill>
        </p:spPr>
        <p:txBody>
          <a:bodyPr wrap="square" lIns="0" tIns="0" rIns="0" bIns="0" rtlCol="0">
            <a:spAutoFit/>
          </a:bodyPr>
          <a:lstStyle/>
          <a:p>
            <a:endParaRPr/>
          </a:p>
        </p:txBody>
      </p:sp>
      <p:sp>
        <p:nvSpPr>
          <p:cNvPr id="3" name="object 3"/>
          <p:cNvSpPr txBox="1"/>
          <p:nvPr/>
        </p:nvSpPr>
        <p:spPr>
          <a:xfrm>
            <a:off x="3383212" y="537052"/>
            <a:ext cx="955805" cy="277192"/>
          </a:xfrm>
          <a:prstGeom prst="rect">
            <a:avLst/>
          </a:prstGeom>
        </p:spPr>
        <p:txBody>
          <a:bodyPr vert="horz" wrap="square" lIns="0" tIns="0" rIns="0" bIns="0" rtlCol="0">
            <a:spAutoFit/>
          </a:bodyPr>
          <a:lstStyle/>
          <a:p>
            <a:pPr marL="0" marR="0">
              <a:lnSpc>
                <a:spcPts val="1882"/>
              </a:lnSpc>
              <a:spcBef>
                <a:spcPts val="0"/>
              </a:spcBef>
              <a:spcAft>
                <a:spcPts val="0"/>
              </a:spcAft>
            </a:pPr>
            <a:r>
              <a:rPr sz="1700" b="1" dirty="0">
                <a:solidFill>
                  <a:srgbClr val="000000"/>
                </a:solidFill>
                <a:latin typeface="UGBWLJ+TimesNewRomanPS-BoldMT"/>
                <a:cs typeface="UGBWLJ+TimesNewRomanPS-BoldMT"/>
              </a:rPr>
              <a:t>NUMPY</a:t>
            </a:r>
          </a:p>
        </p:txBody>
      </p:sp>
      <p:sp>
        <p:nvSpPr>
          <p:cNvPr id="4" name="object 4"/>
          <p:cNvSpPr txBox="1"/>
          <p:nvPr/>
        </p:nvSpPr>
        <p:spPr>
          <a:xfrm>
            <a:off x="3607501" y="1454258"/>
            <a:ext cx="1028017" cy="277192"/>
          </a:xfrm>
          <a:prstGeom prst="rect">
            <a:avLst/>
          </a:prstGeom>
        </p:spPr>
        <p:txBody>
          <a:bodyPr vert="horz" wrap="square" lIns="0" tIns="0" rIns="0" bIns="0" rtlCol="0">
            <a:spAutoFit/>
          </a:bodyPr>
          <a:lstStyle/>
          <a:p>
            <a:pPr marL="0" marR="0">
              <a:lnSpc>
                <a:spcPts val="1882"/>
              </a:lnSpc>
              <a:spcBef>
                <a:spcPts val="0"/>
              </a:spcBef>
              <a:spcAft>
                <a:spcPts val="0"/>
              </a:spcAft>
            </a:pPr>
            <a:r>
              <a:rPr sz="1700" b="1" dirty="0">
                <a:solidFill>
                  <a:srgbClr val="000000"/>
                </a:solidFill>
                <a:latin typeface="UGBWLJ+TimesNewRomanPS-BoldMT"/>
                <a:cs typeface="UGBWLJ+TimesNewRomanPS-BoldMT"/>
              </a:rPr>
              <a:t>PANDAS</a:t>
            </a:r>
          </a:p>
        </p:txBody>
      </p:sp>
      <p:sp>
        <p:nvSpPr>
          <p:cNvPr id="5" name="object 5"/>
          <p:cNvSpPr txBox="1"/>
          <p:nvPr/>
        </p:nvSpPr>
        <p:spPr>
          <a:xfrm>
            <a:off x="208626" y="1870104"/>
            <a:ext cx="1955775" cy="386258"/>
          </a:xfrm>
          <a:prstGeom prst="rect">
            <a:avLst/>
          </a:prstGeom>
        </p:spPr>
        <p:txBody>
          <a:bodyPr vert="horz" wrap="square" lIns="0" tIns="0" rIns="0" bIns="0" rtlCol="0">
            <a:spAutoFit/>
          </a:bodyPr>
          <a:lstStyle/>
          <a:p>
            <a:pPr marL="0" marR="0">
              <a:lnSpc>
                <a:spcPts val="2741"/>
              </a:lnSpc>
              <a:spcBef>
                <a:spcPts val="0"/>
              </a:spcBef>
              <a:spcAft>
                <a:spcPts val="0"/>
              </a:spcAft>
            </a:pPr>
            <a:r>
              <a:rPr sz="2900" dirty="0">
                <a:solidFill>
                  <a:srgbClr val="C00000"/>
                </a:solidFill>
                <a:latin typeface="QAJVHG+Rockwell-ExtraBold,Bold"/>
                <a:cs typeface="QAJVHG+Rockwell-ExtraBold,Bold"/>
              </a:rPr>
              <a:t>PYTHON</a:t>
            </a:r>
          </a:p>
        </p:txBody>
      </p:sp>
      <p:sp>
        <p:nvSpPr>
          <p:cNvPr id="6" name="object 6"/>
          <p:cNvSpPr txBox="1"/>
          <p:nvPr/>
        </p:nvSpPr>
        <p:spPr>
          <a:xfrm>
            <a:off x="3607501" y="2506954"/>
            <a:ext cx="2634943" cy="1194398"/>
          </a:xfrm>
          <a:prstGeom prst="rect">
            <a:avLst/>
          </a:prstGeom>
        </p:spPr>
        <p:txBody>
          <a:bodyPr vert="horz" wrap="square" lIns="0" tIns="0" rIns="0" bIns="0" rtlCol="0">
            <a:spAutoFit/>
          </a:bodyPr>
          <a:lstStyle/>
          <a:p>
            <a:pPr marL="36576" marR="0">
              <a:lnSpc>
                <a:spcPts val="1882"/>
              </a:lnSpc>
              <a:spcBef>
                <a:spcPts val="0"/>
              </a:spcBef>
              <a:spcAft>
                <a:spcPts val="0"/>
              </a:spcAft>
            </a:pPr>
            <a:r>
              <a:rPr sz="1700" b="1" dirty="0">
                <a:solidFill>
                  <a:srgbClr val="000000"/>
                </a:solidFill>
                <a:latin typeface="UGBWLJ+TimesNewRomanPS-BoldMT"/>
                <a:cs typeface="UGBWLJ+TimesNewRomanPS-BoldMT"/>
              </a:rPr>
              <a:t>SCIPY &amp; SCIKITLEARN</a:t>
            </a:r>
          </a:p>
          <a:p>
            <a:pPr marL="0" marR="0">
              <a:lnSpc>
                <a:spcPts val="1882"/>
              </a:lnSpc>
              <a:spcBef>
                <a:spcPts val="5339"/>
              </a:spcBef>
              <a:spcAft>
                <a:spcPts val="0"/>
              </a:spcAft>
            </a:pPr>
            <a:r>
              <a:rPr sz="1700" b="1" dirty="0">
                <a:solidFill>
                  <a:srgbClr val="000000"/>
                </a:solidFill>
                <a:latin typeface="UGBWLJ+TimesNewRomanPS-BoldMT"/>
                <a:cs typeface="UGBWLJ+TimesNewRomanPS-BoldMT"/>
              </a:rPr>
              <a:t>MATPLOTLIB</a:t>
            </a:r>
          </a:p>
        </p:txBody>
      </p:sp>
      <p:sp>
        <p:nvSpPr>
          <p:cNvPr id="7" name="object 7"/>
          <p:cNvSpPr txBox="1"/>
          <p:nvPr/>
        </p:nvSpPr>
        <p:spPr>
          <a:xfrm>
            <a:off x="208626" y="2754024"/>
            <a:ext cx="2476754" cy="386258"/>
          </a:xfrm>
          <a:prstGeom prst="rect">
            <a:avLst/>
          </a:prstGeom>
        </p:spPr>
        <p:txBody>
          <a:bodyPr vert="horz" wrap="square" lIns="0" tIns="0" rIns="0" bIns="0" rtlCol="0">
            <a:spAutoFit/>
          </a:bodyPr>
          <a:lstStyle/>
          <a:p>
            <a:pPr marL="0" marR="0">
              <a:lnSpc>
                <a:spcPts val="2741"/>
              </a:lnSpc>
              <a:spcBef>
                <a:spcPts val="0"/>
              </a:spcBef>
              <a:spcAft>
                <a:spcPts val="0"/>
              </a:spcAft>
            </a:pPr>
            <a:r>
              <a:rPr sz="2900" dirty="0">
                <a:solidFill>
                  <a:srgbClr val="C00000"/>
                </a:solidFill>
                <a:latin typeface="QAJVHG+Rockwell-ExtraBold,Bold"/>
                <a:cs typeface="QAJVHG+Rockwell-ExtraBold,Bold"/>
              </a:rPr>
              <a:t>LIBRARIES</a:t>
            </a:r>
          </a:p>
        </p:txBody>
      </p:sp>
      <p:sp>
        <p:nvSpPr>
          <p:cNvPr id="8" name="object 8"/>
          <p:cNvSpPr txBox="1"/>
          <p:nvPr/>
        </p:nvSpPr>
        <p:spPr>
          <a:xfrm>
            <a:off x="3448927" y="4407189"/>
            <a:ext cx="1196162" cy="277192"/>
          </a:xfrm>
          <a:prstGeom prst="rect">
            <a:avLst/>
          </a:prstGeom>
        </p:spPr>
        <p:txBody>
          <a:bodyPr vert="horz" wrap="square" lIns="0" tIns="0" rIns="0" bIns="0" rtlCol="0">
            <a:spAutoFit/>
          </a:bodyPr>
          <a:lstStyle/>
          <a:p>
            <a:pPr marL="0" marR="0">
              <a:lnSpc>
                <a:spcPts val="1882"/>
              </a:lnSpc>
              <a:spcBef>
                <a:spcPts val="0"/>
              </a:spcBef>
              <a:spcAft>
                <a:spcPts val="0"/>
              </a:spcAft>
            </a:pPr>
            <a:r>
              <a:rPr sz="1700" b="1" dirty="0">
                <a:solidFill>
                  <a:srgbClr val="000000"/>
                </a:solidFill>
                <a:latin typeface="UGBWLJ+TimesNewRomanPS-BoldMT"/>
                <a:cs typeface="UGBWLJ+TimesNewRomanPS-BoldMT"/>
              </a:rPr>
              <a:t>SEABORN</a:t>
            </a:r>
          </a:p>
        </p:txBody>
      </p:sp>
      <p:sp>
        <p:nvSpPr>
          <p:cNvPr id="9" name="object 9"/>
          <p:cNvSpPr txBox="1"/>
          <p:nvPr/>
        </p:nvSpPr>
        <p:spPr>
          <a:xfrm>
            <a:off x="8570793" y="4825974"/>
            <a:ext cx="268262" cy="253863"/>
          </a:xfrm>
          <a:prstGeom prst="rect">
            <a:avLst/>
          </a:prstGeom>
        </p:spPr>
        <p:txBody>
          <a:bodyPr vert="horz" wrap="square" lIns="0" tIns="0" rIns="0" bIns="0" rtlCol="0">
            <a:spAutoFit/>
          </a:bodyPr>
          <a:lstStyle/>
          <a:p>
            <a:pPr marL="0" marR="0">
              <a:lnSpc>
                <a:spcPts val="1698"/>
              </a:lnSpc>
              <a:spcBef>
                <a:spcPts val="0"/>
              </a:spcBef>
              <a:spcAft>
                <a:spcPts val="0"/>
              </a:spcAft>
            </a:pPr>
            <a:r>
              <a:rPr sz="1800" dirty="0">
                <a:solidFill>
                  <a:srgbClr val="888888"/>
                </a:solidFill>
                <a:latin typeface="Calibri"/>
                <a:cs typeface="Calibri"/>
              </a:rPr>
              <a:t>3</a:t>
            </a:r>
          </a:p>
        </p:txBody>
      </p:sp>
    </p:spTree>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1"/>
          <p:cNvSpPr/>
          <p:nvPr/>
        </p:nvSpPr>
        <p:spPr>
          <a:xfrm>
            <a:off x="0" y="0"/>
            <a:ext cx="9144000" cy="5143500"/>
          </a:xfrm>
          <a:prstGeom prst="rect">
            <a:avLst/>
          </a:prstGeom>
          <a:blipFill>
            <a:blip r:embed="rId2" cstate="print"/>
            <a:stretch>
              <a:fillRect/>
            </a:stretch>
          </a:blipFill>
        </p:spPr>
        <p:txBody>
          <a:bodyPr wrap="square" lIns="0" tIns="0" rIns="0" bIns="0" rtlCol="0">
            <a:spAutoFit/>
          </a:bodyPr>
          <a:lstStyle/>
          <a:p>
            <a:endParaRPr/>
          </a:p>
        </p:txBody>
      </p:sp>
      <p:sp>
        <p:nvSpPr>
          <p:cNvPr id="3" name="object 3"/>
          <p:cNvSpPr txBox="1"/>
          <p:nvPr/>
        </p:nvSpPr>
        <p:spPr>
          <a:xfrm>
            <a:off x="841805" y="213831"/>
            <a:ext cx="7378597" cy="537972"/>
          </a:xfrm>
          <a:prstGeom prst="rect">
            <a:avLst/>
          </a:prstGeom>
        </p:spPr>
        <p:txBody>
          <a:bodyPr vert="horz" wrap="square" lIns="0" tIns="0" rIns="0" bIns="0" rtlCol="0">
            <a:spAutoFit/>
          </a:bodyPr>
          <a:lstStyle/>
          <a:p>
            <a:pPr marL="0" marR="0">
              <a:lnSpc>
                <a:spcPts val="3936"/>
              </a:lnSpc>
              <a:spcBef>
                <a:spcPts val="0"/>
              </a:spcBef>
              <a:spcAft>
                <a:spcPts val="0"/>
              </a:spcAft>
            </a:pPr>
            <a:r>
              <a:rPr sz="3200" b="1" dirty="0">
                <a:solidFill>
                  <a:srgbClr val="C00000"/>
                </a:solidFill>
                <a:latin typeface="RESQJF+LibreBaskerville-Bold"/>
                <a:cs typeface="RESQJF+LibreBaskerville-Bold"/>
              </a:rPr>
              <a:t>Python Libraries for Data Science</a:t>
            </a:r>
          </a:p>
        </p:txBody>
      </p:sp>
      <p:sp>
        <p:nvSpPr>
          <p:cNvPr id="4" name="object 4"/>
          <p:cNvSpPr txBox="1"/>
          <p:nvPr/>
        </p:nvSpPr>
        <p:spPr>
          <a:xfrm>
            <a:off x="1201863" y="2042260"/>
            <a:ext cx="4279962" cy="293489"/>
          </a:xfrm>
          <a:prstGeom prst="rect">
            <a:avLst/>
          </a:prstGeom>
        </p:spPr>
        <p:txBody>
          <a:bodyPr vert="horz" wrap="square" lIns="0" tIns="0" rIns="0" bIns="0" rtlCol="0">
            <a:spAutoFit/>
          </a:bodyPr>
          <a:lstStyle/>
          <a:p>
            <a:pPr marL="0" marR="0">
              <a:lnSpc>
                <a:spcPts val="2010"/>
              </a:lnSpc>
              <a:spcBef>
                <a:spcPts val="0"/>
              </a:spcBef>
              <a:spcAft>
                <a:spcPts val="0"/>
              </a:spcAft>
            </a:pPr>
            <a:r>
              <a:rPr sz="1800" dirty="0">
                <a:solidFill>
                  <a:srgbClr val="000000"/>
                </a:solidFill>
                <a:latin typeface="CTJNHW+ArialMT"/>
                <a:cs typeface="CTJNHW+ArialMT"/>
              </a:rPr>
              <a:t>Many</a:t>
            </a:r>
            <a:r>
              <a:rPr sz="1800" spc="49" dirty="0">
                <a:solidFill>
                  <a:srgbClr val="000000"/>
                </a:solidFill>
                <a:latin typeface="Times New Roman"/>
                <a:cs typeface="Times New Roman"/>
              </a:rPr>
              <a:t> </a:t>
            </a:r>
            <a:r>
              <a:rPr sz="1800" dirty="0">
                <a:solidFill>
                  <a:srgbClr val="000000"/>
                </a:solidFill>
                <a:latin typeface="CTJNHW+ArialMT"/>
                <a:cs typeface="CTJNHW+ArialMT"/>
              </a:rPr>
              <a:t>popular</a:t>
            </a:r>
            <a:r>
              <a:rPr sz="1800" spc="49" dirty="0">
                <a:solidFill>
                  <a:srgbClr val="000000"/>
                </a:solidFill>
                <a:latin typeface="Times New Roman"/>
                <a:cs typeface="Times New Roman"/>
              </a:rPr>
              <a:t> </a:t>
            </a:r>
            <a:r>
              <a:rPr sz="1800" dirty="0">
                <a:solidFill>
                  <a:srgbClr val="000000"/>
                </a:solidFill>
                <a:latin typeface="CTJNHW+ArialMT"/>
                <a:cs typeface="CTJNHW+ArialMT"/>
              </a:rPr>
              <a:t>Python</a:t>
            </a:r>
            <a:r>
              <a:rPr sz="1800" spc="49" dirty="0">
                <a:solidFill>
                  <a:srgbClr val="000000"/>
                </a:solidFill>
                <a:latin typeface="Times New Roman"/>
                <a:cs typeface="Times New Roman"/>
              </a:rPr>
              <a:t> </a:t>
            </a:r>
            <a:r>
              <a:rPr sz="1800" dirty="0">
                <a:solidFill>
                  <a:srgbClr val="000000"/>
                </a:solidFill>
                <a:latin typeface="CTJNHW+ArialMT"/>
                <a:cs typeface="CTJNHW+ArialMT"/>
              </a:rPr>
              <a:t>toolboxes/libraries:</a:t>
            </a:r>
          </a:p>
        </p:txBody>
      </p:sp>
      <p:sp>
        <p:nvSpPr>
          <p:cNvPr id="5" name="object 5"/>
          <p:cNvSpPr txBox="1"/>
          <p:nvPr/>
        </p:nvSpPr>
        <p:spPr>
          <a:xfrm>
            <a:off x="6261029" y="2103525"/>
            <a:ext cx="1653769" cy="663456"/>
          </a:xfrm>
          <a:prstGeom prst="rect">
            <a:avLst/>
          </a:prstGeom>
        </p:spPr>
        <p:txBody>
          <a:bodyPr vert="horz" wrap="square" lIns="0" tIns="0" rIns="0" bIns="0" rtlCol="0">
            <a:spAutoFit/>
          </a:bodyPr>
          <a:lstStyle/>
          <a:p>
            <a:pPr marL="0" marR="0">
              <a:lnSpc>
                <a:spcPts val="1564"/>
              </a:lnSpc>
              <a:spcBef>
                <a:spcPts val="0"/>
              </a:spcBef>
              <a:spcAft>
                <a:spcPts val="0"/>
              </a:spcAft>
            </a:pPr>
            <a:r>
              <a:rPr sz="1400" dirty="0">
                <a:solidFill>
                  <a:srgbClr val="000000"/>
                </a:solidFill>
                <a:latin typeface="JMIVUR+Arial-ItalicMT"/>
                <a:cs typeface="JMIVUR+Arial-ItalicMT"/>
              </a:rPr>
              <a:t>All</a:t>
            </a:r>
            <a:r>
              <a:rPr sz="1400" spc="37" dirty="0">
                <a:solidFill>
                  <a:srgbClr val="000000"/>
                </a:solidFill>
                <a:latin typeface="JMIVUR+Arial-ItalicMT"/>
                <a:cs typeface="JMIVUR+Arial-ItalicMT"/>
              </a:rPr>
              <a:t> </a:t>
            </a:r>
            <a:r>
              <a:rPr sz="1400" dirty="0">
                <a:solidFill>
                  <a:srgbClr val="000000"/>
                </a:solidFill>
                <a:latin typeface="JMIVUR+Arial-ItalicMT"/>
                <a:cs typeface="JMIVUR+Arial-ItalicMT"/>
              </a:rPr>
              <a:t>these</a:t>
            </a:r>
            <a:r>
              <a:rPr sz="1400" spc="37" dirty="0">
                <a:solidFill>
                  <a:srgbClr val="000000"/>
                </a:solidFill>
                <a:latin typeface="JMIVUR+Arial-ItalicMT"/>
                <a:cs typeface="JMIVUR+Arial-ItalicMT"/>
              </a:rPr>
              <a:t> </a:t>
            </a:r>
            <a:r>
              <a:rPr sz="1400" dirty="0">
                <a:solidFill>
                  <a:srgbClr val="000000"/>
                </a:solidFill>
                <a:latin typeface="JMIVUR+Arial-ItalicMT"/>
                <a:cs typeface="JMIVUR+Arial-ItalicMT"/>
              </a:rPr>
              <a:t>libraries</a:t>
            </a:r>
          </a:p>
          <a:p>
            <a:pPr marL="0" marR="0">
              <a:lnSpc>
                <a:spcPts val="1564"/>
              </a:lnSpc>
              <a:spcBef>
                <a:spcPts val="65"/>
              </a:spcBef>
              <a:spcAft>
                <a:spcPts val="0"/>
              </a:spcAft>
            </a:pPr>
            <a:r>
              <a:rPr sz="1400" dirty="0">
                <a:solidFill>
                  <a:srgbClr val="000000"/>
                </a:solidFill>
                <a:latin typeface="JMIVUR+Arial-ItalicMT"/>
                <a:cs typeface="JMIVUR+Arial-ItalicMT"/>
              </a:rPr>
              <a:t>are</a:t>
            </a:r>
            <a:r>
              <a:rPr sz="1400" spc="37" dirty="0">
                <a:solidFill>
                  <a:srgbClr val="000000"/>
                </a:solidFill>
                <a:latin typeface="JMIVUR+Arial-ItalicMT"/>
                <a:cs typeface="JMIVUR+Arial-ItalicMT"/>
              </a:rPr>
              <a:t> </a:t>
            </a:r>
            <a:r>
              <a:rPr sz="1400" dirty="0">
                <a:solidFill>
                  <a:srgbClr val="000000"/>
                </a:solidFill>
                <a:latin typeface="JMIVUR+Arial-ItalicMT"/>
                <a:cs typeface="JMIVUR+Arial-ItalicMT"/>
              </a:rPr>
              <a:t>installed</a:t>
            </a:r>
            <a:r>
              <a:rPr sz="1400" spc="37" dirty="0">
                <a:solidFill>
                  <a:srgbClr val="000000"/>
                </a:solidFill>
                <a:latin typeface="JMIVUR+Arial-ItalicMT"/>
                <a:cs typeface="JMIVUR+Arial-ItalicMT"/>
              </a:rPr>
              <a:t> </a:t>
            </a:r>
            <a:r>
              <a:rPr sz="1400" dirty="0">
                <a:solidFill>
                  <a:srgbClr val="000000"/>
                </a:solidFill>
                <a:latin typeface="JMIVUR+Arial-ItalicMT"/>
                <a:cs typeface="JMIVUR+Arial-ItalicMT"/>
              </a:rPr>
              <a:t>on</a:t>
            </a:r>
            <a:r>
              <a:rPr sz="1400" spc="37" dirty="0">
                <a:solidFill>
                  <a:srgbClr val="000000"/>
                </a:solidFill>
                <a:latin typeface="JMIVUR+Arial-ItalicMT"/>
                <a:cs typeface="JMIVUR+Arial-ItalicMT"/>
              </a:rPr>
              <a:t> </a:t>
            </a:r>
            <a:r>
              <a:rPr sz="1400" dirty="0">
                <a:solidFill>
                  <a:srgbClr val="000000"/>
                </a:solidFill>
                <a:latin typeface="JMIVUR+Arial-ItalicMT"/>
                <a:cs typeface="JMIVUR+Arial-ItalicMT"/>
              </a:rPr>
              <a:t>the</a:t>
            </a:r>
          </a:p>
          <a:p>
            <a:pPr marL="0" marR="0">
              <a:lnSpc>
                <a:spcPts val="1564"/>
              </a:lnSpc>
              <a:spcBef>
                <a:spcPts val="115"/>
              </a:spcBef>
              <a:spcAft>
                <a:spcPts val="0"/>
              </a:spcAft>
            </a:pPr>
            <a:r>
              <a:rPr sz="1400" dirty="0">
                <a:solidFill>
                  <a:srgbClr val="000000"/>
                </a:solidFill>
                <a:latin typeface="JMIVUR+Arial-ItalicMT"/>
                <a:cs typeface="JMIVUR+Arial-ItalicMT"/>
              </a:rPr>
              <a:t>SCC</a:t>
            </a:r>
          </a:p>
        </p:txBody>
      </p:sp>
      <p:sp>
        <p:nvSpPr>
          <p:cNvPr id="6" name="object 6"/>
          <p:cNvSpPr txBox="1"/>
          <p:nvPr/>
        </p:nvSpPr>
        <p:spPr>
          <a:xfrm>
            <a:off x="1887663" y="2313171"/>
            <a:ext cx="735285" cy="450095"/>
          </a:xfrm>
          <a:prstGeom prst="rect">
            <a:avLst/>
          </a:prstGeom>
        </p:spPr>
        <p:txBody>
          <a:bodyPr vert="horz" wrap="square" lIns="0" tIns="0" rIns="0" bIns="0" rtlCol="0">
            <a:spAutoFit/>
          </a:bodyPr>
          <a:lstStyle/>
          <a:p>
            <a:pPr marL="0" marR="0">
              <a:lnSpc>
                <a:spcPts val="1564"/>
              </a:lnSpc>
              <a:spcBef>
                <a:spcPts val="0"/>
              </a:spcBef>
              <a:spcAft>
                <a:spcPts val="0"/>
              </a:spcAft>
            </a:pPr>
            <a:r>
              <a:rPr sz="1400" dirty="0">
                <a:solidFill>
                  <a:srgbClr val="595959"/>
                </a:solidFill>
                <a:latin typeface="CTJNHW+ArialMT"/>
                <a:cs typeface="CTJNHW+ArialMT"/>
              </a:rPr>
              <a:t>NumPy</a:t>
            </a:r>
          </a:p>
          <a:p>
            <a:pPr marL="0" marR="0">
              <a:lnSpc>
                <a:spcPts val="1564"/>
              </a:lnSpc>
              <a:spcBef>
                <a:spcPts val="65"/>
              </a:spcBef>
              <a:spcAft>
                <a:spcPts val="0"/>
              </a:spcAft>
            </a:pPr>
            <a:r>
              <a:rPr sz="1400" dirty="0">
                <a:solidFill>
                  <a:srgbClr val="595959"/>
                </a:solidFill>
                <a:latin typeface="CTJNHW+ArialMT"/>
                <a:cs typeface="CTJNHW+ArialMT"/>
              </a:rPr>
              <a:t>SciPy</a:t>
            </a:r>
          </a:p>
        </p:txBody>
      </p:sp>
      <p:sp>
        <p:nvSpPr>
          <p:cNvPr id="7" name="object 7"/>
          <p:cNvSpPr txBox="1"/>
          <p:nvPr/>
        </p:nvSpPr>
        <p:spPr>
          <a:xfrm>
            <a:off x="1887663" y="2739891"/>
            <a:ext cx="1120837" cy="450095"/>
          </a:xfrm>
          <a:prstGeom prst="rect">
            <a:avLst/>
          </a:prstGeom>
        </p:spPr>
        <p:txBody>
          <a:bodyPr vert="horz" wrap="square" lIns="0" tIns="0" rIns="0" bIns="0" rtlCol="0">
            <a:spAutoFit/>
          </a:bodyPr>
          <a:lstStyle/>
          <a:p>
            <a:pPr marL="0" marR="0">
              <a:lnSpc>
                <a:spcPts val="1564"/>
              </a:lnSpc>
              <a:spcBef>
                <a:spcPts val="0"/>
              </a:spcBef>
              <a:spcAft>
                <a:spcPts val="0"/>
              </a:spcAft>
            </a:pPr>
            <a:r>
              <a:rPr sz="1400" dirty="0">
                <a:solidFill>
                  <a:srgbClr val="595959"/>
                </a:solidFill>
                <a:latin typeface="CTJNHW+ArialMT"/>
                <a:cs typeface="CTJNHW+ArialMT"/>
              </a:rPr>
              <a:t>Pandas</a:t>
            </a:r>
          </a:p>
          <a:p>
            <a:pPr marL="0" marR="0">
              <a:lnSpc>
                <a:spcPts val="1564"/>
              </a:lnSpc>
              <a:spcBef>
                <a:spcPts val="65"/>
              </a:spcBef>
              <a:spcAft>
                <a:spcPts val="0"/>
              </a:spcAft>
            </a:pPr>
            <a:r>
              <a:rPr sz="1400" dirty="0">
                <a:solidFill>
                  <a:srgbClr val="595959"/>
                </a:solidFill>
                <a:latin typeface="CTJNHW+ArialMT"/>
                <a:cs typeface="CTJNHW+ArialMT"/>
              </a:rPr>
              <a:t>SciKit-Learn</a:t>
            </a:r>
          </a:p>
        </p:txBody>
      </p:sp>
      <p:sp>
        <p:nvSpPr>
          <p:cNvPr id="8" name="object 8"/>
          <p:cNvSpPr txBox="1"/>
          <p:nvPr/>
        </p:nvSpPr>
        <p:spPr>
          <a:xfrm>
            <a:off x="1201863" y="3383380"/>
            <a:ext cx="2298496" cy="507647"/>
          </a:xfrm>
          <a:prstGeom prst="rect">
            <a:avLst/>
          </a:prstGeom>
        </p:spPr>
        <p:txBody>
          <a:bodyPr vert="horz" wrap="square" lIns="0" tIns="0" rIns="0" bIns="0" rtlCol="0">
            <a:spAutoFit/>
          </a:bodyPr>
          <a:lstStyle/>
          <a:p>
            <a:pPr marL="0" marR="0">
              <a:lnSpc>
                <a:spcPts val="2010"/>
              </a:lnSpc>
              <a:spcBef>
                <a:spcPts val="0"/>
              </a:spcBef>
              <a:spcAft>
                <a:spcPts val="0"/>
              </a:spcAft>
            </a:pPr>
            <a:r>
              <a:rPr sz="1800" dirty="0">
                <a:solidFill>
                  <a:srgbClr val="000000"/>
                </a:solidFill>
                <a:latin typeface="CTJNHW+ArialMT"/>
                <a:cs typeface="CTJNHW+ArialMT"/>
              </a:rPr>
              <a:t>Visualization</a:t>
            </a:r>
            <a:r>
              <a:rPr sz="1800" spc="49" dirty="0">
                <a:solidFill>
                  <a:srgbClr val="000000"/>
                </a:solidFill>
                <a:latin typeface="Times New Roman"/>
                <a:cs typeface="Times New Roman"/>
              </a:rPr>
              <a:t> </a:t>
            </a:r>
            <a:r>
              <a:rPr sz="1800" dirty="0">
                <a:solidFill>
                  <a:srgbClr val="000000"/>
                </a:solidFill>
                <a:latin typeface="CTJNHW+ArialMT"/>
                <a:cs typeface="CTJNHW+ArialMT"/>
              </a:rPr>
              <a:t>libraries</a:t>
            </a:r>
          </a:p>
          <a:p>
            <a:pPr marL="685800" marR="0">
              <a:lnSpc>
                <a:spcPts val="1564"/>
              </a:lnSpc>
              <a:spcBef>
                <a:spcPts val="122"/>
              </a:spcBef>
              <a:spcAft>
                <a:spcPts val="0"/>
              </a:spcAft>
            </a:pPr>
            <a:r>
              <a:rPr sz="1400" dirty="0">
                <a:solidFill>
                  <a:srgbClr val="595959"/>
                </a:solidFill>
                <a:latin typeface="CTJNHW+ArialMT"/>
                <a:cs typeface="CTJNHW+ArialMT"/>
              </a:rPr>
              <a:t>matplotlib</a:t>
            </a:r>
          </a:p>
        </p:txBody>
      </p:sp>
      <p:sp>
        <p:nvSpPr>
          <p:cNvPr id="9" name="object 9"/>
          <p:cNvSpPr txBox="1"/>
          <p:nvPr/>
        </p:nvSpPr>
        <p:spPr>
          <a:xfrm>
            <a:off x="1887663" y="3867651"/>
            <a:ext cx="824619" cy="236735"/>
          </a:xfrm>
          <a:prstGeom prst="rect">
            <a:avLst/>
          </a:prstGeom>
        </p:spPr>
        <p:txBody>
          <a:bodyPr vert="horz" wrap="square" lIns="0" tIns="0" rIns="0" bIns="0" rtlCol="0">
            <a:spAutoFit/>
          </a:bodyPr>
          <a:lstStyle/>
          <a:p>
            <a:pPr marL="0" marR="0">
              <a:lnSpc>
                <a:spcPts val="1564"/>
              </a:lnSpc>
              <a:spcBef>
                <a:spcPts val="0"/>
              </a:spcBef>
              <a:spcAft>
                <a:spcPts val="0"/>
              </a:spcAft>
            </a:pPr>
            <a:r>
              <a:rPr sz="1400" dirty="0">
                <a:solidFill>
                  <a:srgbClr val="595959"/>
                </a:solidFill>
                <a:latin typeface="CTJNHW+ArialMT"/>
                <a:cs typeface="CTJNHW+ArialMT"/>
              </a:rPr>
              <a:t>Seaborn</a:t>
            </a:r>
          </a:p>
        </p:txBody>
      </p:sp>
      <p:sp>
        <p:nvSpPr>
          <p:cNvPr id="10" name="object 10"/>
          <p:cNvSpPr txBox="1"/>
          <p:nvPr/>
        </p:nvSpPr>
        <p:spPr>
          <a:xfrm>
            <a:off x="4204297" y="4294371"/>
            <a:ext cx="1614270" cy="236735"/>
          </a:xfrm>
          <a:prstGeom prst="rect">
            <a:avLst/>
          </a:prstGeom>
        </p:spPr>
        <p:txBody>
          <a:bodyPr vert="horz" wrap="square" lIns="0" tIns="0" rIns="0" bIns="0" rtlCol="0">
            <a:spAutoFit/>
          </a:bodyPr>
          <a:lstStyle/>
          <a:p>
            <a:pPr marL="0" marR="0">
              <a:lnSpc>
                <a:spcPts val="1564"/>
              </a:lnSpc>
              <a:spcBef>
                <a:spcPts val="0"/>
              </a:spcBef>
              <a:spcAft>
                <a:spcPts val="0"/>
              </a:spcAft>
            </a:pPr>
            <a:r>
              <a:rPr sz="1400" dirty="0">
                <a:solidFill>
                  <a:srgbClr val="595959"/>
                </a:solidFill>
                <a:latin typeface="CTJNHW+ArialMT"/>
                <a:cs typeface="CTJNHW+ArialMT"/>
              </a:rPr>
              <a:t>and</a:t>
            </a:r>
            <a:r>
              <a:rPr sz="1400" spc="37" dirty="0">
                <a:solidFill>
                  <a:srgbClr val="595959"/>
                </a:solidFill>
                <a:latin typeface="Times New Roman"/>
                <a:cs typeface="Times New Roman"/>
              </a:rPr>
              <a:t> </a:t>
            </a:r>
            <a:r>
              <a:rPr sz="1400" dirty="0">
                <a:solidFill>
                  <a:srgbClr val="595959"/>
                </a:solidFill>
                <a:latin typeface="CTJNHW+ArialMT"/>
                <a:cs typeface="CTJNHW+ArialMT"/>
              </a:rPr>
              <a:t>many</a:t>
            </a:r>
            <a:r>
              <a:rPr sz="1400" spc="37" dirty="0">
                <a:solidFill>
                  <a:srgbClr val="595959"/>
                </a:solidFill>
                <a:latin typeface="Times New Roman"/>
                <a:cs typeface="Times New Roman"/>
              </a:rPr>
              <a:t> </a:t>
            </a:r>
            <a:r>
              <a:rPr sz="1400" dirty="0">
                <a:solidFill>
                  <a:srgbClr val="595959"/>
                </a:solidFill>
                <a:latin typeface="CTJNHW+ArialMT"/>
                <a:cs typeface="CTJNHW+ArialMT"/>
              </a:rPr>
              <a:t>more</a:t>
            </a:r>
            <a:r>
              <a:rPr sz="1400" spc="37" dirty="0">
                <a:solidFill>
                  <a:srgbClr val="595959"/>
                </a:solidFill>
                <a:latin typeface="Times New Roman"/>
                <a:cs typeface="Times New Roman"/>
              </a:rPr>
              <a:t> </a:t>
            </a:r>
            <a:r>
              <a:rPr sz="1400" dirty="0">
                <a:solidFill>
                  <a:srgbClr val="595959"/>
                </a:solidFill>
                <a:latin typeface="CTJNHW+ArialMT"/>
                <a:cs typeface="CTJNHW+ArialMT"/>
              </a:rPr>
              <a:t>…</a:t>
            </a:r>
          </a:p>
        </p:txBody>
      </p:sp>
      <p:sp>
        <p:nvSpPr>
          <p:cNvPr id="11" name="object 11"/>
          <p:cNvSpPr txBox="1"/>
          <p:nvPr/>
        </p:nvSpPr>
        <p:spPr>
          <a:xfrm>
            <a:off x="8570793" y="4825974"/>
            <a:ext cx="268262" cy="253863"/>
          </a:xfrm>
          <a:prstGeom prst="rect">
            <a:avLst/>
          </a:prstGeom>
        </p:spPr>
        <p:txBody>
          <a:bodyPr vert="horz" wrap="square" lIns="0" tIns="0" rIns="0" bIns="0" rtlCol="0">
            <a:spAutoFit/>
          </a:bodyPr>
          <a:lstStyle/>
          <a:p>
            <a:pPr marL="0" marR="0">
              <a:lnSpc>
                <a:spcPts val="1698"/>
              </a:lnSpc>
              <a:spcBef>
                <a:spcPts val="0"/>
              </a:spcBef>
              <a:spcAft>
                <a:spcPts val="0"/>
              </a:spcAft>
            </a:pPr>
            <a:r>
              <a:rPr sz="1800" dirty="0">
                <a:solidFill>
                  <a:srgbClr val="888888"/>
                </a:solidFill>
                <a:latin typeface="Calibri"/>
                <a:cs typeface="Calibri"/>
              </a:rPr>
              <a:t>4</a:t>
            </a:r>
          </a:p>
        </p:txBody>
      </p:sp>
    </p:spTree>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1"/>
          <p:cNvSpPr/>
          <p:nvPr/>
        </p:nvSpPr>
        <p:spPr>
          <a:xfrm>
            <a:off x="0" y="0"/>
            <a:ext cx="9144000" cy="5143500"/>
          </a:xfrm>
          <a:prstGeom prst="rect">
            <a:avLst/>
          </a:prstGeom>
          <a:blipFill>
            <a:blip r:embed="rId2" cstate="print"/>
            <a:stretch>
              <a:fillRect/>
            </a:stretch>
          </a:blipFill>
        </p:spPr>
        <p:txBody>
          <a:bodyPr wrap="square" lIns="0" tIns="0" rIns="0" bIns="0" rtlCol="0">
            <a:spAutoFit/>
          </a:bodyPr>
          <a:lstStyle/>
          <a:p>
            <a:endParaRPr/>
          </a:p>
        </p:txBody>
      </p:sp>
      <p:sp>
        <p:nvSpPr>
          <p:cNvPr id="3" name="object 3"/>
          <p:cNvSpPr txBox="1"/>
          <p:nvPr/>
        </p:nvSpPr>
        <p:spPr>
          <a:xfrm>
            <a:off x="628650" y="416370"/>
            <a:ext cx="965336" cy="293489"/>
          </a:xfrm>
          <a:prstGeom prst="rect">
            <a:avLst/>
          </a:prstGeom>
        </p:spPr>
        <p:txBody>
          <a:bodyPr vert="horz" wrap="square" lIns="0" tIns="0" rIns="0" bIns="0" rtlCol="0">
            <a:spAutoFit/>
          </a:bodyPr>
          <a:lstStyle/>
          <a:p>
            <a:pPr marL="0" marR="0">
              <a:lnSpc>
                <a:spcPts val="2010"/>
              </a:lnSpc>
              <a:spcBef>
                <a:spcPts val="0"/>
              </a:spcBef>
              <a:spcAft>
                <a:spcPts val="0"/>
              </a:spcAft>
            </a:pPr>
            <a:r>
              <a:rPr sz="1800" dirty="0">
                <a:solidFill>
                  <a:srgbClr val="000000"/>
                </a:solidFill>
                <a:latin typeface="JMIVUR+Arial-ItalicMT"/>
                <a:cs typeface="JMIVUR+Arial-ItalicMT"/>
              </a:rPr>
              <a:t>NumPy:</a:t>
            </a:r>
          </a:p>
        </p:txBody>
      </p:sp>
      <p:sp>
        <p:nvSpPr>
          <p:cNvPr id="4" name="object 4"/>
          <p:cNvSpPr txBox="1"/>
          <p:nvPr/>
        </p:nvSpPr>
        <p:spPr>
          <a:xfrm>
            <a:off x="1314450" y="687281"/>
            <a:ext cx="7323731" cy="236735"/>
          </a:xfrm>
          <a:prstGeom prst="rect">
            <a:avLst/>
          </a:prstGeom>
        </p:spPr>
        <p:txBody>
          <a:bodyPr vert="horz" wrap="square" lIns="0" tIns="0" rIns="0" bIns="0" rtlCol="0">
            <a:spAutoFit/>
          </a:bodyPr>
          <a:lstStyle/>
          <a:p>
            <a:pPr marL="0" marR="0">
              <a:lnSpc>
                <a:spcPts val="1564"/>
              </a:lnSpc>
              <a:spcBef>
                <a:spcPts val="0"/>
              </a:spcBef>
              <a:spcAft>
                <a:spcPts val="0"/>
              </a:spcAft>
            </a:pPr>
            <a:r>
              <a:rPr sz="1400" dirty="0">
                <a:solidFill>
                  <a:srgbClr val="595959"/>
                </a:solidFill>
                <a:latin typeface="ITQKWN+Wingdings-Regular"/>
                <a:cs typeface="ITQKWN+Wingdings-Regular"/>
              </a:rPr>
              <a:t>§</a:t>
            </a:r>
            <a:r>
              <a:rPr sz="1400" spc="809" dirty="0">
                <a:solidFill>
                  <a:srgbClr val="595959"/>
                </a:solidFill>
                <a:latin typeface="Times New Roman"/>
                <a:cs typeface="Times New Roman"/>
              </a:rPr>
              <a:t> </a:t>
            </a:r>
            <a:r>
              <a:rPr sz="1400" dirty="0">
                <a:solidFill>
                  <a:srgbClr val="595959"/>
                </a:solidFill>
                <a:latin typeface="CTJNHW+ArialMT"/>
                <a:cs typeface="CTJNHW+ArialMT"/>
              </a:rPr>
              <a:t>NumPy</a:t>
            </a:r>
            <a:r>
              <a:rPr sz="1400" spc="37" dirty="0">
                <a:solidFill>
                  <a:srgbClr val="595959"/>
                </a:solidFill>
                <a:latin typeface="Times New Roman"/>
                <a:cs typeface="Times New Roman"/>
              </a:rPr>
              <a:t> </a:t>
            </a:r>
            <a:r>
              <a:rPr sz="1400" dirty="0">
                <a:solidFill>
                  <a:srgbClr val="595959"/>
                </a:solidFill>
                <a:latin typeface="CTJNHW+ArialMT"/>
                <a:cs typeface="CTJNHW+ArialMT"/>
              </a:rPr>
              <a:t>introduces</a:t>
            </a:r>
            <a:r>
              <a:rPr sz="1400" spc="37" dirty="0">
                <a:solidFill>
                  <a:srgbClr val="595959"/>
                </a:solidFill>
                <a:latin typeface="Times New Roman"/>
                <a:cs typeface="Times New Roman"/>
              </a:rPr>
              <a:t> </a:t>
            </a:r>
            <a:r>
              <a:rPr sz="1400" dirty="0">
                <a:solidFill>
                  <a:srgbClr val="595959"/>
                </a:solidFill>
                <a:latin typeface="CTJNHW+ArialMT"/>
                <a:cs typeface="CTJNHW+ArialMT"/>
              </a:rPr>
              <a:t>objects</a:t>
            </a:r>
            <a:r>
              <a:rPr sz="1400" spc="37" dirty="0">
                <a:solidFill>
                  <a:srgbClr val="595959"/>
                </a:solidFill>
                <a:latin typeface="Times New Roman"/>
                <a:cs typeface="Times New Roman"/>
              </a:rPr>
              <a:t> </a:t>
            </a:r>
            <a:r>
              <a:rPr sz="1400" dirty="0">
                <a:solidFill>
                  <a:srgbClr val="595959"/>
                </a:solidFill>
                <a:latin typeface="CTJNHW+ArialMT"/>
                <a:cs typeface="CTJNHW+ArialMT"/>
              </a:rPr>
              <a:t>for</a:t>
            </a:r>
            <a:r>
              <a:rPr sz="1400" spc="37" dirty="0">
                <a:solidFill>
                  <a:srgbClr val="595959"/>
                </a:solidFill>
                <a:latin typeface="Times New Roman"/>
                <a:cs typeface="Times New Roman"/>
              </a:rPr>
              <a:t> </a:t>
            </a:r>
            <a:r>
              <a:rPr sz="1400" dirty="0">
                <a:solidFill>
                  <a:srgbClr val="595959"/>
                </a:solidFill>
                <a:latin typeface="CTJNHW+ArialMT"/>
                <a:cs typeface="CTJNHW+ArialMT"/>
              </a:rPr>
              <a:t>multidimensional</a:t>
            </a:r>
            <a:r>
              <a:rPr sz="1400" spc="37" dirty="0">
                <a:solidFill>
                  <a:srgbClr val="595959"/>
                </a:solidFill>
                <a:latin typeface="Times New Roman"/>
                <a:cs typeface="Times New Roman"/>
              </a:rPr>
              <a:t> </a:t>
            </a:r>
            <a:r>
              <a:rPr sz="1400" dirty="0">
                <a:solidFill>
                  <a:srgbClr val="595959"/>
                </a:solidFill>
                <a:latin typeface="CTJNHW+ArialMT"/>
                <a:cs typeface="CTJNHW+ArialMT"/>
              </a:rPr>
              <a:t>arrays</a:t>
            </a:r>
            <a:r>
              <a:rPr sz="1400" spc="37" dirty="0">
                <a:solidFill>
                  <a:srgbClr val="595959"/>
                </a:solidFill>
                <a:latin typeface="Times New Roman"/>
                <a:cs typeface="Times New Roman"/>
              </a:rPr>
              <a:t> </a:t>
            </a:r>
            <a:r>
              <a:rPr sz="1400" dirty="0">
                <a:solidFill>
                  <a:srgbClr val="595959"/>
                </a:solidFill>
                <a:latin typeface="CTJNHW+ArialMT"/>
                <a:cs typeface="CTJNHW+ArialMT"/>
              </a:rPr>
              <a:t>and</a:t>
            </a:r>
            <a:r>
              <a:rPr sz="1400" spc="37" dirty="0">
                <a:solidFill>
                  <a:srgbClr val="595959"/>
                </a:solidFill>
                <a:latin typeface="Times New Roman"/>
                <a:cs typeface="Times New Roman"/>
              </a:rPr>
              <a:t> </a:t>
            </a:r>
            <a:r>
              <a:rPr sz="1400" dirty="0">
                <a:solidFill>
                  <a:srgbClr val="595959"/>
                </a:solidFill>
                <a:latin typeface="CTJNHW+ArialMT"/>
                <a:cs typeface="CTJNHW+ArialMT"/>
              </a:rPr>
              <a:t>matrices,</a:t>
            </a:r>
            <a:r>
              <a:rPr sz="1400" spc="37" dirty="0">
                <a:solidFill>
                  <a:srgbClr val="595959"/>
                </a:solidFill>
                <a:latin typeface="Times New Roman"/>
                <a:cs typeface="Times New Roman"/>
              </a:rPr>
              <a:t> </a:t>
            </a:r>
            <a:r>
              <a:rPr sz="1400" dirty="0">
                <a:solidFill>
                  <a:srgbClr val="595959"/>
                </a:solidFill>
                <a:latin typeface="CTJNHW+ArialMT"/>
                <a:cs typeface="CTJNHW+ArialMT"/>
              </a:rPr>
              <a:t>as</a:t>
            </a:r>
            <a:r>
              <a:rPr sz="1400" spc="37" dirty="0">
                <a:solidFill>
                  <a:srgbClr val="595959"/>
                </a:solidFill>
                <a:latin typeface="Times New Roman"/>
                <a:cs typeface="Times New Roman"/>
              </a:rPr>
              <a:t> </a:t>
            </a:r>
            <a:r>
              <a:rPr sz="1400" dirty="0">
                <a:solidFill>
                  <a:srgbClr val="595959"/>
                </a:solidFill>
                <a:latin typeface="CTJNHW+ArialMT"/>
                <a:cs typeface="CTJNHW+ArialMT"/>
              </a:rPr>
              <a:t>well</a:t>
            </a:r>
            <a:r>
              <a:rPr sz="1400" spc="37" dirty="0">
                <a:solidFill>
                  <a:srgbClr val="595959"/>
                </a:solidFill>
                <a:latin typeface="Times New Roman"/>
                <a:cs typeface="Times New Roman"/>
              </a:rPr>
              <a:t> </a:t>
            </a:r>
            <a:r>
              <a:rPr sz="1400" dirty="0">
                <a:solidFill>
                  <a:srgbClr val="595959"/>
                </a:solidFill>
                <a:latin typeface="CTJNHW+ArialMT"/>
                <a:cs typeface="CTJNHW+ArialMT"/>
              </a:rPr>
              <a:t>as</a:t>
            </a:r>
            <a:r>
              <a:rPr sz="1400" spc="37" dirty="0">
                <a:solidFill>
                  <a:srgbClr val="595959"/>
                </a:solidFill>
                <a:latin typeface="Times New Roman"/>
                <a:cs typeface="Times New Roman"/>
              </a:rPr>
              <a:t> </a:t>
            </a:r>
            <a:r>
              <a:rPr sz="1400" dirty="0">
                <a:solidFill>
                  <a:srgbClr val="595959"/>
                </a:solidFill>
                <a:latin typeface="CTJNHW+ArialMT"/>
                <a:cs typeface="CTJNHW+ArialMT"/>
              </a:rPr>
              <a:t>functions</a:t>
            </a:r>
          </a:p>
        </p:txBody>
      </p:sp>
      <p:sp>
        <p:nvSpPr>
          <p:cNvPr id="5" name="object 5"/>
          <p:cNvSpPr txBox="1"/>
          <p:nvPr/>
        </p:nvSpPr>
        <p:spPr>
          <a:xfrm>
            <a:off x="1543050" y="900641"/>
            <a:ext cx="6927671" cy="450096"/>
          </a:xfrm>
          <a:prstGeom prst="rect">
            <a:avLst/>
          </a:prstGeom>
        </p:spPr>
        <p:txBody>
          <a:bodyPr vert="horz" wrap="square" lIns="0" tIns="0" rIns="0" bIns="0" rtlCol="0">
            <a:spAutoFit/>
          </a:bodyPr>
          <a:lstStyle/>
          <a:p>
            <a:pPr marL="0" marR="0">
              <a:lnSpc>
                <a:spcPts val="1564"/>
              </a:lnSpc>
              <a:spcBef>
                <a:spcPts val="0"/>
              </a:spcBef>
              <a:spcAft>
                <a:spcPts val="0"/>
              </a:spcAft>
            </a:pPr>
            <a:r>
              <a:rPr sz="1400" dirty="0">
                <a:solidFill>
                  <a:srgbClr val="595959"/>
                </a:solidFill>
                <a:latin typeface="CTJNHW+ArialMT"/>
                <a:cs typeface="CTJNHW+ArialMT"/>
              </a:rPr>
              <a:t>that</a:t>
            </a:r>
            <a:r>
              <a:rPr sz="1400" spc="37" dirty="0">
                <a:solidFill>
                  <a:srgbClr val="595959"/>
                </a:solidFill>
                <a:latin typeface="Times New Roman"/>
                <a:cs typeface="Times New Roman"/>
              </a:rPr>
              <a:t> </a:t>
            </a:r>
            <a:r>
              <a:rPr sz="1400" dirty="0">
                <a:solidFill>
                  <a:srgbClr val="595959"/>
                </a:solidFill>
                <a:latin typeface="CTJNHW+ArialMT"/>
                <a:cs typeface="CTJNHW+ArialMT"/>
              </a:rPr>
              <a:t>allow</a:t>
            </a:r>
            <a:r>
              <a:rPr sz="1400" spc="37" dirty="0">
                <a:solidFill>
                  <a:srgbClr val="595959"/>
                </a:solidFill>
                <a:latin typeface="Times New Roman"/>
                <a:cs typeface="Times New Roman"/>
              </a:rPr>
              <a:t> </a:t>
            </a:r>
            <a:r>
              <a:rPr sz="1400" dirty="0">
                <a:solidFill>
                  <a:srgbClr val="595959"/>
                </a:solidFill>
                <a:latin typeface="CTJNHW+ArialMT"/>
                <a:cs typeface="CTJNHW+ArialMT"/>
              </a:rPr>
              <a:t>to</a:t>
            </a:r>
            <a:r>
              <a:rPr sz="1400" spc="38" dirty="0">
                <a:solidFill>
                  <a:srgbClr val="595959"/>
                </a:solidFill>
                <a:latin typeface="Times New Roman"/>
                <a:cs typeface="Times New Roman"/>
              </a:rPr>
              <a:t> </a:t>
            </a:r>
            <a:r>
              <a:rPr sz="1400" dirty="0">
                <a:solidFill>
                  <a:srgbClr val="595959"/>
                </a:solidFill>
                <a:latin typeface="CTJNHW+ArialMT"/>
                <a:cs typeface="CTJNHW+ArialMT"/>
              </a:rPr>
              <a:t>easily</a:t>
            </a:r>
            <a:r>
              <a:rPr sz="1400" spc="37" dirty="0">
                <a:solidFill>
                  <a:srgbClr val="595959"/>
                </a:solidFill>
                <a:latin typeface="Times New Roman"/>
                <a:cs typeface="Times New Roman"/>
              </a:rPr>
              <a:t> </a:t>
            </a:r>
            <a:r>
              <a:rPr sz="1400" dirty="0">
                <a:solidFill>
                  <a:srgbClr val="595959"/>
                </a:solidFill>
                <a:latin typeface="CTJNHW+ArialMT"/>
                <a:cs typeface="CTJNHW+ArialMT"/>
              </a:rPr>
              <a:t>perform</a:t>
            </a:r>
            <a:r>
              <a:rPr sz="1400" spc="37" dirty="0">
                <a:solidFill>
                  <a:srgbClr val="595959"/>
                </a:solidFill>
                <a:latin typeface="Times New Roman"/>
                <a:cs typeface="Times New Roman"/>
              </a:rPr>
              <a:t> </a:t>
            </a:r>
            <a:r>
              <a:rPr sz="1400" dirty="0">
                <a:solidFill>
                  <a:srgbClr val="595959"/>
                </a:solidFill>
                <a:latin typeface="CTJNHW+ArialMT"/>
                <a:cs typeface="CTJNHW+ArialMT"/>
              </a:rPr>
              <a:t>advanced</a:t>
            </a:r>
            <a:r>
              <a:rPr sz="1400" spc="37" dirty="0">
                <a:solidFill>
                  <a:srgbClr val="595959"/>
                </a:solidFill>
                <a:latin typeface="Times New Roman"/>
                <a:cs typeface="Times New Roman"/>
              </a:rPr>
              <a:t> </a:t>
            </a:r>
            <a:r>
              <a:rPr sz="1400" dirty="0">
                <a:solidFill>
                  <a:srgbClr val="595959"/>
                </a:solidFill>
                <a:latin typeface="CTJNHW+ArialMT"/>
                <a:cs typeface="CTJNHW+ArialMT"/>
              </a:rPr>
              <a:t>mathematical</a:t>
            </a:r>
            <a:r>
              <a:rPr sz="1400" spc="37" dirty="0">
                <a:solidFill>
                  <a:srgbClr val="595959"/>
                </a:solidFill>
                <a:latin typeface="Times New Roman"/>
                <a:cs typeface="Times New Roman"/>
              </a:rPr>
              <a:t> </a:t>
            </a:r>
            <a:r>
              <a:rPr sz="1400" dirty="0">
                <a:solidFill>
                  <a:srgbClr val="595959"/>
                </a:solidFill>
                <a:latin typeface="CTJNHW+ArialMT"/>
                <a:cs typeface="CTJNHW+ArialMT"/>
              </a:rPr>
              <a:t>and</a:t>
            </a:r>
            <a:r>
              <a:rPr sz="1400" spc="37" dirty="0">
                <a:solidFill>
                  <a:srgbClr val="595959"/>
                </a:solidFill>
                <a:latin typeface="Times New Roman"/>
                <a:cs typeface="Times New Roman"/>
              </a:rPr>
              <a:t> </a:t>
            </a:r>
            <a:r>
              <a:rPr sz="1400" dirty="0">
                <a:solidFill>
                  <a:srgbClr val="595959"/>
                </a:solidFill>
                <a:latin typeface="CTJNHW+ArialMT"/>
                <a:cs typeface="CTJNHW+ArialMT"/>
              </a:rPr>
              <a:t>statistical</a:t>
            </a:r>
            <a:r>
              <a:rPr sz="1400" spc="37" dirty="0">
                <a:solidFill>
                  <a:srgbClr val="595959"/>
                </a:solidFill>
                <a:latin typeface="Times New Roman"/>
                <a:cs typeface="Times New Roman"/>
              </a:rPr>
              <a:t> </a:t>
            </a:r>
            <a:r>
              <a:rPr sz="1400" dirty="0">
                <a:solidFill>
                  <a:srgbClr val="595959"/>
                </a:solidFill>
                <a:latin typeface="CTJNHW+ArialMT"/>
                <a:cs typeface="CTJNHW+ArialMT"/>
              </a:rPr>
              <a:t>operations</a:t>
            </a:r>
            <a:r>
              <a:rPr sz="1400" spc="37" dirty="0">
                <a:solidFill>
                  <a:srgbClr val="595959"/>
                </a:solidFill>
                <a:latin typeface="Times New Roman"/>
                <a:cs typeface="Times New Roman"/>
              </a:rPr>
              <a:t> </a:t>
            </a:r>
            <a:r>
              <a:rPr sz="1400" dirty="0">
                <a:solidFill>
                  <a:srgbClr val="595959"/>
                </a:solidFill>
                <a:latin typeface="CTJNHW+ArialMT"/>
                <a:cs typeface="CTJNHW+ArialMT"/>
              </a:rPr>
              <a:t>on</a:t>
            </a:r>
            <a:r>
              <a:rPr sz="1400" spc="37" dirty="0">
                <a:solidFill>
                  <a:srgbClr val="595959"/>
                </a:solidFill>
                <a:latin typeface="Times New Roman"/>
                <a:cs typeface="Times New Roman"/>
              </a:rPr>
              <a:t> </a:t>
            </a:r>
            <a:r>
              <a:rPr sz="1400" dirty="0">
                <a:solidFill>
                  <a:srgbClr val="595959"/>
                </a:solidFill>
                <a:latin typeface="CTJNHW+ArialMT"/>
                <a:cs typeface="CTJNHW+ArialMT"/>
              </a:rPr>
              <a:t>those</a:t>
            </a:r>
          </a:p>
          <a:p>
            <a:pPr marL="0" marR="0">
              <a:lnSpc>
                <a:spcPts val="1564"/>
              </a:lnSpc>
              <a:spcBef>
                <a:spcPts val="65"/>
              </a:spcBef>
              <a:spcAft>
                <a:spcPts val="0"/>
              </a:spcAft>
            </a:pPr>
            <a:r>
              <a:rPr sz="1400" dirty="0">
                <a:solidFill>
                  <a:srgbClr val="595959"/>
                </a:solidFill>
                <a:latin typeface="CTJNHW+ArialMT"/>
                <a:cs typeface="CTJNHW+ArialMT"/>
              </a:rPr>
              <a:t>objects</a:t>
            </a:r>
          </a:p>
        </p:txBody>
      </p:sp>
      <p:sp>
        <p:nvSpPr>
          <p:cNvPr id="6" name="object 6"/>
          <p:cNvSpPr txBox="1"/>
          <p:nvPr/>
        </p:nvSpPr>
        <p:spPr>
          <a:xfrm>
            <a:off x="1314450" y="1540721"/>
            <a:ext cx="6810272" cy="236735"/>
          </a:xfrm>
          <a:prstGeom prst="rect">
            <a:avLst/>
          </a:prstGeom>
        </p:spPr>
        <p:txBody>
          <a:bodyPr vert="horz" wrap="square" lIns="0" tIns="0" rIns="0" bIns="0" rtlCol="0">
            <a:spAutoFit/>
          </a:bodyPr>
          <a:lstStyle/>
          <a:p>
            <a:pPr marL="0" marR="0">
              <a:lnSpc>
                <a:spcPts val="1564"/>
              </a:lnSpc>
              <a:spcBef>
                <a:spcPts val="0"/>
              </a:spcBef>
              <a:spcAft>
                <a:spcPts val="0"/>
              </a:spcAft>
            </a:pPr>
            <a:r>
              <a:rPr sz="1400" dirty="0">
                <a:solidFill>
                  <a:srgbClr val="595959"/>
                </a:solidFill>
                <a:latin typeface="ITQKWN+Wingdings-Regular"/>
                <a:cs typeface="ITQKWN+Wingdings-Regular"/>
              </a:rPr>
              <a:t>§</a:t>
            </a:r>
            <a:r>
              <a:rPr sz="1400" spc="809" dirty="0">
                <a:solidFill>
                  <a:srgbClr val="595959"/>
                </a:solidFill>
                <a:latin typeface="Times New Roman"/>
                <a:cs typeface="Times New Roman"/>
              </a:rPr>
              <a:t> </a:t>
            </a:r>
            <a:r>
              <a:rPr sz="1400" dirty="0">
                <a:solidFill>
                  <a:srgbClr val="595959"/>
                </a:solidFill>
                <a:latin typeface="CTJNHW+ArialMT"/>
                <a:cs typeface="CTJNHW+ArialMT"/>
              </a:rPr>
              <a:t>It</a:t>
            </a:r>
            <a:r>
              <a:rPr sz="1400" spc="37" dirty="0">
                <a:solidFill>
                  <a:srgbClr val="595959"/>
                </a:solidFill>
                <a:latin typeface="Times New Roman"/>
                <a:cs typeface="Times New Roman"/>
              </a:rPr>
              <a:t> </a:t>
            </a:r>
            <a:r>
              <a:rPr sz="1400" dirty="0">
                <a:solidFill>
                  <a:srgbClr val="595959"/>
                </a:solidFill>
                <a:latin typeface="CTJNHW+ArialMT"/>
                <a:cs typeface="CTJNHW+ArialMT"/>
              </a:rPr>
              <a:t>Provides</a:t>
            </a:r>
            <a:r>
              <a:rPr sz="1400" spc="37" dirty="0">
                <a:solidFill>
                  <a:srgbClr val="595959"/>
                </a:solidFill>
                <a:latin typeface="Times New Roman"/>
                <a:cs typeface="Times New Roman"/>
              </a:rPr>
              <a:t> </a:t>
            </a:r>
            <a:r>
              <a:rPr sz="1400" dirty="0">
                <a:solidFill>
                  <a:srgbClr val="595959"/>
                </a:solidFill>
                <a:latin typeface="CTJNHW+ArialMT"/>
                <a:cs typeface="CTJNHW+ArialMT"/>
              </a:rPr>
              <a:t>vectorization</a:t>
            </a:r>
            <a:r>
              <a:rPr sz="1400" spc="37" dirty="0">
                <a:solidFill>
                  <a:srgbClr val="595959"/>
                </a:solidFill>
                <a:latin typeface="Times New Roman"/>
                <a:cs typeface="Times New Roman"/>
              </a:rPr>
              <a:t> </a:t>
            </a:r>
            <a:r>
              <a:rPr sz="1400" dirty="0">
                <a:solidFill>
                  <a:srgbClr val="595959"/>
                </a:solidFill>
                <a:latin typeface="CTJNHW+ArialMT"/>
                <a:cs typeface="CTJNHW+ArialMT"/>
              </a:rPr>
              <a:t>of</a:t>
            </a:r>
            <a:r>
              <a:rPr sz="1400" spc="37" dirty="0">
                <a:solidFill>
                  <a:srgbClr val="595959"/>
                </a:solidFill>
                <a:latin typeface="Times New Roman"/>
                <a:cs typeface="Times New Roman"/>
              </a:rPr>
              <a:t> </a:t>
            </a:r>
            <a:r>
              <a:rPr sz="1400" dirty="0">
                <a:solidFill>
                  <a:srgbClr val="595959"/>
                </a:solidFill>
                <a:latin typeface="CTJNHW+ArialMT"/>
                <a:cs typeface="CTJNHW+ArialMT"/>
              </a:rPr>
              <a:t>mathematical</a:t>
            </a:r>
            <a:r>
              <a:rPr sz="1400" spc="37" dirty="0">
                <a:solidFill>
                  <a:srgbClr val="595959"/>
                </a:solidFill>
                <a:latin typeface="Times New Roman"/>
                <a:cs typeface="Times New Roman"/>
              </a:rPr>
              <a:t> </a:t>
            </a:r>
            <a:r>
              <a:rPr sz="1400" dirty="0">
                <a:solidFill>
                  <a:srgbClr val="595959"/>
                </a:solidFill>
                <a:latin typeface="CTJNHW+ArialMT"/>
                <a:cs typeface="CTJNHW+ArialMT"/>
              </a:rPr>
              <a:t>operations</a:t>
            </a:r>
            <a:r>
              <a:rPr sz="1400" spc="37" dirty="0">
                <a:solidFill>
                  <a:srgbClr val="595959"/>
                </a:solidFill>
                <a:latin typeface="Times New Roman"/>
                <a:cs typeface="Times New Roman"/>
              </a:rPr>
              <a:t> </a:t>
            </a:r>
            <a:r>
              <a:rPr sz="1400" dirty="0">
                <a:solidFill>
                  <a:srgbClr val="595959"/>
                </a:solidFill>
                <a:latin typeface="CTJNHW+ArialMT"/>
                <a:cs typeface="CTJNHW+ArialMT"/>
              </a:rPr>
              <a:t>on</a:t>
            </a:r>
            <a:r>
              <a:rPr sz="1400" spc="37" dirty="0">
                <a:solidFill>
                  <a:srgbClr val="595959"/>
                </a:solidFill>
                <a:latin typeface="Times New Roman"/>
                <a:cs typeface="Times New Roman"/>
              </a:rPr>
              <a:t> </a:t>
            </a:r>
            <a:r>
              <a:rPr sz="1400" dirty="0">
                <a:solidFill>
                  <a:srgbClr val="595959"/>
                </a:solidFill>
                <a:latin typeface="CTJNHW+ArialMT"/>
                <a:cs typeface="CTJNHW+ArialMT"/>
              </a:rPr>
              <a:t>arrays</a:t>
            </a:r>
            <a:r>
              <a:rPr sz="1400" spc="37" dirty="0">
                <a:solidFill>
                  <a:srgbClr val="595959"/>
                </a:solidFill>
                <a:latin typeface="Times New Roman"/>
                <a:cs typeface="Times New Roman"/>
              </a:rPr>
              <a:t> </a:t>
            </a:r>
            <a:r>
              <a:rPr sz="1400" dirty="0">
                <a:solidFill>
                  <a:srgbClr val="595959"/>
                </a:solidFill>
                <a:latin typeface="CTJNHW+ArialMT"/>
                <a:cs typeface="CTJNHW+ArialMT"/>
              </a:rPr>
              <a:t>and</a:t>
            </a:r>
            <a:r>
              <a:rPr sz="1400" spc="37" dirty="0">
                <a:solidFill>
                  <a:srgbClr val="595959"/>
                </a:solidFill>
                <a:latin typeface="Times New Roman"/>
                <a:cs typeface="Times New Roman"/>
              </a:rPr>
              <a:t> </a:t>
            </a:r>
            <a:r>
              <a:rPr sz="1400" dirty="0">
                <a:solidFill>
                  <a:srgbClr val="595959"/>
                </a:solidFill>
                <a:latin typeface="CTJNHW+ArialMT"/>
                <a:cs typeface="CTJNHW+ArialMT"/>
              </a:rPr>
              <a:t>matrices</a:t>
            </a:r>
            <a:r>
              <a:rPr sz="1400" spc="37" dirty="0">
                <a:solidFill>
                  <a:srgbClr val="595959"/>
                </a:solidFill>
                <a:latin typeface="Times New Roman"/>
                <a:cs typeface="Times New Roman"/>
              </a:rPr>
              <a:t> </a:t>
            </a:r>
            <a:r>
              <a:rPr sz="1400" dirty="0">
                <a:solidFill>
                  <a:srgbClr val="595959"/>
                </a:solidFill>
                <a:latin typeface="CTJNHW+ArialMT"/>
                <a:cs typeface="CTJNHW+ArialMT"/>
              </a:rPr>
              <a:t>which</a:t>
            </a:r>
          </a:p>
        </p:txBody>
      </p:sp>
      <p:sp>
        <p:nvSpPr>
          <p:cNvPr id="7" name="object 7"/>
          <p:cNvSpPr txBox="1"/>
          <p:nvPr/>
        </p:nvSpPr>
        <p:spPr>
          <a:xfrm>
            <a:off x="1543050" y="1754081"/>
            <a:ext cx="3184628" cy="236735"/>
          </a:xfrm>
          <a:prstGeom prst="rect">
            <a:avLst/>
          </a:prstGeom>
        </p:spPr>
        <p:txBody>
          <a:bodyPr vert="horz" wrap="square" lIns="0" tIns="0" rIns="0" bIns="0" rtlCol="0">
            <a:spAutoFit/>
          </a:bodyPr>
          <a:lstStyle/>
          <a:p>
            <a:pPr marL="0" marR="0">
              <a:lnSpc>
                <a:spcPts val="1564"/>
              </a:lnSpc>
              <a:spcBef>
                <a:spcPts val="0"/>
              </a:spcBef>
              <a:spcAft>
                <a:spcPts val="0"/>
              </a:spcAft>
            </a:pPr>
            <a:r>
              <a:rPr sz="1400" dirty="0">
                <a:solidFill>
                  <a:srgbClr val="595959"/>
                </a:solidFill>
                <a:latin typeface="CTJNHW+ArialMT"/>
                <a:cs typeface="CTJNHW+ArialMT"/>
              </a:rPr>
              <a:t>significantly</a:t>
            </a:r>
            <a:r>
              <a:rPr sz="1400" spc="37" dirty="0">
                <a:solidFill>
                  <a:srgbClr val="595959"/>
                </a:solidFill>
                <a:latin typeface="Times New Roman"/>
                <a:cs typeface="Times New Roman"/>
              </a:rPr>
              <a:t> </a:t>
            </a:r>
            <a:r>
              <a:rPr sz="1400" dirty="0">
                <a:solidFill>
                  <a:srgbClr val="595959"/>
                </a:solidFill>
                <a:latin typeface="CTJNHW+ArialMT"/>
                <a:cs typeface="CTJNHW+ArialMT"/>
              </a:rPr>
              <a:t>improves</a:t>
            </a:r>
            <a:r>
              <a:rPr sz="1400" spc="37" dirty="0">
                <a:solidFill>
                  <a:srgbClr val="595959"/>
                </a:solidFill>
                <a:latin typeface="Times New Roman"/>
                <a:cs typeface="Times New Roman"/>
              </a:rPr>
              <a:t> </a:t>
            </a:r>
            <a:r>
              <a:rPr sz="1400" dirty="0">
                <a:solidFill>
                  <a:srgbClr val="595959"/>
                </a:solidFill>
                <a:latin typeface="CTJNHW+ArialMT"/>
                <a:cs typeface="CTJNHW+ArialMT"/>
              </a:rPr>
              <a:t>the</a:t>
            </a:r>
            <a:r>
              <a:rPr sz="1400" spc="37" dirty="0">
                <a:solidFill>
                  <a:srgbClr val="595959"/>
                </a:solidFill>
                <a:latin typeface="Times New Roman"/>
                <a:cs typeface="Times New Roman"/>
              </a:rPr>
              <a:t> </a:t>
            </a:r>
            <a:r>
              <a:rPr sz="1400" dirty="0">
                <a:solidFill>
                  <a:srgbClr val="595959"/>
                </a:solidFill>
                <a:latin typeface="CTJNHW+ArialMT"/>
                <a:cs typeface="CTJNHW+ArialMT"/>
              </a:rPr>
              <a:t>performance</a:t>
            </a:r>
          </a:p>
        </p:txBody>
      </p:sp>
      <p:sp>
        <p:nvSpPr>
          <p:cNvPr id="8" name="object 8"/>
          <p:cNvSpPr txBox="1"/>
          <p:nvPr/>
        </p:nvSpPr>
        <p:spPr>
          <a:xfrm>
            <a:off x="1314450" y="2180801"/>
            <a:ext cx="4084573" cy="236735"/>
          </a:xfrm>
          <a:prstGeom prst="rect">
            <a:avLst/>
          </a:prstGeom>
        </p:spPr>
        <p:txBody>
          <a:bodyPr vert="horz" wrap="square" lIns="0" tIns="0" rIns="0" bIns="0" rtlCol="0">
            <a:spAutoFit/>
          </a:bodyPr>
          <a:lstStyle/>
          <a:p>
            <a:pPr marL="0" marR="0">
              <a:lnSpc>
                <a:spcPts val="1564"/>
              </a:lnSpc>
              <a:spcBef>
                <a:spcPts val="0"/>
              </a:spcBef>
              <a:spcAft>
                <a:spcPts val="0"/>
              </a:spcAft>
            </a:pPr>
            <a:r>
              <a:rPr sz="1400" dirty="0">
                <a:solidFill>
                  <a:srgbClr val="595959"/>
                </a:solidFill>
                <a:latin typeface="ITQKWN+Wingdings-Regular"/>
                <a:cs typeface="ITQKWN+Wingdings-Regular"/>
              </a:rPr>
              <a:t>§</a:t>
            </a:r>
            <a:r>
              <a:rPr sz="1400" spc="809" dirty="0">
                <a:solidFill>
                  <a:srgbClr val="595959"/>
                </a:solidFill>
                <a:latin typeface="Times New Roman"/>
                <a:cs typeface="Times New Roman"/>
              </a:rPr>
              <a:t> </a:t>
            </a:r>
            <a:r>
              <a:rPr sz="1400" dirty="0">
                <a:solidFill>
                  <a:srgbClr val="595959"/>
                </a:solidFill>
                <a:latin typeface="CTJNHW+ArialMT"/>
                <a:cs typeface="CTJNHW+ArialMT"/>
              </a:rPr>
              <a:t>Many</a:t>
            </a:r>
            <a:r>
              <a:rPr sz="1400" spc="37" dirty="0">
                <a:solidFill>
                  <a:srgbClr val="595959"/>
                </a:solidFill>
                <a:latin typeface="Times New Roman"/>
                <a:cs typeface="Times New Roman"/>
              </a:rPr>
              <a:t> </a:t>
            </a:r>
            <a:r>
              <a:rPr sz="1400" dirty="0">
                <a:solidFill>
                  <a:srgbClr val="595959"/>
                </a:solidFill>
                <a:latin typeface="CTJNHW+ArialMT"/>
                <a:cs typeface="CTJNHW+ArialMT"/>
              </a:rPr>
              <a:t>other</a:t>
            </a:r>
            <a:r>
              <a:rPr sz="1400" spc="37" dirty="0">
                <a:solidFill>
                  <a:srgbClr val="595959"/>
                </a:solidFill>
                <a:latin typeface="Times New Roman"/>
                <a:cs typeface="Times New Roman"/>
              </a:rPr>
              <a:t> </a:t>
            </a:r>
            <a:r>
              <a:rPr sz="1400" dirty="0">
                <a:solidFill>
                  <a:srgbClr val="595959"/>
                </a:solidFill>
                <a:latin typeface="CTJNHW+ArialMT"/>
                <a:cs typeface="CTJNHW+ArialMT"/>
              </a:rPr>
              <a:t>python</a:t>
            </a:r>
            <a:r>
              <a:rPr sz="1400" spc="37" dirty="0">
                <a:solidFill>
                  <a:srgbClr val="595959"/>
                </a:solidFill>
                <a:latin typeface="Times New Roman"/>
                <a:cs typeface="Times New Roman"/>
              </a:rPr>
              <a:t> </a:t>
            </a:r>
            <a:r>
              <a:rPr sz="1400" dirty="0">
                <a:solidFill>
                  <a:srgbClr val="595959"/>
                </a:solidFill>
                <a:latin typeface="CTJNHW+ArialMT"/>
                <a:cs typeface="CTJNHW+ArialMT"/>
              </a:rPr>
              <a:t>libraries</a:t>
            </a:r>
            <a:r>
              <a:rPr sz="1400" spc="37" dirty="0">
                <a:solidFill>
                  <a:srgbClr val="595959"/>
                </a:solidFill>
                <a:latin typeface="Times New Roman"/>
                <a:cs typeface="Times New Roman"/>
              </a:rPr>
              <a:t> </a:t>
            </a:r>
            <a:r>
              <a:rPr sz="1400" dirty="0">
                <a:solidFill>
                  <a:srgbClr val="595959"/>
                </a:solidFill>
                <a:latin typeface="CTJNHW+ArialMT"/>
                <a:cs typeface="CTJNHW+ArialMT"/>
              </a:rPr>
              <a:t>are</a:t>
            </a:r>
            <a:r>
              <a:rPr sz="1400" spc="37" dirty="0">
                <a:solidFill>
                  <a:srgbClr val="595959"/>
                </a:solidFill>
                <a:latin typeface="Times New Roman"/>
                <a:cs typeface="Times New Roman"/>
              </a:rPr>
              <a:t> </a:t>
            </a:r>
            <a:r>
              <a:rPr sz="1400" dirty="0">
                <a:solidFill>
                  <a:srgbClr val="595959"/>
                </a:solidFill>
                <a:latin typeface="CTJNHW+ArialMT"/>
                <a:cs typeface="CTJNHW+ArialMT"/>
              </a:rPr>
              <a:t>built</a:t>
            </a:r>
            <a:r>
              <a:rPr sz="1400" spc="37" dirty="0">
                <a:solidFill>
                  <a:srgbClr val="595959"/>
                </a:solidFill>
                <a:latin typeface="Times New Roman"/>
                <a:cs typeface="Times New Roman"/>
              </a:rPr>
              <a:t> </a:t>
            </a:r>
            <a:r>
              <a:rPr sz="1400" dirty="0">
                <a:solidFill>
                  <a:srgbClr val="595959"/>
                </a:solidFill>
                <a:latin typeface="CTJNHW+ArialMT"/>
                <a:cs typeface="CTJNHW+ArialMT"/>
              </a:rPr>
              <a:t>on</a:t>
            </a:r>
            <a:r>
              <a:rPr sz="1400" spc="37" dirty="0">
                <a:solidFill>
                  <a:srgbClr val="595959"/>
                </a:solidFill>
                <a:latin typeface="Times New Roman"/>
                <a:cs typeface="Times New Roman"/>
              </a:rPr>
              <a:t> </a:t>
            </a:r>
            <a:r>
              <a:rPr sz="1400" dirty="0">
                <a:solidFill>
                  <a:srgbClr val="595959"/>
                </a:solidFill>
                <a:latin typeface="CTJNHW+ArialMT"/>
                <a:cs typeface="CTJNHW+ArialMT"/>
              </a:rPr>
              <a:t>NumPy</a:t>
            </a:r>
          </a:p>
        </p:txBody>
      </p:sp>
      <p:sp>
        <p:nvSpPr>
          <p:cNvPr id="9" name="object 9"/>
          <p:cNvSpPr txBox="1"/>
          <p:nvPr/>
        </p:nvSpPr>
        <p:spPr>
          <a:xfrm>
            <a:off x="1314450" y="2607521"/>
            <a:ext cx="7339881" cy="236735"/>
          </a:xfrm>
          <a:prstGeom prst="rect">
            <a:avLst/>
          </a:prstGeom>
        </p:spPr>
        <p:txBody>
          <a:bodyPr vert="horz" wrap="square" lIns="0" tIns="0" rIns="0" bIns="0" rtlCol="0">
            <a:spAutoFit/>
          </a:bodyPr>
          <a:lstStyle/>
          <a:p>
            <a:pPr marL="0" marR="0">
              <a:lnSpc>
                <a:spcPts val="1564"/>
              </a:lnSpc>
              <a:spcBef>
                <a:spcPts val="0"/>
              </a:spcBef>
              <a:spcAft>
                <a:spcPts val="0"/>
              </a:spcAft>
            </a:pPr>
            <a:r>
              <a:rPr sz="1400" dirty="0">
                <a:solidFill>
                  <a:srgbClr val="595959"/>
                </a:solidFill>
                <a:latin typeface="ITQKWN+Wingdings-Regular"/>
                <a:cs typeface="ITQKWN+Wingdings-Regular"/>
              </a:rPr>
              <a:t>§</a:t>
            </a:r>
            <a:r>
              <a:rPr sz="1400" spc="809" dirty="0">
                <a:solidFill>
                  <a:srgbClr val="595959"/>
                </a:solidFill>
                <a:latin typeface="Times New Roman"/>
                <a:cs typeface="Times New Roman"/>
              </a:rPr>
              <a:t> </a:t>
            </a:r>
            <a:r>
              <a:rPr sz="1400" dirty="0">
                <a:solidFill>
                  <a:srgbClr val="595959"/>
                </a:solidFill>
                <a:latin typeface="CTJNHW+ArialMT"/>
                <a:cs typeface="CTJNHW+ArialMT"/>
              </a:rPr>
              <a:t>The</a:t>
            </a:r>
            <a:r>
              <a:rPr sz="1400" spc="37" dirty="0">
                <a:solidFill>
                  <a:srgbClr val="595959"/>
                </a:solidFill>
                <a:latin typeface="Times New Roman"/>
                <a:cs typeface="Times New Roman"/>
              </a:rPr>
              <a:t> </a:t>
            </a:r>
            <a:r>
              <a:rPr sz="1400" dirty="0">
                <a:solidFill>
                  <a:srgbClr val="595959"/>
                </a:solidFill>
                <a:latin typeface="CTJNHW+ArialMT"/>
                <a:cs typeface="CTJNHW+ArialMT"/>
              </a:rPr>
              <a:t>core</a:t>
            </a:r>
            <a:r>
              <a:rPr sz="1400" spc="37" dirty="0">
                <a:solidFill>
                  <a:srgbClr val="595959"/>
                </a:solidFill>
                <a:latin typeface="Times New Roman"/>
                <a:cs typeface="Times New Roman"/>
              </a:rPr>
              <a:t> </a:t>
            </a:r>
            <a:r>
              <a:rPr sz="1400" dirty="0">
                <a:solidFill>
                  <a:srgbClr val="595959"/>
                </a:solidFill>
                <a:latin typeface="CTJNHW+ArialMT"/>
                <a:cs typeface="CTJNHW+ArialMT"/>
              </a:rPr>
              <a:t>functionality</a:t>
            </a:r>
            <a:r>
              <a:rPr sz="1400" spc="37" dirty="0">
                <a:solidFill>
                  <a:srgbClr val="595959"/>
                </a:solidFill>
                <a:latin typeface="Times New Roman"/>
                <a:cs typeface="Times New Roman"/>
              </a:rPr>
              <a:t> </a:t>
            </a:r>
            <a:r>
              <a:rPr sz="1400" dirty="0">
                <a:solidFill>
                  <a:srgbClr val="595959"/>
                </a:solidFill>
                <a:latin typeface="CTJNHW+ArialMT"/>
                <a:cs typeface="CTJNHW+ArialMT"/>
              </a:rPr>
              <a:t>of</a:t>
            </a:r>
            <a:r>
              <a:rPr sz="1400" spc="37" dirty="0">
                <a:solidFill>
                  <a:srgbClr val="595959"/>
                </a:solidFill>
                <a:latin typeface="Times New Roman"/>
                <a:cs typeface="Times New Roman"/>
              </a:rPr>
              <a:t> </a:t>
            </a:r>
            <a:r>
              <a:rPr sz="1400" dirty="0">
                <a:solidFill>
                  <a:srgbClr val="595959"/>
                </a:solidFill>
                <a:latin typeface="CTJNHW+ArialMT"/>
                <a:cs typeface="CTJNHW+ArialMT"/>
              </a:rPr>
              <a:t>NumPy</a:t>
            </a:r>
            <a:r>
              <a:rPr sz="1400" spc="37" dirty="0">
                <a:solidFill>
                  <a:srgbClr val="595959"/>
                </a:solidFill>
                <a:latin typeface="Times New Roman"/>
                <a:cs typeface="Times New Roman"/>
              </a:rPr>
              <a:t> </a:t>
            </a:r>
            <a:r>
              <a:rPr sz="1400" dirty="0">
                <a:solidFill>
                  <a:srgbClr val="595959"/>
                </a:solidFill>
                <a:latin typeface="CTJNHW+ArialMT"/>
                <a:cs typeface="CTJNHW+ArialMT"/>
              </a:rPr>
              <a:t>is</a:t>
            </a:r>
            <a:r>
              <a:rPr sz="1400" spc="37" dirty="0">
                <a:solidFill>
                  <a:srgbClr val="595959"/>
                </a:solidFill>
                <a:latin typeface="Times New Roman"/>
                <a:cs typeface="Times New Roman"/>
              </a:rPr>
              <a:t> </a:t>
            </a:r>
            <a:r>
              <a:rPr sz="1400" dirty="0">
                <a:solidFill>
                  <a:srgbClr val="595959"/>
                </a:solidFill>
                <a:latin typeface="CTJNHW+ArialMT"/>
                <a:cs typeface="CTJNHW+ArialMT"/>
              </a:rPr>
              <a:t>its</a:t>
            </a:r>
            <a:r>
              <a:rPr sz="1400" spc="37" dirty="0">
                <a:solidFill>
                  <a:srgbClr val="595959"/>
                </a:solidFill>
                <a:latin typeface="Times New Roman"/>
                <a:cs typeface="Times New Roman"/>
              </a:rPr>
              <a:t> </a:t>
            </a:r>
            <a:r>
              <a:rPr sz="1400" dirty="0">
                <a:solidFill>
                  <a:srgbClr val="595959"/>
                </a:solidFill>
                <a:latin typeface="CTJNHW+ArialMT"/>
                <a:cs typeface="CTJNHW+ArialMT"/>
              </a:rPr>
              <a:t>"ND</a:t>
            </a:r>
            <a:r>
              <a:rPr sz="1400" spc="37" dirty="0">
                <a:solidFill>
                  <a:srgbClr val="595959"/>
                </a:solidFill>
                <a:latin typeface="Times New Roman"/>
                <a:cs typeface="Times New Roman"/>
              </a:rPr>
              <a:t> </a:t>
            </a:r>
            <a:r>
              <a:rPr sz="1400" dirty="0">
                <a:solidFill>
                  <a:srgbClr val="595959"/>
                </a:solidFill>
                <a:latin typeface="CTJNHW+ArialMT"/>
                <a:cs typeface="CTJNHW+ArialMT"/>
              </a:rPr>
              <a:t>array",</a:t>
            </a:r>
            <a:r>
              <a:rPr sz="1400" spc="37" dirty="0">
                <a:solidFill>
                  <a:srgbClr val="595959"/>
                </a:solidFill>
                <a:latin typeface="Times New Roman"/>
                <a:cs typeface="Times New Roman"/>
              </a:rPr>
              <a:t> </a:t>
            </a:r>
            <a:r>
              <a:rPr sz="1400" dirty="0">
                <a:solidFill>
                  <a:srgbClr val="595959"/>
                </a:solidFill>
                <a:latin typeface="CTJNHW+ArialMT"/>
                <a:cs typeface="CTJNHW+ArialMT"/>
              </a:rPr>
              <a:t>for</a:t>
            </a:r>
            <a:r>
              <a:rPr sz="1400" spc="37" dirty="0">
                <a:solidFill>
                  <a:srgbClr val="595959"/>
                </a:solidFill>
                <a:latin typeface="Times New Roman"/>
                <a:cs typeface="Times New Roman"/>
              </a:rPr>
              <a:t> </a:t>
            </a:r>
            <a:r>
              <a:rPr sz="1400" dirty="0">
                <a:solidFill>
                  <a:srgbClr val="595959"/>
                </a:solidFill>
                <a:latin typeface="CTJNHW+ArialMT"/>
                <a:cs typeface="CTJNHW+ArialMT"/>
              </a:rPr>
              <a:t>n-dimensional</a:t>
            </a:r>
            <a:r>
              <a:rPr sz="1400" spc="37" dirty="0">
                <a:solidFill>
                  <a:srgbClr val="595959"/>
                </a:solidFill>
                <a:latin typeface="Times New Roman"/>
                <a:cs typeface="Times New Roman"/>
              </a:rPr>
              <a:t> </a:t>
            </a:r>
            <a:r>
              <a:rPr sz="1400" dirty="0">
                <a:solidFill>
                  <a:srgbClr val="595959"/>
                </a:solidFill>
                <a:latin typeface="CTJNHW+ArialMT"/>
                <a:cs typeface="CTJNHW+ArialMT"/>
              </a:rPr>
              <a:t>array,</a:t>
            </a:r>
            <a:r>
              <a:rPr sz="1400" spc="37" dirty="0">
                <a:solidFill>
                  <a:srgbClr val="595959"/>
                </a:solidFill>
                <a:latin typeface="Times New Roman"/>
                <a:cs typeface="Times New Roman"/>
              </a:rPr>
              <a:t> </a:t>
            </a:r>
            <a:r>
              <a:rPr sz="1400" dirty="0">
                <a:solidFill>
                  <a:srgbClr val="595959"/>
                </a:solidFill>
                <a:latin typeface="CTJNHW+ArialMT"/>
                <a:cs typeface="CTJNHW+ArialMT"/>
              </a:rPr>
              <a:t>data</a:t>
            </a:r>
            <a:r>
              <a:rPr sz="1400" spc="37" dirty="0">
                <a:solidFill>
                  <a:srgbClr val="595959"/>
                </a:solidFill>
                <a:latin typeface="Times New Roman"/>
                <a:cs typeface="Times New Roman"/>
              </a:rPr>
              <a:t> </a:t>
            </a:r>
            <a:r>
              <a:rPr sz="1400" dirty="0">
                <a:solidFill>
                  <a:srgbClr val="595959"/>
                </a:solidFill>
                <a:latin typeface="CTJNHW+ArialMT"/>
                <a:cs typeface="CTJNHW+ArialMT"/>
              </a:rPr>
              <a:t>structure.</a:t>
            </a:r>
          </a:p>
        </p:txBody>
      </p:sp>
      <p:sp>
        <p:nvSpPr>
          <p:cNvPr id="10" name="object 10"/>
          <p:cNvSpPr txBox="1"/>
          <p:nvPr/>
        </p:nvSpPr>
        <p:spPr>
          <a:xfrm>
            <a:off x="1543050" y="2820880"/>
            <a:ext cx="3460872" cy="236735"/>
          </a:xfrm>
          <a:prstGeom prst="rect">
            <a:avLst/>
          </a:prstGeom>
        </p:spPr>
        <p:txBody>
          <a:bodyPr vert="horz" wrap="square" lIns="0" tIns="0" rIns="0" bIns="0" rtlCol="0">
            <a:spAutoFit/>
          </a:bodyPr>
          <a:lstStyle/>
          <a:p>
            <a:pPr marL="0" marR="0">
              <a:lnSpc>
                <a:spcPts val="1564"/>
              </a:lnSpc>
              <a:spcBef>
                <a:spcPts val="0"/>
              </a:spcBef>
              <a:spcAft>
                <a:spcPts val="0"/>
              </a:spcAft>
            </a:pPr>
            <a:r>
              <a:rPr sz="1400" dirty="0">
                <a:solidFill>
                  <a:srgbClr val="595959"/>
                </a:solidFill>
                <a:latin typeface="CTJNHW+ArialMT"/>
                <a:cs typeface="CTJNHW+ArialMT"/>
              </a:rPr>
              <a:t>These</a:t>
            </a:r>
            <a:r>
              <a:rPr sz="1400" spc="37" dirty="0">
                <a:solidFill>
                  <a:srgbClr val="595959"/>
                </a:solidFill>
                <a:latin typeface="Times New Roman"/>
                <a:cs typeface="Times New Roman"/>
              </a:rPr>
              <a:t> </a:t>
            </a:r>
            <a:r>
              <a:rPr sz="1400" dirty="0">
                <a:solidFill>
                  <a:srgbClr val="595959"/>
                </a:solidFill>
                <a:latin typeface="CTJNHW+ArialMT"/>
                <a:cs typeface="CTJNHW+ArialMT"/>
              </a:rPr>
              <a:t>arrays</a:t>
            </a:r>
            <a:r>
              <a:rPr sz="1400" spc="37" dirty="0">
                <a:solidFill>
                  <a:srgbClr val="595959"/>
                </a:solidFill>
                <a:latin typeface="Times New Roman"/>
                <a:cs typeface="Times New Roman"/>
              </a:rPr>
              <a:t> </a:t>
            </a:r>
            <a:r>
              <a:rPr sz="1400" dirty="0">
                <a:solidFill>
                  <a:srgbClr val="595959"/>
                </a:solidFill>
                <a:latin typeface="CTJNHW+ArialMT"/>
                <a:cs typeface="CTJNHW+ArialMT"/>
              </a:rPr>
              <a:t>are</a:t>
            </a:r>
            <a:r>
              <a:rPr sz="1400" spc="37" dirty="0">
                <a:solidFill>
                  <a:srgbClr val="595959"/>
                </a:solidFill>
                <a:latin typeface="Times New Roman"/>
                <a:cs typeface="Times New Roman"/>
              </a:rPr>
              <a:t> </a:t>
            </a:r>
            <a:r>
              <a:rPr sz="1400" dirty="0">
                <a:solidFill>
                  <a:srgbClr val="595959"/>
                </a:solidFill>
                <a:latin typeface="CTJNHW+ArialMT"/>
                <a:cs typeface="CTJNHW+ArialMT"/>
              </a:rPr>
              <a:t>stride</a:t>
            </a:r>
            <a:r>
              <a:rPr sz="1400" spc="37" dirty="0">
                <a:solidFill>
                  <a:srgbClr val="595959"/>
                </a:solidFill>
                <a:latin typeface="Times New Roman"/>
                <a:cs typeface="Times New Roman"/>
              </a:rPr>
              <a:t> </a:t>
            </a:r>
            <a:r>
              <a:rPr sz="1400" dirty="0">
                <a:solidFill>
                  <a:srgbClr val="595959"/>
                </a:solidFill>
                <a:latin typeface="CTJNHW+ArialMT"/>
                <a:cs typeface="CTJNHW+ArialMT"/>
              </a:rPr>
              <a:t>views</a:t>
            </a:r>
            <a:r>
              <a:rPr sz="1400" spc="37" dirty="0">
                <a:solidFill>
                  <a:srgbClr val="595959"/>
                </a:solidFill>
                <a:latin typeface="Times New Roman"/>
                <a:cs typeface="Times New Roman"/>
              </a:rPr>
              <a:t> </a:t>
            </a:r>
            <a:r>
              <a:rPr sz="1400" dirty="0">
                <a:solidFill>
                  <a:srgbClr val="595959"/>
                </a:solidFill>
                <a:latin typeface="CTJNHW+ArialMT"/>
                <a:cs typeface="CTJNHW+ArialMT"/>
              </a:rPr>
              <a:t>on</a:t>
            </a:r>
            <a:r>
              <a:rPr sz="1400" spc="37" dirty="0">
                <a:solidFill>
                  <a:srgbClr val="595959"/>
                </a:solidFill>
                <a:latin typeface="Times New Roman"/>
                <a:cs typeface="Times New Roman"/>
              </a:rPr>
              <a:t> </a:t>
            </a:r>
            <a:r>
              <a:rPr sz="1400" dirty="0">
                <a:solidFill>
                  <a:srgbClr val="595959"/>
                </a:solidFill>
                <a:latin typeface="CTJNHW+ArialMT"/>
                <a:cs typeface="CTJNHW+ArialMT"/>
              </a:rPr>
              <a:t>memory.</a:t>
            </a:r>
          </a:p>
        </p:txBody>
      </p:sp>
      <p:sp>
        <p:nvSpPr>
          <p:cNvPr id="11" name="object 11"/>
          <p:cNvSpPr txBox="1"/>
          <p:nvPr/>
        </p:nvSpPr>
        <p:spPr>
          <a:xfrm>
            <a:off x="697230" y="4401944"/>
            <a:ext cx="2391367" cy="236735"/>
          </a:xfrm>
          <a:prstGeom prst="rect">
            <a:avLst/>
          </a:prstGeom>
        </p:spPr>
        <p:txBody>
          <a:bodyPr vert="horz" wrap="square" lIns="0" tIns="0" rIns="0" bIns="0" rtlCol="0">
            <a:spAutoFit/>
          </a:bodyPr>
          <a:lstStyle/>
          <a:p>
            <a:pPr marL="0" marR="0">
              <a:lnSpc>
                <a:spcPts val="1564"/>
              </a:lnSpc>
              <a:spcBef>
                <a:spcPts val="0"/>
              </a:spcBef>
              <a:spcAft>
                <a:spcPts val="0"/>
              </a:spcAft>
            </a:pPr>
            <a:r>
              <a:rPr sz="1400" b="1" dirty="0">
                <a:solidFill>
                  <a:srgbClr val="000000"/>
                </a:solidFill>
                <a:latin typeface="WRDBSD+Arial-BoldMT"/>
                <a:cs typeface="WRDBSD+Arial-BoldMT"/>
              </a:rPr>
              <a:t>Link:</a:t>
            </a:r>
            <a:r>
              <a:rPr sz="1400" b="1" spc="23" dirty="0">
                <a:solidFill>
                  <a:srgbClr val="000000"/>
                </a:solidFill>
                <a:latin typeface="Times New Roman"/>
                <a:cs typeface="Times New Roman"/>
              </a:rPr>
              <a:t> </a:t>
            </a:r>
            <a:r>
              <a:rPr sz="1400" u="sng" dirty="0">
                <a:solidFill>
                  <a:srgbClr val="0097A7"/>
                </a:solidFill>
                <a:latin typeface="CTJNHW+ArialMT"/>
                <a:cs typeface="CTJNHW+ArialMT"/>
                <a:hlinkClick r:id="rId3">
                  <a:extLst>
                    <a:ext uri="{A12FA001-AC4F-418D-AE19-62706E023703}">
                      <ahyp:hlinkClr xmlns:ahyp="http://schemas.microsoft.com/office/drawing/2018/hyperlinkcolor" xmlns="" val="tx"/>
                    </a:ext>
                  </a:extLst>
                </a:hlinkClick>
              </a:rPr>
              <a:t>http://www.numpy.org</a:t>
            </a:r>
            <a:r>
              <a:rPr sz="1400" dirty="0">
                <a:solidFill>
                  <a:srgbClr val="0097A7"/>
                </a:solidFill>
                <a:latin typeface="CTJNHW+ArialMT"/>
                <a:cs typeface="CTJNHW+ArialMT"/>
                <a:hlinkClick r:id="rId3">
                  <a:extLst>
                    <a:ext uri="{A12FA001-AC4F-418D-AE19-62706E023703}">
                      <ahyp:hlinkClr xmlns:ahyp="http://schemas.microsoft.com/office/drawing/2018/hyperlinkcolor" xmlns="" val="tx"/>
                    </a:ext>
                  </a:extLst>
                </a:hlinkClick>
              </a:rPr>
              <a:t>/</a:t>
            </a:r>
          </a:p>
        </p:txBody>
      </p:sp>
      <p:sp>
        <p:nvSpPr>
          <p:cNvPr id="12" name="object 12"/>
          <p:cNvSpPr txBox="1"/>
          <p:nvPr/>
        </p:nvSpPr>
        <p:spPr>
          <a:xfrm>
            <a:off x="8570793" y="4825974"/>
            <a:ext cx="268262" cy="253863"/>
          </a:xfrm>
          <a:prstGeom prst="rect">
            <a:avLst/>
          </a:prstGeom>
        </p:spPr>
        <p:txBody>
          <a:bodyPr vert="horz" wrap="square" lIns="0" tIns="0" rIns="0" bIns="0" rtlCol="0">
            <a:spAutoFit/>
          </a:bodyPr>
          <a:lstStyle/>
          <a:p>
            <a:pPr marL="0" marR="0">
              <a:lnSpc>
                <a:spcPts val="1698"/>
              </a:lnSpc>
              <a:spcBef>
                <a:spcPts val="0"/>
              </a:spcBef>
              <a:spcAft>
                <a:spcPts val="0"/>
              </a:spcAft>
            </a:pPr>
            <a:r>
              <a:rPr sz="1800" dirty="0">
                <a:solidFill>
                  <a:srgbClr val="888888"/>
                </a:solidFill>
                <a:latin typeface="Calibri"/>
                <a:cs typeface="Calibri"/>
              </a:rPr>
              <a:t>5</a:t>
            </a:r>
          </a:p>
        </p:txBody>
      </p:sp>
    </p:spTree>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1"/>
          <p:cNvSpPr/>
          <p:nvPr/>
        </p:nvSpPr>
        <p:spPr>
          <a:xfrm>
            <a:off x="0" y="0"/>
            <a:ext cx="9144000" cy="5143500"/>
          </a:xfrm>
          <a:prstGeom prst="rect">
            <a:avLst/>
          </a:prstGeom>
          <a:blipFill>
            <a:blip r:embed="rId2" cstate="print"/>
            <a:stretch>
              <a:fillRect/>
            </a:stretch>
          </a:blipFill>
        </p:spPr>
        <p:txBody>
          <a:bodyPr wrap="square" lIns="0" tIns="0" rIns="0" bIns="0" rtlCol="0">
            <a:spAutoFit/>
          </a:bodyPr>
          <a:lstStyle/>
          <a:p>
            <a:endParaRPr/>
          </a:p>
        </p:txBody>
      </p:sp>
      <p:sp>
        <p:nvSpPr>
          <p:cNvPr id="3" name="object 3"/>
          <p:cNvSpPr txBox="1"/>
          <p:nvPr/>
        </p:nvSpPr>
        <p:spPr>
          <a:xfrm>
            <a:off x="857250" y="529689"/>
            <a:ext cx="6310386" cy="293489"/>
          </a:xfrm>
          <a:prstGeom prst="rect">
            <a:avLst/>
          </a:prstGeom>
        </p:spPr>
        <p:txBody>
          <a:bodyPr vert="horz" wrap="square" lIns="0" tIns="0" rIns="0" bIns="0" rtlCol="0">
            <a:spAutoFit/>
          </a:bodyPr>
          <a:lstStyle/>
          <a:p>
            <a:pPr marL="0" marR="0">
              <a:lnSpc>
                <a:spcPts val="2010"/>
              </a:lnSpc>
              <a:spcBef>
                <a:spcPts val="0"/>
              </a:spcBef>
              <a:spcAft>
                <a:spcPts val="0"/>
              </a:spcAft>
            </a:pPr>
            <a:r>
              <a:rPr sz="1800" dirty="0">
                <a:solidFill>
                  <a:srgbClr val="000000"/>
                </a:solidFill>
                <a:latin typeface="CTJNHW+ArialMT"/>
                <a:cs typeface="CTJNHW+ArialMT"/>
              </a:rPr>
              <a:t>Here</a:t>
            </a:r>
            <a:r>
              <a:rPr sz="1800" spc="49" dirty="0">
                <a:solidFill>
                  <a:srgbClr val="000000"/>
                </a:solidFill>
                <a:latin typeface="Times New Roman"/>
                <a:cs typeface="Times New Roman"/>
              </a:rPr>
              <a:t> </a:t>
            </a:r>
            <a:r>
              <a:rPr sz="1800" dirty="0">
                <a:solidFill>
                  <a:srgbClr val="000000"/>
                </a:solidFill>
                <a:latin typeface="CTJNHW+ArialMT"/>
                <a:cs typeface="CTJNHW+ArialMT"/>
              </a:rPr>
              <a:t>is</a:t>
            </a:r>
            <a:r>
              <a:rPr sz="1800" spc="49" dirty="0">
                <a:solidFill>
                  <a:srgbClr val="000000"/>
                </a:solidFill>
                <a:latin typeface="Times New Roman"/>
                <a:cs typeface="Times New Roman"/>
              </a:rPr>
              <a:t> </a:t>
            </a:r>
            <a:r>
              <a:rPr sz="1800" dirty="0">
                <a:solidFill>
                  <a:srgbClr val="000000"/>
                </a:solidFill>
                <a:latin typeface="CTJNHW+ArialMT"/>
                <a:cs typeface="CTJNHW+ArialMT"/>
              </a:rPr>
              <a:t>some</a:t>
            </a:r>
            <a:r>
              <a:rPr sz="1800" spc="47" dirty="0">
                <a:solidFill>
                  <a:srgbClr val="000000"/>
                </a:solidFill>
                <a:latin typeface="Times New Roman"/>
                <a:cs typeface="Times New Roman"/>
              </a:rPr>
              <a:t> </a:t>
            </a:r>
            <a:r>
              <a:rPr sz="1800" dirty="0">
                <a:solidFill>
                  <a:srgbClr val="000000"/>
                </a:solidFill>
                <a:latin typeface="CTJNHW+ArialMT"/>
                <a:cs typeface="CTJNHW+ArialMT"/>
              </a:rPr>
              <a:t>function</a:t>
            </a:r>
            <a:r>
              <a:rPr sz="1800" spc="49" dirty="0">
                <a:solidFill>
                  <a:srgbClr val="000000"/>
                </a:solidFill>
                <a:latin typeface="Times New Roman"/>
                <a:cs typeface="Times New Roman"/>
              </a:rPr>
              <a:t> </a:t>
            </a:r>
            <a:r>
              <a:rPr sz="1800" dirty="0">
                <a:solidFill>
                  <a:srgbClr val="000000"/>
                </a:solidFill>
                <a:latin typeface="CTJNHW+ArialMT"/>
                <a:cs typeface="CTJNHW+ArialMT"/>
              </a:rPr>
              <a:t>that</a:t>
            </a:r>
            <a:r>
              <a:rPr sz="1800" spc="47" dirty="0">
                <a:solidFill>
                  <a:srgbClr val="000000"/>
                </a:solidFill>
                <a:latin typeface="Times New Roman"/>
                <a:cs typeface="Times New Roman"/>
              </a:rPr>
              <a:t> </a:t>
            </a:r>
            <a:r>
              <a:rPr sz="1800" dirty="0">
                <a:solidFill>
                  <a:srgbClr val="000000"/>
                </a:solidFill>
                <a:latin typeface="CTJNHW+ArialMT"/>
                <a:cs typeface="CTJNHW+ArialMT"/>
              </a:rPr>
              <a:t>are</a:t>
            </a:r>
            <a:r>
              <a:rPr sz="1800" spc="47" dirty="0">
                <a:solidFill>
                  <a:srgbClr val="000000"/>
                </a:solidFill>
                <a:latin typeface="Times New Roman"/>
                <a:cs typeface="Times New Roman"/>
              </a:rPr>
              <a:t> </a:t>
            </a:r>
            <a:r>
              <a:rPr sz="1800" dirty="0">
                <a:solidFill>
                  <a:srgbClr val="000000"/>
                </a:solidFill>
                <a:latin typeface="CTJNHW+ArialMT"/>
                <a:cs typeface="CTJNHW+ArialMT"/>
              </a:rPr>
              <a:t>defined</a:t>
            </a:r>
            <a:r>
              <a:rPr sz="1800" spc="49" dirty="0">
                <a:solidFill>
                  <a:srgbClr val="000000"/>
                </a:solidFill>
                <a:latin typeface="Times New Roman"/>
                <a:cs typeface="Times New Roman"/>
              </a:rPr>
              <a:t> </a:t>
            </a:r>
            <a:r>
              <a:rPr sz="1800" dirty="0">
                <a:solidFill>
                  <a:srgbClr val="000000"/>
                </a:solidFill>
                <a:latin typeface="CTJNHW+ArialMT"/>
                <a:cs typeface="CTJNHW+ArialMT"/>
              </a:rPr>
              <a:t>in</a:t>
            </a:r>
            <a:r>
              <a:rPr sz="1800" spc="49" dirty="0">
                <a:solidFill>
                  <a:srgbClr val="000000"/>
                </a:solidFill>
                <a:latin typeface="Times New Roman"/>
                <a:cs typeface="Times New Roman"/>
              </a:rPr>
              <a:t> </a:t>
            </a:r>
            <a:r>
              <a:rPr sz="1800" dirty="0">
                <a:solidFill>
                  <a:srgbClr val="000000"/>
                </a:solidFill>
                <a:latin typeface="CTJNHW+ArialMT"/>
                <a:cs typeface="CTJNHW+ArialMT"/>
              </a:rPr>
              <a:t>this</a:t>
            </a:r>
            <a:r>
              <a:rPr sz="1800" spc="49" dirty="0">
                <a:solidFill>
                  <a:srgbClr val="000000"/>
                </a:solidFill>
                <a:latin typeface="Times New Roman"/>
                <a:cs typeface="Times New Roman"/>
              </a:rPr>
              <a:t> </a:t>
            </a:r>
            <a:r>
              <a:rPr sz="1800" dirty="0">
                <a:solidFill>
                  <a:srgbClr val="000000"/>
                </a:solidFill>
                <a:latin typeface="CTJNHW+ArialMT"/>
                <a:cs typeface="CTJNHW+ArialMT"/>
              </a:rPr>
              <a:t>NumPy</a:t>
            </a:r>
            <a:r>
              <a:rPr sz="1800" spc="49" dirty="0">
                <a:solidFill>
                  <a:srgbClr val="000000"/>
                </a:solidFill>
                <a:latin typeface="Times New Roman"/>
                <a:cs typeface="Times New Roman"/>
              </a:rPr>
              <a:t> </a:t>
            </a:r>
            <a:r>
              <a:rPr sz="1800" dirty="0">
                <a:solidFill>
                  <a:srgbClr val="000000"/>
                </a:solidFill>
                <a:latin typeface="CTJNHW+ArialMT"/>
                <a:cs typeface="CTJNHW+ArialMT"/>
              </a:rPr>
              <a:t>Library.</a:t>
            </a:r>
          </a:p>
        </p:txBody>
      </p:sp>
      <p:sp>
        <p:nvSpPr>
          <p:cNvPr id="4" name="object 4"/>
          <p:cNvSpPr txBox="1"/>
          <p:nvPr/>
        </p:nvSpPr>
        <p:spPr>
          <a:xfrm>
            <a:off x="857250" y="1078329"/>
            <a:ext cx="7810839" cy="567809"/>
          </a:xfrm>
          <a:prstGeom prst="rect">
            <a:avLst/>
          </a:prstGeom>
        </p:spPr>
        <p:txBody>
          <a:bodyPr vert="horz" wrap="square" lIns="0" tIns="0" rIns="0" bIns="0" rtlCol="0">
            <a:spAutoFit/>
          </a:bodyPr>
          <a:lstStyle/>
          <a:p>
            <a:pPr marL="0" marR="0">
              <a:lnSpc>
                <a:spcPts val="2010"/>
              </a:lnSpc>
              <a:spcBef>
                <a:spcPts val="0"/>
              </a:spcBef>
              <a:spcAft>
                <a:spcPts val="0"/>
              </a:spcAft>
            </a:pPr>
            <a:r>
              <a:rPr sz="1800" dirty="0">
                <a:solidFill>
                  <a:srgbClr val="000000"/>
                </a:solidFill>
                <a:latin typeface="CTJNHW+ArialMT"/>
                <a:cs typeface="CTJNHW+ArialMT"/>
              </a:rPr>
              <a:t>1.</a:t>
            </a:r>
            <a:r>
              <a:rPr sz="1800" spc="234" dirty="0">
                <a:solidFill>
                  <a:srgbClr val="000000"/>
                </a:solidFill>
                <a:latin typeface="Times New Roman"/>
                <a:cs typeface="Times New Roman"/>
              </a:rPr>
              <a:t> </a:t>
            </a:r>
            <a:r>
              <a:rPr sz="1800" dirty="0">
                <a:solidFill>
                  <a:srgbClr val="000000"/>
                </a:solidFill>
                <a:latin typeface="CTJNHW+ArialMT"/>
                <a:cs typeface="CTJNHW+ArialMT"/>
              </a:rPr>
              <a:t>zeros</a:t>
            </a:r>
            <a:r>
              <a:rPr sz="1800" spc="234" dirty="0">
                <a:solidFill>
                  <a:srgbClr val="000000"/>
                </a:solidFill>
                <a:latin typeface="Times New Roman"/>
                <a:cs typeface="Times New Roman"/>
              </a:rPr>
              <a:t> </a:t>
            </a:r>
            <a:r>
              <a:rPr sz="1800" dirty="0">
                <a:solidFill>
                  <a:srgbClr val="000000"/>
                </a:solidFill>
                <a:latin typeface="CTJNHW+ArialMT"/>
                <a:cs typeface="CTJNHW+ArialMT"/>
              </a:rPr>
              <a:t>(shape</a:t>
            </a:r>
            <a:r>
              <a:rPr sz="1800" spc="232" dirty="0">
                <a:solidFill>
                  <a:srgbClr val="000000"/>
                </a:solidFill>
                <a:latin typeface="Times New Roman"/>
                <a:cs typeface="Times New Roman"/>
              </a:rPr>
              <a:t> </a:t>
            </a:r>
            <a:r>
              <a:rPr sz="1800" dirty="0">
                <a:solidFill>
                  <a:srgbClr val="000000"/>
                </a:solidFill>
                <a:latin typeface="CTJNHW+ArialMT"/>
                <a:cs typeface="CTJNHW+ArialMT"/>
              </a:rPr>
              <a:t>[,</a:t>
            </a:r>
            <a:r>
              <a:rPr sz="1800" spc="239" dirty="0">
                <a:solidFill>
                  <a:srgbClr val="000000"/>
                </a:solidFill>
                <a:latin typeface="Times New Roman"/>
                <a:cs typeface="Times New Roman"/>
              </a:rPr>
              <a:t> </a:t>
            </a:r>
            <a:r>
              <a:rPr sz="1800" dirty="0">
                <a:solidFill>
                  <a:srgbClr val="000000"/>
                </a:solidFill>
                <a:latin typeface="CTJNHW+ArialMT"/>
                <a:cs typeface="CTJNHW+ArialMT"/>
              </a:rPr>
              <a:t>dtype,</a:t>
            </a:r>
            <a:r>
              <a:rPr sz="1800" spc="234" dirty="0">
                <a:solidFill>
                  <a:srgbClr val="000000"/>
                </a:solidFill>
                <a:latin typeface="Times New Roman"/>
                <a:cs typeface="Times New Roman"/>
              </a:rPr>
              <a:t> </a:t>
            </a:r>
            <a:r>
              <a:rPr sz="1800" dirty="0">
                <a:solidFill>
                  <a:srgbClr val="000000"/>
                </a:solidFill>
                <a:latin typeface="CTJNHW+ArialMT"/>
                <a:cs typeface="CTJNHW+ArialMT"/>
              </a:rPr>
              <a:t>order])</a:t>
            </a:r>
            <a:r>
              <a:rPr sz="1800" spc="236" dirty="0">
                <a:solidFill>
                  <a:srgbClr val="000000"/>
                </a:solidFill>
                <a:latin typeface="Times New Roman"/>
                <a:cs typeface="Times New Roman"/>
              </a:rPr>
              <a:t> </a:t>
            </a:r>
            <a:r>
              <a:rPr sz="1800" dirty="0">
                <a:solidFill>
                  <a:srgbClr val="000000"/>
                </a:solidFill>
                <a:latin typeface="CTJNHW+ArialMT"/>
                <a:cs typeface="CTJNHW+ArialMT"/>
              </a:rPr>
              <a:t>-</a:t>
            </a:r>
            <a:r>
              <a:rPr sz="1800" spc="235" dirty="0">
                <a:solidFill>
                  <a:srgbClr val="000000"/>
                </a:solidFill>
                <a:latin typeface="Times New Roman"/>
                <a:cs typeface="Times New Roman"/>
              </a:rPr>
              <a:t> </a:t>
            </a:r>
            <a:r>
              <a:rPr sz="1800" dirty="0">
                <a:solidFill>
                  <a:srgbClr val="000000"/>
                </a:solidFill>
                <a:latin typeface="CTJNHW+ArialMT"/>
                <a:cs typeface="CTJNHW+ArialMT"/>
              </a:rPr>
              <a:t>Return</a:t>
            </a:r>
            <a:r>
              <a:rPr sz="1800" spc="235" dirty="0">
                <a:solidFill>
                  <a:srgbClr val="000000"/>
                </a:solidFill>
                <a:latin typeface="Times New Roman"/>
                <a:cs typeface="Times New Roman"/>
              </a:rPr>
              <a:t> </a:t>
            </a:r>
            <a:r>
              <a:rPr sz="1800" dirty="0">
                <a:solidFill>
                  <a:srgbClr val="000000"/>
                </a:solidFill>
                <a:latin typeface="CTJNHW+ArialMT"/>
                <a:cs typeface="CTJNHW+ArialMT"/>
              </a:rPr>
              <a:t>a</a:t>
            </a:r>
            <a:r>
              <a:rPr sz="1800" spc="234" dirty="0">
                <a:solidFill>
                  <a:srgbClr val="000000"/>
                </a:solidFill>
                <a:latin typeface="Times New Roman"/>
                <a:cs typeface="Times New Roman"/>
              </a:rPr>
              <a:t> </a:t>
            </a:r>
            <a:r>
              <a:rPr sz="1800" dirty="0">
                <a:solidFill>
                  <a:srgbClr val="000000"/>
                </a:solidFill>
                <a:latin typeface="CTJNHW+ArialMT"/>
                <a:cs typeface="CTJNHW+ArialMT"/>
              </a:rPr>
              <a:t>new</a:t>
            </a:r>
            <a:r>
              <a:rPr sz="1800" spc="233" dirty="0">
                <a:solidFill>
                  <a:srgbClr val="000000"/>
                </a:solidFill>
                <a:latin typeface="Times New Roman"/>
                <a:cs typeface="Times New Roman"/>
              </a:rPr>
              <a:t> </a:t>
            </a:r>
            <a:r>
              <a:rPr sz="1800" dirty="0">
                <a:solidFill>
                  <a:srgbClr val="000000"/>
                </a:solidFill>
                <a:latin typeface="CTJNHW+ArialMT"/>
                <a:cs typeface="CTJNHW+ArialMT"/>
              </a:rPr>
              <a:t>array</a:t>
            </a:r>
            <a:r>
              <a:rPr sz="1800" spc="234" dirty="0">
                <a:solidFill>
                  <a:srgbClr val="000000"/>
                </a:solidFill>
                <a:latin typeface="Times New Roman"/>
                <a:cs typeface="Times New Roman"/>
              </a:rPr>
              <a:t> </a:t>
            </a:r>
            <a:r>
              <a:rPr sz="1800" dirty="0">
                <a:solidFill>
                  <a:srgbClr val="000000"/>
                </a:solidFill>
                <a:latin typeface="CTJNHW+ArialMT"/>
                <a:cs typeface="CTJNHW+ArialMT"/>
              </a:rPr>
              <a:t>of</a:t>
            </a:r>
            <a:r>
              <a:rPr sz="1800" spc="234" dirty="0">
                <a:solidFill>
                  <a:srgbClr val="000000"/>
                </a:solidFill>
                <a:latin typeface="Times New Roman"/>
                <a:cs typeface="Times New Roman"/>
              </a:rPr>
              <a:t> </a:t>
            </a:r>
            <a:r>
              <a:rPr sz="1800" dirty="0">
                <a:solidFill>
                  <a:srgbClr val="000000"/>
                </a:solidFill>
                <a:latin typeface="CTJNHW+ArialMT"/>
                <a:cs typeface="CTJNHW+ArialMT"/>
              </a:rPr>
              <a:t>given</a:t>
            </a:r>
            <a:r>
              <a:rPr sz="1800" spc="233" dirty="0">
                <a:solidFill>
                  <a:srgbClr val="000000"/>
                </a:solidFill>
                <a:latin typeface="Times New Roman"/>
                <a:cs typeface="Times New Roman"/>
              </a:rPr>
              <a:t> </a:t>
            </a:r>
            <a:r>
              <a:rPr sz="1800" dirty="0">
                <a:solidFill>
                  <a:srgbClr val="000000"/>
                </a:solidFill>
                <a:latin typeface="CTJNHW+ArialMT"/>
                <a:cs typeface="CTJNHW+ArialMT"/>
              </a:rPr>
              <a:t>shape</a:t>
            </a:r>
            <a:r>
              <a:rPr sz="1800" spc="231" dirty="0">
                <a:solidFill>
                  <a:srgbClr val="000000"/>
                </a:solidFill>
                <a:latin typeface="Times New Roman"/>
                <a:cs typeface="Times New Roman"/>
              </a:rPr>
              <a:t> </a:t>
            </a:r>
            <a:r>
              <a:rPr sz="1800" dirty="0">
                <a:solidFill>
                  <a:srgbClr val="000000"/>
                </a:solidFill>
                <a:latin typeface="CTJNHW+ArialMT"/>
                <a:cs typeface="CTJNHW+ArialMT"/>
              </a:rPr>
              <a:t>and</a:t>
            </a:r>
          </a:p>
          <a:p>
            <a:pPr marL="228600" marR="0">
              <a:lnSpc>
                <a:spcPts val="2010"/>
              </a:lnSpc>
              <a:spcBef>
                <a:spcPts val="199"/>
              </a:spcBef>
              <a:spcAft>
                <a:spcPts val="0"/>
              </a:spcAft>
            </a:pPr>
            <a:r>
              <a:rPr sz="1800" dirty="0">
                <a:solidFill>
                  <a:srgbClr val="000000"/>
                </a:solidFill>
                <a:latin typeface="CTJNHW+ArialMT"/>
                <a:cs typeface="CTJNHW+ArialMT"/>
              </a:rPr>
              <a:t>type,</a:t>
            </a:r>
            <a:r>
              <a:rPr sz="1800" spc="47" dirty="0">
                <a:solidFill>
                  <a:srgbClr val="000000"/>
                </a:solidFill>
                <a:latin typeface="Times New Roman"/>
                <a:cs typeface="Times New Roman"/>
              </a:rPr>
              <a:t> </a:t>
            </a:r>
            <a:r>
              <a:rPr sz="1800" dirty="0">
                <a:solidFill>
                  <a:srgbClr val="000000"/>
                </a:solidFill>
                <a:latin typeface="CTJNHW+ArialMT"/>
                <a:cs typeface="CTJNHW+ArialMT"/>
              </a:rPr>
              <a:t>filled</a:t>
            </a:r>
            <a:r>
              <a:rPr sz="1800" spc="49" dirty="0">
                <a:solidFill>
                  <a:srgbClr val="000000"/>
                </a:solidFill>
                <a:latin typeface="Times New Roman"/>
                <a:cs typeface="Times New Roman"/>
              </a:rPr>
              <a:t> </a:t>
            </a:r>
            <a:r>
              <a:rPr sz="1800" dirty="0">
                <a:solidFill>
                  <a:srgbClr val="000000"/>
                </a:solidFill>
                <a:latin typeface="CTJNHW+ArialMT"/>
                <a:cs typeface="CTJNHW+ArialMT"/>
              </a:rPr>
              <a:t>with</a:t>
            </a:r>
            <a:r>
              <a:rPr sz="1800" spc="49" dirty="0">
                <a:solidFill>
                  <a:srgbClr val="000000"/>
                </a:solidFill>
                <a:latin typeface="Times New Roman"/>
                <a:cs typeface="Times New Roman"/>
              </a:rPr>
              <a:t> </a:t>
            </a:r>
            <a:r>
              <a:rPr sz="1800" dirty="0">
                <a:solidFill>
                  <a:srgbClr val="000000"/>
                </a:solidFill>
                <a:latin typeface="CTJNHW+ArialMT"/>
                <a:cs typeface="CTJNHW+ArialMT"/>
              </a:rPr>
              <a:t>zeros.</a:t>
            </a:r>
          </a:p>
        </p:txBody>
      </p:sp>
      <p:sp>
        <p:nvSpPr>
          <p:cNvPr id="5" name="object 5"/>
          <p:cNvSpPr txBox="1"/>
          <p:nvPr/>
        </p:nvSpPr>
        <p:spPr>
          <a:xfrm>
            <a:off x="857250" y="1901289"/>
            <a:ext cx="6982507" cy="842129"/>
          </a:xfrm>
          <a:prstGeom prst="rect">
            <a:avLst/>
          </a:prstGeom>
        </p:spPr>
        <p:txBody>
          <a:bodyPr vert="horz" wrap="square" lIns="0" tIns="0" rIns="0" bIns="0" rtlCol="0">
            <a:spAutoFit/>
          </a:bodyPr>
          <a:lstStyle/>
          <a:p>
            <a:pPr marL="0" marR="0">
              <a:lnSpc>
                <a:spcPts val="2010"/>
              </a:lnSpc>
              <a:spcBef>
                <a:spcPts val="0"/>
              </a:spcBef>
              <a:spcAft>
                <a:spcPts val="0"/>
              </a:spcAft>
            </a:pPr>
            <a:r>
              <a:rPr sz="1800" dirty="0">
                <a:solidFill>
                  <a:srgbClr val="000000"/>
                </a:solidFill>
                <a:latin typeface="CTJNHW+ArialMT"/>
                <a:cs typeface="CTJNHW+ArialMT"/>
              </a:rPr>
              <a:t>2.</a:t>
            </a:r>
            <a:r>
              <a:rPr sz="1800" spc="46" dirty="0">
                <a:solidFill>
                  <a:srgbClr val="000000"/>
                </a:solidFill>
                <a:latin typeface="Times New Roman"/>
                <a:cs typeface="Times New Roman"/>
              </a:rPr>
              <a:t> </a:t>
            </a:r>
            <a:r>
              <a:rPr sz="1800" dirty="0">
                <a:solidFill>
                  <a:srgbClr val="000000"/>
                </a:solidFill>
                <a:latin typeface="CTJNHW+ArialMT"/>
                <a:cs typeface="CTJNHW+ArialMT"/>
              </a:rPr>
              <a:t>array</a:t>
            </a:r>
            <a:r>
              <a:rPr sz="1800" spc="49" dirty="0">
                <a:solidFill>
                  <a:srgbClr val="000000"/>
                </a:solidFill>
                <a:latin typeface="Times New Roman"/>
                <a:cs typeface="Times New Roman"/>
              </a:rPr>
              <a:t> </a:t>
            </a:r>
            <a:r>
              <a:rPr sz="1800" dirty="0">
                <a:solidFill>
                  <a:srgbClr val="000000"/>
                </a:solidFill>
                <a:latin typeface="CTJNHW+ArialMT"/>
                <a:cs typeface="CTJNHW+ArialMT"/>
              </a:rPr>
              <a:t>(object</a:t>
            </a:r>
            <a:r>
              <a:rPr sz="1800" spc="46" dirty="0">
                <a:solidFill>
                  <a:srgbClr val="000000"/>
                </a:solidFill>
                <a:latin typeface="Times New Roman"/>
                <a:cs typeface="Times New Roman"/>
              </a:rPr>
              <a:t> </a:t>
            </a:r>
            <a:r>
              <a:rPr sz="1800" dirty="0">
                <a:solidFill>
                  <a:srgbClr val="000000"/>
                </a:solidFill>
                <a:latin typeface="CTJNHW+ArialMT"/>
                <a:cs typeface="CTJNHW+ArialMT"/>
              </a:rPr>
              <a:t>[,</a:t>
            </a:r>
            <a:r>
              <a:rPr sz="1800" spc="49" dirty="0">
                <a:solidFill>
                  <a:srgbClr val="000000"/>
                </a:solidFill>
                <a:latin typeface="Times New Roman"/>
                <a:cs typeface="Times New Roman"/>
              </a:rPr>
              <a:t> </a:t>
            </a:r>
            <a:r>
              <a:rPr sz="1800" dirty="0">
                <a:solidFill>
                  <a:srgbClr val="000000"/>
                </a:solidFill>
                <a:latin typeface="CTJNHW+ArialMT"/>
                <a:cs typeface="CTJNHW+ArialMT"/>
              </a:rPr>
              <a:t>dtype,</a:t>
            </a:r>
            <a:r>
              <a:rPr sz="1800" spc="47" dirty="0">
                <a:solidFill>
                  <a:srgbClr val="000000"/>
                </a:solidFill>
                <a:latin typeface="Times New Roman"/>
                <a:cs typeface="Times New Roman"/>
              </a:rPr>
              <a:t> </a:t>
            </a:r>
            <a:r>
              <a:rPr sz="1800" dirty="0">
                <a:solidFill>
                  <a:srgbClr val="000000"/>
                </a:solidFill>
                <a:latin typeface="CTJNHW+ArialMT"/>
                <a:cs typeface="CTJNHW+ArialMT"/>
              </a:rPr>
              <a:t>copy,</a:t>
            </a:r>
            <a:r>
              <a:rPr sz="1800" spc="46" dirty="0">
                <a:solidFill>
                  <a:srgbClr val="000000"/>
                </a:solidFill>
                <a:latin typeface="Times New Roman"/>
                <a:cs typeface="Times New Roman"/>
              </a:rPr>
              <a:t> </a:t>
            </a:r>
            <a:r>
              <a:rPr sz="1800" dirty="0">
                <a:solidFill>
                  <a:srgbClr val="000000"/>
                </a:solidFill>
                <a:latin typeface="CTJNHW+ArialMT"/>
                <a:cs typeface="CTJNHW+ArialMT"/>
              </a:rPr>
              <a:t>order,</a:t>
            </a:r>
            <a:r>
              <a:rPr sz="1800" spc="46" dirty="0">
                <a:solidFill>
                  <a:srgbClr val="000000"/>
                </a:solidFill>
                <a:latin typeface="Times New Roman"/>
                <a:cs typeface="Times New Roman"/>
              </a:rPr>
              <a:t> </a:t>
            </a:r>
            <a:r>
              <a:rPr sz="1800" dirty="0">
                <a:solidFill>
                  <a:srgbClr val="000000"/>
                </a:solidFill>
                <a:latin typeface="CTJNHW+ArialMT"/>
                <a:cs typeface="CTJNHW+ArialMT"/>
              </a:rPr>
              <a:t>lubok,</a:t>
            </a:r>
            <a:r>
              <a:rPr sz="1800" spc="46" dirty="0">
                <a:solidFill>
                  <a:srgbClr val="000000"/>
                </a:solidFill>
                <a:latin typeface="Times New Roman"/>
                <a:cs typeface="Times New Roman"/>
              </a:rPr>
              <a:t> </a:t>
            </a:r>
            <a:r>
              <a:rPr sz="1800" dirty="0">
                <a:solidFill>
                  <a:srgbClr val="000000"/>
                </a:solidFill>
                <a:latin typeface="CTJNHW+ArialMT"/>
                <a:cs typeface="CTJNHW+ArialMT"/>
              </a:rPr>
              <a:t>ndim])</a:t>
            </a:r>
            <a:r>
              <a:rPr sz="1800" spc="49" dirty="0">
                <a:solidFill>
                  <a:srgbClr val="000000"/>
                </a:solidFill>
                <a:latin typeface="Times New Roman"/>
                <a:cs typeface="Times New Roman"/>
              </a:rPr>
              <a:t> </a:t>
            </a:r>
            <a:r>
              <a:rPr sz="1800" dirty="0">
                <a:solidFill>
                  <a:srgbClr val="000000"/>
                </a:solidFill>
                <a:latin typeface="CTJNHW+ArialMT"/>
                <a:cs typeface="CTJNHW+ArialMT"/>
              </a:rPr>
              <a:t>-</a:t>
            </a:r>
            <a:r>
              <a:rPr sz="1800" spc="49" dirty="0">
                <a:solidFill>
                  <a:srgbClr val="000000"/>
                </a:solidFill>
                <a:latin typeface="Times New Roman"/>
                <a:cs typeface="Times New Roman"/>
              </a:rPr>
              <a:t> </a:t>
            </a:r>
            <a:r>
              <a:rPr sz="1800" dirty="0">
                <a:solidFill>
                  <a:srgbClr val="000000"/>
                </a:solidFill>
                <a:latin typeface="CTJNHW+ArialMT"/>
                <a:cs typeface="CTJNHW+ArialMT"/>
              </a:rPr>
              <a:t>Create</a:t>
            </a:r>
            <a:r>
              <a:rPr sz="1800" spc="49" dirty="0">
                <a:solidFill>
                  <a:srgbClr val="000000"/>
                </a:solidFill>
                <a:latin typeface="Times New Roman"/>
                <a:cs typeface="Times New Roman"/>
              </a:rPr>
              <a:t> </a:t>
            </a:r>
            <a:r>
              <a:rPr sz="1800" dirty="0">
                <a:solidFill>
                  <a:srgbClr val="000000"/>
                </a:solidFill>
                <a:latin typeface="CTJNHW+ArialMT"/>
                <a:cs typeface="CTJNHW+ArialMT"/>
              </a:rPr>
              <a:t>an</a:t>
            </a:r>
            <a:r>
              <a:rPr sz="1800" spc="49" dirty="0">
                <a:solidFill>
                  <a:srgbClr val="000000"/>
                </a:solidFill>
                <a:latin typeface="Times New Roman"/>
                <a:cs typeface="Times New Roman"/>
              </a:rPr>
              <a:t> </a:t>
            </a:r>
            <a:r>
              <a:rPr sz="1800" dirty="0">
                <a:solidFill>
                  <a:srgbClr val="000000"/>
                </a:solidFill>
                <a:latin typeface="CTJNHW+ArialMT"/>
                <a:cs typeface="CTJNHW+ArialMT"/>
              </a:rPr>
              <a:t>array</a:t>
            </a:r>
          </a:p>
          <a:p>
            <a:pPr marL="0" marR="0">
              <a:lnSpc>
                <a:spcPts val="2010"/>
              </a:lnSpc>
              <a:spcBef>
                <a:spcPts val="2309"/>
              </a:spcBef>
              <a:spcAft>
                <a:spcPts val="0"/>
              </a:spcAft>
            </a:pPr>
            <a:r>
              <a:rPr sz="1800" dirty="0">
                <a:solidFill>
                  <a:srgbClr val="000000"/>
                </a:solidFill>
                <a:latin typeface="CTJNHW+ArialMT"/>
                <a:cs typeface="CTJNHW+ArialMT"/>
              </a:rPr>
              <a:t>3.</a:t>
            </a:r>
            <a:r>
              <a:rPr sz="1800" spc="46" dirty="0">
                <a:solidFill>
                  <a:srgbClr val="000000"/>
                </a:solidFill>
                <a:latin typeface="Times New Roman"/>
                <a:cs typeface="Times New Roman"/>
              </a:rPr>
              <a:t> </a:t>
            </a:r>
            <a:r>
              <a:rPr sz="1800" dirty="0">
                <a:solidFill>
                  <a:srgbClr val="000000"/>
                </a:solidFill>
                <a:latin typeface="CTJNHW+ArialMT"/>
                <a:cs typeface="CTJNHW+ArialMT"/>
              </a:rPr>
              <a:t>as</a:t>
            </a:r>
            <a:r>
              <a:rPr sz="1800" spc="49" dirty="0">
                <a:solidFill>
                  <a:srgbClr val="000000"/>
                </a:solidFill>
                <a:latin typeface="Times New Roman"/>
                <a:cs typeface="Times New Roman"/>
              </a:rPr>
              <a:t> </a:t>
            </a:r>
            <a:r>
              <a:rPr sz="1800" dirty="0">
                <a:solidFill>
                  <a:srgbClr val="000000"/>
                </a:solidFill>
                <a:latin typeface="CTJNHW+ArialMT"/>
                <a:cs typeface="CTJNHW+ArialMT"/>
              </a:rPr>
              <a:t>array</a:t>
            </a:r>
            <a:r>
              <a:rPr sz="1800" spc="49" dirty="0">
                <a:solidFill>
                  <a:srgbClr val="000000"/>
                </a:solidFill>
                <a:latin typeface="Times New Roman"/>
                <a:cs typeface="Times New Roman"/>
              </a:rPr>
              <a:t> </a:t>
            </a:r>
            <a:r>
              <a:rPr sz="1800" dirty="0">
                <a:solidFill>
                  <a:srgbClr val="000000"/>
                </a:solidFill>
                <a:latin typeface="CTJNHW+ArialMT"/>
                <a:cs typeface="CTJNHW+ArialMT"/>
              </a:rPr>
              <a:t>(a</a:t>
            </a:r>
            <a:r>
              <a:rPr sz="1800" spc="47" dirty="0">
                <a:solidFill>
                  <a:srgbClr val="000000"/>
                </a:solidFill>
                <a:latin typeface="Times New Roman"/>
                <a:cs typeface="Times New Roman"/>
              </a:rPr>
              <a:t> </a:t>
            </a:r>
            <a:r>
              <a:rPr sz="1800" dirty="0">
                <a:solidFill>
                  <a:srgbClr val="000000"/>
                </a:solidFill>
                <a:latin typeface="CTJNHW+ArialMT"/>
                <a:cs typeface="CTJNHW+ArialMT"/>
              </a:rPr>
              <a:t>[,</a:t>
            </a:r>
            <a:r>
              <a:rPr sz="1800" spc="49" dirty="0">
                <a:solidFill>
                  <a:srgbClr val="000000"/>
                </a:solidFill>
                <a:latin typeface="Times New Roman"/>
                <a:cs typeface="Times New Roman"/>
              </a:rPr>
              <a:t> </a:t>
            </a:r>
            <a:r>
              <a:rPr sz="1800" dirty="0">
                <a:solidFill>
                  <a:srgbClr val="000000"/>
                </a:solidFill>
                <a:latin typeface="CTJNHW+ArialMT"/>
                <a:cs typeface="CTJNHW+ArialMT"/>
              </a:rPr>
              <a:t>dtype,</a:t>
            </a:r>
            <a:r>
              <a:rPr sz="1800" spc="47" dirty="0">
                <a:solidFill>
                  <a:srgbClr val="000000"/>
                </a:solidFill>
                <a:latin typeface="Times New Roman"/>
                <a:cs typeface="Times New Roman"/>
              </a:rPr>
              <a:t> </a:t>
            </a:r>
            <a:r>
              <a:rPr sz="1800" dirty="0">
                <a:solidFill>
                  <a:srgbClr val="000000"/>
                </a:solidFill>
                <a:latin typeface="CTJNHW+ArialMT"/>
                <a:cs typeface="CTJNHW+ArialMT"/>
              </a:rPr>
              <a:t>order])</a:t>
            </a:r>
            <a:r>
              <a:rPr sz="1800" spc="49" dirty="0">
                <a:solidFill>
                  <a:srgbClr val="000000"/>
                </a:solidFill>
                <a:latin typeface="Times New Roman"/>
                <a:cs typeface="Times New Roman"/>
              </a:rPr>
              <a:t> </a:t>
            </a:r>
            <a:r>
              <a:rPr sz="1800" dirty="0">
                <a:solidFill>
                  <a:srgbClr val="000000"/>
                </a:solidFill>
                <a:latin typeface="CTJNHW+ArialMT"/>
                <a:cs typeface="CTJNHW+ArialMT"/>
              </a:rPr>
              <a:t>-</a:t>
            </a:r>
            <a:r>
              <a:rPr sz="1800" spc="49" dirty="0">
                <a:solidFill>
                  <a:srgbClr val="000000"/>
                </a:solidFill>
                <a:latin typeface="Times New Roman"/>
                <a:cs typeface="Times New Roman"/>
              </a:rPr>
              <a:t> </a:t>
            </a:r>
            <a:r>
              <a:rPr sz="1800" dirty="0">
                <a:solidFill>
                  <a:srgbClr val="000000"/>
                </a:solidFill>
                <a:latin typeface="CTJNHW+ArialMT"/>
                <a:cs typeface="CTJNHW+ArialMT"/>
              </a:rPr>
              <a:t>Convert</a:t>
            </a:r>
            <a:r>
              <a:rPr sz="1800" spc="46" dirty="0">
                <a:solidFill>
                  <a:srgbClr val="000000"/>
                </a:solidFill>
                <a:latin typeface="Times New Roman"/>
                <a:cs typeface="Times New Roman"/>
              </a:rPr>
              <a:t> </a:t>
            </a:r>
            <a:r>
              <a:rPr sz="1800" dirty="0">
                <a:solidFill>
                  <a:srgbClr val="000000"/>
                </a:solidFill>
                <a:latin typeface="CTJNHW+ArialMT"/>
                <a:cs typeface="CTJNHW+ArialMT"/>
              </a:rPr>
              <a:t>the</a:t>
            </a:r>
            <a:r>
              <a:rPr sz="1800" spc="49" dirty="0">
                <a:solidFill>
                  <a:srgbClr val="000000"/>
                </a:solidFill>
                <a:latin typeface="Times New Roman"/>
                <a:cs typeface="Times New Roman"/>
              </a:rPr>
              <a:t> </a:t>
            </a:r>
            <a:r>
              <a:rPr sz="1800" dirty="0">
                <a:solidFill>
                  <a:srgbClr val="000000"/>
                </a:solidFill>
                <a:latin typeface="CTJNHW+ArialMT"/>
                <a:cs typeface="CTJNHW+ArialMT"/>
              </a:rPr>
              <a:t>input</a:t>
            </a:r>
            <a:r>
              <a:rPr sz="1800" spc="46" dirty="0">
                <a:solidFill>
                  <a:srgbClr val="000000"/>
                </a:solidFill>
                <a:latin typeface="Times New Roman"/>
                <a:cs typeface="Times New Roman"/>
              </a:rPr>
              <a:t> </a:t>
            </a:r>
            <a:r>
              <a:rPr sz="1800" dirty="0">
                <a:solidFill>
                  <a:srgbClr val="000000"/>
                </a:solidFill>
                <a:latin typeface="CTJNHW+ArialMT"/>
                <a:cs typeface="CTJNHW+ArialMT"/>
              </a:rPr>
              <a:t>to</a:t>
            </a:r>
            <a:r>
              <a:rPr sz="1800" spc="50" dirty="0">
                <a:solidFill>
                  <a:srgbClr val="000000"/>
                </a:solidFill>
                <a:latin typeface="Times New Roman"/>
                <a:cs typeface="Times New Roman"/>
              </a:rPr>
              <a:t> </a:t>
            </a:r>
            <a:r>
              <a:rPr sz="1800" dirty="0">
                <a:solidFill>
                  <a:srgbClr val="000000"/>
                </a:solidFill>
                <a:latin typeface="CTJNHW+ArialMT"/>
                <a:cs typeface="CTJNHW+ArialMT"/>
              </a:rPr>
              <a:t>an</a:t>
            </a:r>
            <a:r>
              <a:rPr sz="1800" spc="49" dirty="0">
                <a:solidFill>
                  <a:srgbClr val="000000"/>
                </a:solidFill>
                <a:latin typeface="Times New Roman"/>
                <a:cs typeface="Times New Roman"/>
              </a:rPr>
              <a:t> </a:t>
            </a:r>
            <a:r>
              <a:rPr sz="1800" dirty="0">
                <a:solidFill>
                  <a:srgbClr val="000000"/>
                </a:solidFill>
                <a:latin typeface="CTJNHW+ArialMT"/>
                <a:cs typeface="CTJNHW+ArialMT"/>
              </a:rPr>
              <a:t>array.</a:t>
            </a:r>
          </a:p>
        </p:txBody>
      </p:sp>
      <p:sp>
        <p:nvSpPr>
          <p:cNvPr id="6" name="object 6"/>
          <p:cNvSpPr txBox="1"/>
          <p:nvPr/>
        </p:nvSpPr>
        <p:spPr>
          <a:xfrm>
            <a:off x="857250" y="2998569"/>
            <a:ext cx="7810714" cy="567808"/>
          </a:xfrm>
          <a:prstGeom prst="rect">
            <a:avLst/>
          </a:prstGeom>
        </p:spPr>
        <p:txBody>
          <a:bodyPr vert="horz" wrap="square" lIns="0" tIns="0" rIns="0" bIns="0" rtlCol="0">
            <a:spAutoFit/>
          </a:bodyPr>
          <a:lstStyle/>
          <a:p>
            <a:pPr marL="0" marR="0">
              <a:lnSpc>
                <a:spcPts val="2010"/>
              </a:lnSpc>
              <a:spcBef>
                <a:spcPts val="0"/>
              </a:spcBef>
              <a:spcAft>
                <a:spcPts val="0"/>
              </a:spcAft>
            </a:pPr>
            <a:r>
              <a:rPr sz="1800" dirty="0">
                <a:solidFill>
                  <a:srgbClr val="000000"/>
                </a:solidFill>
                <a:latin typeface="CTJNHW+ArialMT"/>
                <a:cs typeface="CTJNHW+ArialMT"/>
              </a:rPr>
              <a:t>4.</a:t>
            </a:r>
            <a:r>
              <a:rPr sz="1800" spc="264" dirty="0">
                <a:solidFill>
                  <a:srgbClr val="000000"/>
                </a:solidFill>
                <a:latin typeface="Times New Roman"/>
                <a:cs typeface="Times New Roman"/>
              </a:rPr>
              <a:t> </a:t>
            </a:r>
            <a:r>
              <a:rPr sz="1800" dirty="0">
                <a:solidFill>
                  <a:srgbClr val="000000"/>
                </a:solidFill>
                <a:latin typeface="CTJNHW+ArialMT"/>
                <a:cs typeface="CTJNHW+ArialMT"/>
              </a:rPr>
              <a:t>As</a:t>
            </a:r>
            <a:r>
              <a:rPr sz="1800" spc="268" dirty="0">
                <a:solidFill>
                  <a:srgbClr val="000000"/>
                </a:solidFill>
                <a:latin typeface="Times New Roman"/>
                <a:cs typeface="Times New Roman"/>
              </a:rPr>
              <a:t> </a:t>
            </a:r>
            <a:r>
              <a:rPr sz="1800" dirty="0">
                <a:solidFill>
                  <a:srgbClr val="000000"/>
                </a:solidFill>
                <a:latin typeface="CTJNHW+ArialMT"/>
                <a:cs typeface="CTJNHW+ArialMT"/>
              </a:rPr>
              <a:t>an</a:t>
            </a:r>
            <a:r>
              <a:rPr sz="1800" spc="263" dirty="0">
                <a:solidFill>
                  <a:srgbClr val="000000"/>
                </a:solidFill>
                <a:latin typeface="Times New Roman"/>
                <a:cs typeface="Times New Roman"/>
              </a:rPr>
              <a:t> </a:t>
            </a:r>
            <a:r>
              <a:rPr sz="1800" dirty="0">
                <a:solidFill>
                  <a:srgbClr val="000000"/>
                </a:solidFill>
                <a:latin typeface="CTJNHW+ArialMT"/>
                <a:cs typeface="CTJNHW+ArialMT"/>
              </a:rPr>
              <a:t>array</a:t>
            </a:r>
            <a:r>
              <a:rPr sz="1800" spc="264" dirty="0">
                <a:solidFill>
                  <a:srgbClr val="000000"/>
                </a:solidFill>
                <a:latin typeface="Times New Roman"/>
                <a:cs typeface="Times New Roman"/>
              </a:rPr>
              <a:t> </a:t>
            </a:r>
            <a:r>
              <a:rPr sz="1800" dirty="0">
                <a:solidFill>
                  <a:srgbClr val="000000"/>
                </a:solidFill>
                <a:latin typeface="CTJNHW+ArialMT"/>
                <a:cs typeface="CTJNHW+ArialMT"/>
              </a:rPr>
              <a:t>(a</a:t>
            </a:r>
            <a:r>
              <a:rPr sz="1800" spc="264" dirty="0">
                <a:solidFill>
                  <a:srgbClr val="000000"/>
                </a:solidFill>
                <a:latin typeface="Times New Roman"/>
                <a:cs typeface="Times New Roman"/>
              </a:rPr>
              <a:t> </a:t>
            </a:r>
            <a:r>
              <a:rPr sz="1800" dirty="0">
                <a:solidFill>
                  <a:srgbClr val="000000"/>
                </a:solidFill>
                <a:latin typeface="CTJNHW+ArialMT"/>
                <a:cs typeface="CTJNHW+ArialMT"/>
              </a:rPr>
              <a:t>[,</a:t>
            </a:r>
            <a:r>
              <a:rPr sz="1800" spc="267" dirty="0">
                <a:solidFill>
                  <a:srgbClr val="000000"/>
                </a:solidFill>
                <a:latin typeface="Times New Roman"/>
                <a:cs typeface="Times New Roman"/>
              </a:rPr>
              <a:t> </a:t>
            </a:r>
            <a:r>
              <a:rPr sz="1800" dirty="0">
                <a:solidFill>
                  <a:srgbClr val="000000"/>
                </a:solidFill>
                <a:latin typeface="CTJNHW+ArialMT"/>
                <a:cs typeface="CTJNHW+ArialMT"/>
              </a:rPr>
              <a:t>dtype,</a:t>
            </a:r>
            <a:r>
              <a:rPr sz="1800" spc="264" dirty="0">
                <a:solidFill>
                  <a:srgbClr val="000000"/>
                </a:solidFill>
                <a:latin typeface="Times New Roman"/>
                <a:cs typeface="Times New Roman"/>
              </a:rPr>
              <a:t> </a:t>
            </a:r>
            <a:r>
              <a:rPr sz="1800" dirty="0">
                <a:solidFill>
                  <a:srgbClr val="000000"/>
                </a:solidFill>
                <a:latin typeface="CTJNHW+ArialMT"/>
                <a:cs typeface="CTJNHW+ArialMT"/>
              </a:rPr>
              <a:t>order])</a:t>
            </a:r>
            <a:r>
              <a:rPr sz="1800" spc="266" dirty="0">
                <a:solidFill>
                  <a:srgbClr val="000000"/>
                </a:solidFill>
                <a:latin typeface="Times New Roman"/>
                <a:cs typeface="Times New Roman"/>
              </a:rPr>
              <a:t> </a:t>
            </a:r>
            <a:r>
              <a:rPr sz="1800" dirty="0">
                <a:solidFill>
                  <a:srgbClr val="000000"/>
                </a:solidFill>
                <a:latin typeface="CTJNHW+ArialMT"/>
                <a:cs typeface="CTJNHW+ArialMT"/>
              </a:rPr>
              <a:t>-</a:t>
            </a:r>
            <a:r>
              <a:rPr sz="1800" spc="265" dirty="0">
                <a:solidFill>
                  <a:srgbClr val="000000"/>
                </a:solidFill>
                <a:latin typeface="Times New Roman"/>
                <a:cs typeface="Times New Roman"/>
              </a:rPr>
              <a:t> </a:t>
            </a:r>
            <a:r>
              <a:rPr sz="1800" dirty="0">
                <a:solidFill>
                  <a:srgbClr val="000000"/>
                </a:solidFill>
                <a:latin typeface="CTJNHW+ArialMT"/>
                <a:cs typeface="CTJNHW+ArialMT"/>
              </a:rPr>
              <a:t>Convert</a:t>
            </a:r>
            <a:r>
              <a:rPr sz="1800" spc="263" dirty="0">
                <a:solidFill>
                  <a:srgbClr val="000000"/>
                </a:solidFill>
                <a:latin typeface="Times New Roman"/>
                <a:cs typeface="Times New Roman"/>
              </a:rPr>
              <a:t> </a:t>
            </a:r>
            <a:r>
              <a:rPr sz="1800" dirty="0">
                <a:solidFill>
                  <a:srgbClr val="000000"/>
                </a:solidFill>
                <a:latin typeface="CTJNHW+ArialMT"/>
                <a:cs typeface="CTJNHW+ArialMT"/>
              </a:rPr>
              <a:t>the</a:t>
            </a:r>
            <a:r>
              <a:rPr sz="1800" spc="265" dirty="0">
                <a:solidFill>
                  <a:srgbClr val="000000"/>
                </a:solidFill>
                <a:latin typeface="Times New Roman"/>
                <a:cs typeface="Times New Roman"/>
              </a:rPr>
              <a:t> </a:t>
            </a:r>
            <a:r>
              <a:rPr sz="1800" dirty="0">
                <a:solidFill>
                  <a:srgbClr val="000000"/>
                </a:solidFill>
                <a:latin typeface="CTJNHW+ArialMT"/>
                <a:cs typeface="CTJNHW+ArialMT"/>
              </a:rPr>
              <a:t>input</a:t>
            </a:r>
            <a:r>
              <a:rPr sz="1800" spc="263" dirty="0">
                <a:solidFill>
                  <a:srgbClr val="000000"/>
                </a:solidFill>
                <a:latin typeface="Times New Roman"/>
                <a:cs typeface="Times New Roman"/>
              </a:rPr>
              <a:t> </a:t>
            </a:r>
            <a:r>
              <a:rPr sz="1800" dirty="0">
                <a:solidFill>
                  <a:srgbClr val="000000"/>
                </a:solidFill>
                <a:latin typeface="CTJNHW+ArialMT"/>
                <a:cs typeface="CTJNHW+ArialMT"/>
              </a:rPr>
              <a:t>to</a:t>
            </a:r>
            <a:r>
              <a:rPr sz="1800" spc="266" dirty="0">
                <a:solidFill>
                  <a:srgbClr val="000000"/>
                </a:solidFill>
                <a:latin typeface="Times New Roman"/>
                <a:cs typeface="Times New Roman"/>
              </a:rPr>
              <a:t> </a:t>
            </a:r>
            <a:r>
              <a:rPr sz="1800" dirty="0">
                <a:solidFill>
                  <a:srgbClr val="000000"/>
                </a:solidFill>
                <a:latin typeface="CTJNHW+ArialMT"/>
                <a:cs typeface="CTJNHW+ArialMT"/>
              </a:rPr>
              <a:t>an</a:t>
            </a:r>
            <a:r>
              <a:rPr sz="1800" spc="263" dirty="0">
                <a:solidFill>
                  <a:srgbClr val="000000"/>
                </a:solidFill>
                <a:latin typeface="Times New Roman"/>
                <a:cs typeface="Times New Roman"/>
              </a:rPr>
              <a:t> </a:t>
            </a:r>
            <a:r>
              <a:rPr sz="1800" dirty="0">
                <a:solidFill>
                  <a:srgbClr val="000000"/>
                </a:solidFill>
                <a:latin typeface="CTJNHW+ArialMT"/>
                <a:cs typeface="CTJNHW+ArialMT"/>
              </a:rPr>
              <a:t>ND</a:t>
            </a:r>
            <a:r>
              <a:rPr sz="1800" spc="265" dirty="0">
                <a:solidFill>
                  <a:srgbClr val="000000"/>
                </a:solidFill>
                <a:latin typeface="Times New Roman"/>
                <a:cs typeface="Times New Roman"/>
              </a:rPr>
              <a:t> </a:t>
            </a:r>
            <a:r>
              <a:rPr sz="1800" dirty="0">
                <a:solidFill>
                  <a:srgbClr val="000000"/>
                </a:solidFill>
                <a:latin typeface="CTJNHW+ArialMT"/>
                <a:cs typeface="CTJNHW+ArialMT"/>
              </a:rPr>
              <a:t>array,</a:t>
            </a:r>
            <a:r>
              <a:rPr sz="1800" spc="130" dirty="0">
                <a:solidFill>
                  <a:srgbClr val="000000"/>
                </a:solidFill>
                <a:latin typeface="Times New Roman"/>
                <a:cs typeface="Times New Roman"/>
              </a:rPr>
              <a:t> </a:t>
            </a:r>
            <a:r>
              <a:rPr sz="1800" dirty="0">
                <a:solidFill>
                  <a:srgbClr val="000000"/>
                </a:solidFill>
                <a:latin typeface="CTJNHW+ArialMT"/>
                <a:cs typeface="CTJNHW+ArialMT"/>
              </a:rPr>
              <a:t>but</a:t>
            </a:r>
          </a:p>
          <a:p>
            <a:pPr marL="228600" marR="0">
              <a:lnSpc>
                <a:spcPts val="2010"/>
              </a:lnSpc>
              <a:spcBef>
                <a:spcPts val="199"/>
              </a:spcBef>
              <a:spcAft>
                <a:spcPts val="0"/>
              </a:spcAft>
            </a:pPr>
            <a:r>
              <a:rPr sz="1800" dirty="0">
                <a:solidFill>
                  <a:srgbClr val="000000"/>
                </a:solidFill>
                <a:latin typeface="CTJNHW+ArialMT"/>
                <a:cs typeface="CTJNHW+ArialMT"/>
              </a:rPr>
              <a:t>pass</a:t>
            </a:r>
            <a:r>
              <a:rPr sz="1800" spc="49" dirty="0">
                <a:solidFill>
                  <a:srgbClr val="000000"/>
                </a:solidFill>
                <a:latin typeface="Times New Roman"/>
                <a:cs typeface="Times New Roman"/>
              </a:rPr>
              <a:t> </a:t>
            </a:r>
            <a:r>
              <a:rPr sz="1800" dirty="0">
                <a:solidFill>
                  <a:srgbClr val="000000"/>
                </a:solidFill>
                <a:latin typeface="CTJNHW+ArialMT"/>
                <a:cs typeface="CTJNHW+ArialMT"/>
              </a:rPr>
              <a:t>ND</a:t>
            </a:r>
            <a:r>
              <a:rPr sz="1800" spc="49" dirty="0">
                <a:solidFill>
                  <a:srgbClr val="000000"/>
                </a:solidFill>
                <a:latin typeface="Times New Roman"/>
                <a:cs typeface="Times New Roman"/>
              </a:rPr>
              <a:t> </a:t>
            </a:r>
            <a:r>
              <a:rPr sz="1800" dirty="0">
                <a:solidFill>
                  <a:srgbClr val="000000"/>
                </a:solidFill>
                <a:latin typeface="CTJNHW+ArialMT"/>
                <a:cs typeface="CTJNHW+ArialMT"/>
              </a:rPr>
              <a:t>array</a:t>
            </a:r>
            <a:r>
              <a:rPr sz="1800" spc="49" dirty="0">
                <a:solidFill>
                  <a:srgbClr val="000000"/>
                </a:solidFill>
                <a:latin typeface="Times New Roman"/>
                <a:cs typeface="Times New Roman"/>
              </a:rPr>
              <a:t> </a:t>
            </a:r>
            <a:r>
              <a:rPr sz="1800" dirty="0">
                <a:solidFill>
                  <a:srgbClr val="000000"/>
                </a:solidFill>
                <a:latin typeface="CTJNHW+ArialMT"/>
                <a:cs typeface="CTJNHW+ArialMT"/>
              </a:rPr>
              <a:t>subclasses</a:t>
            </a:r>
            <a:r>
              <a:rPr sz="1800" spc="49" dirty="0">
                <a:solidFill>
                  <a:srgbClr val="000000"/>
                </a:solidFill>
                <a:latin typeface="Times New Roman"/>
                <a:cs typeface="Times New Roman"/>
              </a:rPr>
              <a:t> </a:t>
            </a:r>
            <a:r>
              <a:rPr sz="1800" dirty="0">
                <a:solidFill>
                  <a:srgbClr val="000000"/>
                </a:solidFill>
                <a:latin typeface="CTJNHW+ArialMT"/>
                <a:cs typeface="CTJNHW+ArialMT"/>
              </a:rPr>
              <a:t>through.</a:t>
            </a:r>
          </a:p>
        </p:txBody>
      </p:sp>
      <p:sp>
        <p:nvSpPr>
          <p:cNvPr id="7" name="object 7"/>
          <p:cNvSpPr txBox="1"/>
          <p:nvPr/>
        </p:nvSpPr>
        <p:spPr>
          <a:xfrm>
            <a:off x="8570793" y="4825974"/>
            <a:ext cx="268262" cy="253863"/>
          </a:xfrm>
          <a:prstGeom prst="rect">
            <a:avLst/>
          </a:prstGeom>
        </p:spPr>
        <p:txBody>
          <a:bodyPr vert="horz" wrap="square" lIns="0" tIns="0" rIns="0" bIns="0" rtlCol="0">
            <a:spAutoFit/>
          </a:bodyPr>
          <a:lstStyle/>
          <a:p>
            <a:pPr marL="0" marR="0">
              <a:lnSpc>
                <a:spcPts val="1698"/>
              </a:lnSpc>
              <a:spcBef>
                <a:spcPts val="0"/>
              </a:spcBef>
              <a:spcAft>
                <a:spcPts val="0"/>
              </a:spcAft>
            </a:pPr>
            <a:r>
              <a:rPr sz="1800" dirty="0">
                <a:solidFill>
                  <a:srgbClr val="888888"/>
                </a:solidFill>
                <a:latin typeface="Calibri"/>
                <a:cs typeface="Calibri"/>
              </a:rPr>
              <a:t>6</a:t>
            </a:r>
          </a:p>
        </p:txBody>
      </p:sp>
    </p:spTree>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1"/>
          <p:cNvSpPr/>
          <p:nvPr/>
        </p:nvSpPr>
        <p:spPr>
          <a:xfrm>
            <a:off x="0" y="0"/>
            <a:ext cx="9144000" cy="5143500"/>
          </a:xfrm>
          <a:prstGeom prst="rect">
            <a:avLst/>
          </a:prstGeom>
          <a:blipFill>
            <a:blip r:embed="rId2" cstate="print"/>
            <a:stretch>
              <a:fillRect/>
            </a:stretch>
          </a:blipFill>
        </p:spPr>
        <p:txBody>
          <a:bodyPr wrap="square" lIns="0" tIns="0" rIns="0" bIns="0" rtlCol="0">
            <a:spAutoFit/>
          </a:bodyPr>
          <a:lstStyle/>
          <a:p>
            <a:endParaRPr/>
          </a:p>
        </p:txBody>
      </p:sp>
      <p:sp>
        <p:nvSpPr>
          <p:cNvPr id="3" name="object 3"/>
          <p:cNvSpPr txBox="1"/>
          <p:nvPr/>
        </p:nvSpPr>
        <p:spPr>
          <a:xfrm>
            <a:off x="628650" y="507419"/>
            <a:ext cx="800248" cy="293489"/>
          </a:xfrm>
          <a:prstGeom prst="rect">
            <a:avLst/>
          </a:prstGeom>
        </p:spPr>
        <p:txBody>
          <a:bodyPr vert="horz" wrap="square" lIns="0" tIns="0" rIns="0" bIns="0" rtlCol="0">
            <a:spAutoFit/>
          </a:bodyPr>
          <a:lstStyle/>
          <a:p>
            <a:pPr marL="0" marR="0">
              <a:lnSpc>
                <a:spcPts val="2010"/>
              </a:lnSpc>
              <a:spcBef>
                <a:spcPts val="0"/>
              </a:spcBef>
              <a:spcAft>
                <a:spcPts val="0"/>
              </a:spcAft>
            </a:pPr>
            <a:r>
              <a:rPr sz="1800" dirty="0">
                <a:solidFill>
                  <a:srgbClr val="000000"/>
                </a:solidFill>
                <a:latin typeface="JMIVUR+Arial-ItalicMT"/>
                <a:cs typeface="JMIVUR+Arial-ItalicMT"/>
              </a:rPr>
              <a:t>SciPy:</a:t>
            </a:r>
          </a:p>
        </p:txBody>
      </p:sp>
      <p:sp>
        <p:nvSpPr>
          <p:cNvPr id="4" name="object 4"/>
          <p:cNvSpPr txBox="1"/>
          <p:nvPr/>
        </p:nvSpPr>
        <p:spPr>
          <a:xfrm>
            <a:off x="1314450" y="778330"/>
            <a:ext cx="7007455" cy="236735"/>
          </a:xfrm>
          <a:prstGeom prst="rect">
            <a:avLst/>
          </a:prstGeom>
        </p:spPr>
        <p:txBody>
          <a:bodyPr vert="horz" wrap="square" lIns="0" tIns="0" rIns="0" bIns="0" rtlCol="0">
            <a:spAutoFit/>
          </a:bodyPr>
          <a:lstStyle/>
          <a:p>
            <a:pPr marL="0" marR="0">
              <a:lnSpc>
                <a:spcPts val="1564"/>
              </a:lnSpc>
              <a:spcBef>
                <a:spcPts val="0"/>
              </a:spcBef>
              <a:spcAft>
                <a:spcPts val="0"/>
              </a:spcAft>
            </a:pPr>
            <a:r>
              <a:rPr sz="1400" dirty="0">
                <a:solidFill>
                  <a:srgbClr val="595959"/>
                </a:solidFill>
                <a:latin typeface="ITQKWN+Wingdings-Regular"/>
                <a:cs typeface="ITQKWN+Wingdings-Regular"/>
              </a:rPr>
              <a:t>§</a:t>
            </a:r>
            <a:r>
              <a:rPr sz="1400" spc="809" dirty="0">
                <a:solidFill>
                  <a:srgbClr val="595959"/>
                </a:solidFill>
                <a:latin typeface="Times New Roman"/>
                <a:cs typeface="Times New Roman"/>
              </a:rPr>
              <a:t> </a:t>
            </a:r>
            <a:r>
              <a:rPr sz="1400" dirty="0">
                <a:solidFill>
                  <a:srgbClr val="595959"/>
                </a:solidFill>
                <a:latin typeface="CTJNHW+ArialMT"/>
                <a:cs typeface="CTJNHW+ArialMT"/>
              </a:rPr>
              <a:t>SciPy</a:t>
            </a:r>
            <a:r>
              <a:rPr sz="1400" spc="38" dirty="0">
                <a:solidFill>
                  <a:srgbClr val="595959"/>
                </a:solidFill>
                <a:latin typeface="Times New Roman"/>
                <a:cs typeface="Times New Roman"/>
              </a:rPr>
              <a:t> </a:t>
            </a:r>
            <a:r>
              <a:rPr sz="1400" dirty="0">
                <a:solidFill>
                  <a:srgbClr val="595959"/>
                </a:solidFill>
                <a:latin typeface="CTJNHW+ArialMT"/>
                <a:cs typeface="CTJNHW+ArialMT"/>
              </a:rPr>
              <a:t>is</a:t>
            </a:r>
            <a:r>
              <a:rPr sz="1400" spc="37" dirty="0">
                <a:solidFill>
                  <a:srgbClr val="595959"/>
                </a:solidFill>
                <a:latin typeface="Times New Roman"/>
                <a:cs typeface="Times New Roman"/>
              </a:rPr>
              <a:t> </a:t>
            </a:r>
            <a:r>
              <a:rPr sz="1400" dirty="0">
                <a:solidFill>
                  <a:srgbClr val="595959"/>
                </a:solidFill>
                <a:latin typeface="CTJNHW+ArialMT"/>
                <a:cs typeface="CTJNHW+ArialMT"/>
              </a:rPr>
              <a:t>a</a:t>
            </a:r>
            <a:r>
              <a:rPr sz="1400" spc="37" dirty="0">
                <a:solidFill>
                  <a:srgbClr val="595959"/>
                </a:solidFill>
                <a:latin typeface="Times New Roman"/>
                <a:cs typeface="Times New Roman"/>
              </a:rPr>
              <a:t> </a:t>
            </a:r>
            <a:r>
              <a:rPr sz="1400" dirty="0">
                <a:solidFill>
                  <a:srgbClr val="595959"/>
                </a:solidFill>
                <a:latin typeface="CTJNHW+ArialMT"/>
                <a:cs typeface="CTJNHW+ArialMT"/>
              </a:rPr>
              <a:t>collection</a:t>
            </a:r>
            <a:r>
              <a:rPr sz="1400" spc="37" dirty="0">
                <a:solidFill>
                  <a:srgbClr val="595959"/>
                </a:solidFill>
                <a:latin typeface="Times New Roman"/>
                <a:cs typeface="Times New Roman"/>
              </a:rPr>
              <a:t> </a:t>
            </a:r>
            <a:r>
              <a:rPr sz="1400" dirty="0">
                <a:solidFill>
                  <a:srgbClr val="595959"/>
                </a:solidFill>
                <a:latin typeface="CTJNHW+ArialMT"/>
                <a:cs typeface="CTJNHW+ArialMT"/>
              </a:rPr>
              <a:t>of</a:t>
            </a:r>
            <a:r>
              <a:rPr sz="1400" spc="37" dirty="0">
                <a:solidFill>
                  <a:srgbClr val="595959"/>
                </a:solidFill>
                <a:latin typeface="Times New Roman"/>
                <a:cs typeface="Times New Roman"/>
              </a:rPr>
              <a:t> </a:t>
            </a:r>
            <a:r>
              <a:rPr sz="1400" dirty="0">
                <a:solidFill>
                  <a:srgbClr val="595959"/>
                </a:solidFill>
                <a:latin typeface="CTJNHW+ArialMT"/>
                <a:cs typeface="CTJNHW+ArialMT"/>
              </a:rPr>
              <a:t>algorithms</a:t>
            </a:r>
            <a:r>
              <a:rPr sz="1400" spc="37" dirty="0">
                <a:solidFill>
                  <a:srgbClr val="595959"/>
                </a:solidFill>
                <a:latin typeface="Times New Roman"/>
                <a:cs typeface="Times New Roman"/>
              </a:rPr>
              <a:t> </a:t>
            </a:r>
            <a:r>
              <a:rPr sz="1400" dirty="0">
                <a:solidFill>
                  <a:srgbClr val="595959"/>
                </a:solidFill>
                <a:latin typeface="CTJNHW+ArialMT"/>
                <a:cs typeface="CTJNHW+ArialMT"/>
              </a:rPr>
              <a:t>for</a:t>
            </a:r>
            <a:r>
              <a:rPr sz="1400" spc="37" dirty="0">
                <a:solidFill>
                  <a:srgbClr val="595959"/>
                </a:solidFill>
                <a:latin typeface="Times New Roman"/>
                <a:cs typeface="Times New Roman"/>
              </a:rPr>
              <a:t> </a:t>
            </a:r>
            <a:r>
              <a:rPr sz="1400" dirty="0">
                <a:solidFill>
                  <a:srgbClr val="595959"/>
                </a:solidFill>
                <a:latin typeface="CTJNHW+ArialMT"/>
                <a:cs typeface="CTJNHW+ArialMT"/>
              </a:rPr>
              <a:t>linear</a:t>
            </a:r>
            <a:r>
              <a:rPr sz="1400" spc="37" dirty="0">
                <a:solidFill>
                  <a:srgbClr val="595959"/>
                </a:solidFill>
                <a:latin typeface="Times New Roman"/>
                <a:cs typeface="Times New Roman"/>
              </a:rPr>
              <a:t> </a:t>
            </a:r>
            <a:r>
              <a:rPr sz="1400" dirty="0">
                <a:solidFill>
                  <a:srgbClr val="595959"/>
                </a:solidFill>
                <a:latin typeface="CTJNHW+ArialMT"/>
                <a:cs typeface="CTJNHW+ArialMT"/>
              </a:rPr>
              <a:t>algebra,</a:t>
            </a:r>
            <a:r>
              <a:rPr sz="1400" spc="37" dirty="0">
                <a:solidFill>
                  <a:srgbClr val="595959"/>
                </a:solidFill>
                <a:latin typeface="Times New Roman"/>
                <a:cs typeface="Times New Roman"/>
              </a:rPr>
              <a:t> </a:t>
            </a:r>
            <a:r>
              <a:rPr sz="1400" dirty="0">
                <a:solidFill>
                  <a:srgbClr val="595959"/>
                </a:solidFill>
                <a:latin typeface="CTJNHW+ArialMT"/>
                <a:cs typeface="CTJNHW+ArialMT"/>
              </a:rPr>
              <a:t>differential</a:t>
            </a:r>
            <a:r>
              <a:rPr sz="1400" spc="37" dirty="0">
                <a:solidFill>
                  <a:srgbClr val="595959"/>
                </a:solidFill>
                <a:latin typeface="Times New Roman"/>
                <a:cs typeface="Times New Roman"/>
              </a:rPr>
              <a:t> </a:t>
            </a:r>
            <a:r>
              <a:rPr sz="1400" dirty="0">
                <a:solidFill>
                  <a:srgbClr val="595959"/>
                </a:solidFill>
                <a:latin typeface="CTJNHW+ArialMT"/>
                <a:cs typeface="CTJNHW+ArialMT"/>
              </a:rPr>
              <a:t>equations,</a:t>
            </a:r>
            <a:r>
              <a:rPr sz="1400" spc="37" dirty="0">
                <a:solidFill>
                  <a:srgbClr val="595959"/>
                </a:solidFill>
                <a:latin typeface="Times New Roman"/>
                <a:cs typeface="Times New Roman"/>
              </a:rPr>
              <a:t> </a:t>
            </a:r>
            <a:r>
              <a:rPr sz="1400" dirty="0">
                <a:solidFill>
                  <a:srgbClr val="595959"/>
                </a:solidFill>
                <a:latin typeface="CTJNHW+ArialMT"/>
                <a:cs typeface="CTJNHW+ArialMT"/>
              </a:rPr>
              <a:t>numerical</a:t>
            </a:r>
          </a:p>
        </p:txBody>
      </p:sp>
      <p:sp>
        <p:nvSpPr>
          <p:cNvPr id="5" name="object 5"/>
          <p:cNvSpPr txBox="1"/>
          <p:nvPr/>
        </p:nvSpPr>
        <p:spPr>
          <a:xfrm>
            <a:off x="1543050" y="991690"/>
            <a:ext cx="3608681" cy="236735"/>
          </a:xfrm>
          <a:prstGeom prst="rect">
            <a:avLst/>
          </a:prstGeom>
        </p:spPr>
        <p:txBody>
          <a:bodyPr vert="horz" wrap="square" lIns="0" tIns="0" rIns="0" bIns="0" rtlCol="0">
            <a:spAutoFit/>
          </a:bodyPr>
          <a:lstStyle/>
          <a:p>
            <a:pPr marL="0" marR="0">
              <a:lnSpc>
                <a:spcPts val="1564"/>
              </a:lnSpc>
              <a:spcBef>
                <a:spcPts val="0"/>
              </a:spcBef>
              <a:spcAft>
                <a:spcPts val="0"/>
              </a:spcAft>
            </a:pPr>
            <a:r>
              <a:rPr sz="1400" dirty="0">
                <a:solidFill>
                  <a:srgbClr val="595959"/>
                </a:solidFill>
                <a:latin typeface="CTJNHW+ArialMT"/>
                <a:cs typeface="CTJNHW+ArialMT"/>
              </a:rPr>
              <a:t>integration,</a:t>
            </a:r>
            <a:r>
              <a:rPr sz="1400" spc="37" dirty="0">
                <a:solidFill>
                  <a:srgbClr val="595959"/>
                </a:solidFill>
                <a:latin typeface="Times New Roman"/>
                <a:cs typeface="Times New Roman"/>
              </a:rPr>
              <a:t> </a:t>
            </a:r>
            <a:r>
              <a:rPr sz="1400" dirty="0">
                <a:solidFill>
                  <a:srgbClr val="595959"/>
                </a:solidFill>
                <a:latin typeface="CTJNHW+ArialMT"/>
                <a:cs typeface="CTJNHW+ArialMT"/>
              </a:rPr>
              <a:t>optimization,</a:t>
            </a:r>
            <a:r>
              <a:rPr sz="1400" spc="37" dirty="0">
                <a:solidFill>
                  <a:srgbClr val="595959"/>
                </a:solidFill>
                <a:latin typeface="Times New Roman"/>
                <a:cs typeface="Times New Roman"/>
              </a:rPr>
              <a:t> </a:t>
            </a:r>
            <a:r>
              <a:rPr sz="1400" dirty="0">
                <a:solidFill>
                  <a:srgbClr val="595959"/>
                </a:solidFill>
                <a:latin typeface="CTJNHW+ArialMT"/>
                <a:cs typeface="CTJNHW+ArialMT"/>
              </a:rPr>
              <a:t>statistics</a:t>
            </a:r>
            <a:r>
              <a:rPr sz="1400" spc="37" dirty="0">
                <a:solidFill>
                  <a:srgbClr val="595959"/>
                </a:solidFill>
                <a:latin typeface="Times New Roman"/>
                <a:cs typeface="Times New Roman"/>
              </a:rPr>
              <a:t> </a:t>
            </a:r>
            <a:r>
              <a:rPr sz="1400" dirty="0">
                <a:solidFill>
                  <a:srgbClr val="595959"/>
                </a:solidFill>
                <a:latin typeface="CTJNHW+ArialMT"/>
                <a:cs typeface="CTJNHW+ArialMT"/>
              </a:rPr>
              <a:t>and</a:t>
            </a:r>
            <a:r>
              <a:rPr sz="1400" spc="37" dirty="0">
                <a:solidFill>
                  <a:srgbClr val="595959"/>
                </a:solidFill>
                <a:latin typeface="Times New Roman"/>
                <a:cs typeface="Times New Roman"/>
              </a:rPr>
              <a:t> </a:t>
            </a:r>
            <a:r>
              <a:rPr sz="1400" dirty="0">
                <a:solidFill>
                  <a:srgbClr val="595959"/>
                </a:solidFill>
                <a:latin typeface="CTJNHW+ArialMT"/>
                <a:cs typeface="CTJNHW+ArialMT"/>
              </a:rPr>
              <a:t>more</a:t>
            </a:r>
          </a:p>
        </p:txBody>
      </p:sp>
      <p:sp>
        <p:nvSpPr>
          <p:cNvPr id="6" name="object 6"/>
          <p:cNvSpPr txBox="1"/>
          <p:nvPr/>
        </p:nvSpPr>
        <p:spPr>
          <a:xfrm>
            <a:off x="1314450" y="1418410"/>
            <a:ext cx="1881454" cy="663456"/>
          </a:xfrm>
          <a:prstGeom prst="rect">
            <a:avLst/>
          </a:prstGeom>
        </p:spPr>
        <p:txBody>
          <a:bodyPr vert="horz" wrap="square" lIns="0" tIns="0" rIns="0" bIns="0" rtlCol="0">
            <a:spAutoFit/>
          </a:bodyPr>
          <a:lstStyle/>
          <a:p>
            <a:pPr marL="0" marR="0">
              <a:lnSpc>
                <a:spcPts val="1564"/>
              </a:lnSpc>
              <a:spcBef>
                <a:spcPts val="0"/>
              </a:spcBef>
              <a:spcAft>
                <a:spcPts val="0"/>
              </a:spcAft>
            </a:pPr>
            <a:r>
              <a:rPr sz="1400" dirty="0">
                <a:solidFill>
                  <a:srgbClr val="595959"/>
                </a:solidFill>
                <a:latin typeface="ITQKWN+Wingdings-Regular"/>
                <a:cs typeface="ITQKWN+Wingdings-Regular"/>
              </a:rPr>
              <a:t>§</a:t>
            </a:r>
            <a:r>
              <a:rPr sz="1400" spc="809" dirty="0">
                <a:solidFill>
                  <a:srgbClr val="595959"/>
                </a:solidFill>
                <a:latin typeface="Times New Roman"/>
                <a:cs typeface="Times New Roman"/>
              </a:rPr>
              <a:t> </a:t>
            </a:r>
            <a:r>
              <a:rPr sz="1400" dirty="0">
                <a:solidFill>
                  <a:srgbClr val="595959"/>
                </a:solidFill>
                <a:latin typeface="CTJNHW+ArialMT"/>
                <a:cs typeface="CTJNHW+ArialMT"/>
              </a:rPr>
              <a:t>part</a:t>
            </a:r>
            <a:r>
              <a:rPr sz="1400" spc="37" dirty="0">
                <a:solidFill>
                  <a:srgbClr val="595959"/>
                </a:solidFill>
                <a:latin typeface="Times New Roman"/>
                <a:cs typeface="Times New Roman"/>
              </a:rPr>
              <a:t> </a:t>
            </a:r>
            <a:r>
              <a:rPr sz="1400" dirty="0">
                <a:solidFill>
                  <a:srgbClr val="595959"/>
                </a:solidFill>
                <a:latin typeface="CTJNHW+ArialMT"/>
                <a:cs typeface="CTJNHW+ArialMT"/>
              </a:rPr>
              <a:t>of</a:t>
            </a:r>
            <a:r>
              <a:rPr sz="1400" spc="37" dirty="0">
                <a:solidFill>
                  <a:srgbClr val="595959"/>
                </a:solidFill>
                <a:latin typeface="Times New Roman"/>
                <a:cs typeface="Times New Roman"/>
              </a:rPr>
              <a:t> </a:t>
            </a:r>
            <a:r>
              <a:rPr sz="1400" dirty="0">
                <a:solidFill>
                  <a:srgbClr val="595959"/>
                </a:solidFill>
                <a:latin typeface="CTJNHW+ArialMT"/>
                <a:cs typeface="CTJNHW+ArialMT"/>
              </a:rPr>
              <a:t>SciPy</a:t>
            </a:r>
            <a:r>
              <a:rPr sz="1400" spc="38" dirty="0">
                <a:solidFill>
                  <a:srgbClr val="595959"/>
                </a:solidFill>
                <a:latin typeface="Times New Roman"/>
                <a:cs typeface="Times New Roman"/>
              </a:rPr>
              <a:t> </a:t>
            </a:r>
            <a:r>
              <a:rPr sz="1400" dirty="0">
                <a:solidFill>
                  <a:srgbClr val="595959"/>
                </a:solidFill>
                <a:latin typeface="CTJNHW+ArialMT"/>
                <a:cs typeface="CTJNHW+ArialMT"/>
              </a:rPr>
              <a:t>Stack</a:t>
            </a:r>
          </a:p>
          <a:p>
            <a:pPr marL="0" marR="0">
              <a:lnSpc>
                <a:spcPts val="1564"/>
              </a:lnSpc>
              <a:spcBef>
                <a:spcPts val="1745"/>
              </a:spcBef>
              <a:spcAft>
                <a:spcPts val="0"/>
              </a:spcAft>
            </a:pPr>
            <a:r>
              <a:rPr sz="1400" dirty="0">
                <a:solidFill>
                  <a:srgbClr val="595959"/>
                </a:solidFill>
                <a:latin typeface="ITQKWN+Wingdings-Regular"/>
                <a:cs typeface="ITQKWN+Wingdings-Regular"/>
              </a:rPr>
              <a:t>§</a:t>
            </a:r>
            <a:r>
              <a:rPr sz="1400" spc="809" dirty="0">
                <a:solidFill>
                  <a:srgbClr val="595959"/>
                </a:solidFill>
                <a:latin typeface="Times New Roman"/>
                <a:cs typeface="Times New Roman"/>
              </a:rPr>
              <a:t> </a:t>
            </a:r>
            <a:r>
              <a:rPr sz="1400" dirty="0">
                <a:solidFill>
                  <a:srgbClr val="595959"/>
                </a:solidFill>
                <a:latin typeface="CTJNHW+ArialMT"/>
                <a:cs typeface="CTJNHW+ArialMT"/>
              </a:rPr>
              <a:t>built</a:t>
            </a:r>
            <a:r>
              <a:rPr sz="1400" spc="37" dirty="0">
                <a:solidFill>
                  <a:srgbClr val="595959"/>
                </a:solidFill>
                <a:latin typeface="Times New Roman"/>
                <a:cs typeface="Times New Roman"/>
              </a:rPr>
              <a:t> </a:t>
            </a:r>
            <a:r>
              <a:rPr sz="1400" dirty="0">
                <a:solidFill>
                  <a:srgbClr val="595959"/>
                </a:solidFill>
                <a:latin typeface="CTJNHW+ArialMT"/>
                <a:cs typeface="CTJNHW+ArialMT"/>
              </a:rPr>
              <a:t>on</a:t>
            </a:r>
            <a:r>
              <a:rPr sz="1400" spc="37" dirty="0">
                <a:solidFill>
                  <a:srgbClr val="595959"/>
                </a:solidFill>
                <a:latin typeface="Times New Roman"/>
                <a:cs typeface="Times New Roman"/>
              </a:rPr>
              <a:t> </a:t>
            </a:r>
            <a:r>
              <a:rPr sz="1400" dirty="0">
                <a:solidFill>
                  <a:srgbClr val="595959"/>
                </a:solidFill>
                <a:latin typeface="CTJNHW+ArialMT"/>
                <a:cs typeface="CTJNHW+ArialMT"/>
              </a:rPr>
              <a:t>NumPy</a:t>
            </a:r>
          </a:p>
        </p:txBody>
      </p:sp>
      <p:sp>
        <p:nvSpPr>
          <p:cNvPr id="7" name="object 7"/>
          <p:cNvSpPr txBox="1"/>
          <p:nvPr/>
        </p:nvSpPr>
        <p:spPr>
          <a:xfrm>
            <a:off x="697229" y="4401944"/>
            <a:ext cx="2983796" cy="236735"/>
          </a:xfrm>
          <a:prstGeom prst="rect">
            <a:avLst/>
          </a:prstGeom>
        </p:spPr>
        <p:txBody>
          <a:bodyPr vert="horz" wrap="square" lIns="0" tIns="0" rIns="0" bIns="0" rtlCol="0">
            <a:spAutoFit/>
          </a:bodyPr>
          <a:lstStyle/>
          <a:p>
            <a:pPr marL="0" marR="0">
              <a:lnSpc>
                <a:spcPts val="1564"/>
              </a:lnSpc>
              <a:spcBef>
                <a:spcPts val="0"/>
              </a:spcBef>
              <a:spcAft>
                <a:spcPts val="0"/>
              </a:spcAft>
            </a:pPr>
            <a:r>
              <a:rPr sz="1400" b="1" dirty="0">
                <a:solidFill>
                  <a:srgbClr val="000000"/>
                </a:solidFill>
                <a:latin typeface="WRDBSD+Arial-BoldMT"/>
                <a:cs typeface="WRDBSD+Arial-BoldMT"/>
              </a:rPr>
              <a:t>Link:</a:t>
            </a:r>
            <a:r>
              <a:rPr sz="1400" b="1" spc="23" dirty="0">
                <a:solidFill>
                  <a:srgbClr val="000000"/>
                </a:solidFill>
                <a:latin typeface="Times New Roman"/>
                <a:cs typeface="Times New Roman"/>
              </a:rPr>
              <a:t> </a:t>
            </a:r>
            <a:r>
              <a:rPr sz="1400" u="sng" dirty="0">
                <a:solidFill>
                  <a:srgbClr val="0097A7"/>
                </a:solidFill>
                <a:latin typeface="CTJNHW+ArialMT"/>
                <a:cs typeface="CTJNHW+ArialMT"/>
                <a:hlinkClick r:id="rId3">
                  <a:extLst>
                    <a:ext uri="{A12FA001-AC4F-418D-AE19-62706E023703}">
                      <ahyp:hlinkClr xmlns:ahyp="http://schemas.microsoft.com/office/drawing/2018/hyperlinkcolor" xmlns="" val="tx"/>
                    </a:ext>
                  </a:extLst>
                </a:hlinkClick>
              </a:rPr>
              <a:t>https://www.scipy.org/scipylib</a:t>
            </a:r>
            <a:r>
              <a:rPr sz="1400" dirty="0">
                <a:solidFill>
                  <a:srgbClr val="0097A7"/>
                </a:solidFill>
                <a:latin typeface="CTJNHW+ArialMT"/>
                <a:cs typeface="CTJNHW+ArialMT"/>
                <a:hlinkClick r:id="rId3">
                  <a:extLst>
                    <a:ext uri="{A12FA001-AC4F-418D-AE19-62706E023703}">
                      <ahyp:hlinkClr xmlns:ahyp="http://schemas.microsoft.com/office/drawing/2018/hyperlinkcolor" xmlns="" val="tx"/>
                    </a:ext>
                  </a:extLst>
                </a:hlinkClick>
              </a:rPr>
              <a:t>/</a:t>
            </a:r>
          </a:p>
        </p:txBody>
      </p:sp>
      <p:sp>
        <p:nvSpPr>
          <p:cNvPr id="8" name="object 8"/>
          <p:cNvSpPr txBox="1"/>
          <p:nvPr/>
        </p:nvSpPr>
        <p:spPr>
          <a:xfrm>
            <a:off x="8570793" y="4825974"/>
            <a:ext cx="268262" cy="253863"/>
          </a:xfrm>
          <a:prstGeom prst="rect">
            <a:avLst/>
          </a:prstGeom>
        </p:spPr>
        <p:txBody>
          <a:bodyPr vert="horz" wrap="square" lIns="0" tIns="0" rIns="0" bIns="0" rtlCol="0">
            <a:spAutoFit/>
          </a:bodyPr>
          <a:lstStyle/>
          <a:p>
            <a:pPr marL="0" marR="0">
              <a:lnSpc>
                <a:spcPts val="1698"/>
              </a:lnSpc>
              <a:spcBef>
                <a:spcPts val="0"/>
              </a:spcBef>
              <a:spcAft>
                <a:spcPts val="0"/>
              </a:spcAft>
            </a:pPr>
            <a:r>
              <a:rPr sz="1800" dirty="0">
                <a:solidFill>
                  <a:srgbClr val="888888"/>
                </a:solidFill>
                <a:latin typeface="Calibri"/>
                <a:cs typeface="Calibri"/>
              </a:rPr>
              <a:t>7</a:t>
            </a:r>
          </a:p>
        </p:txBody>
      </p:sp>
    </p:spTree>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1"/>
          <p:cNvSpPr/>
          <p:nvPr/>
        </p:nvSpPr>
        <p:spPr>
          <a:xfrm>
            <a:off x="0" y="0"/>
            <a:ext cx="9144000" cy="5143500"/>
          </a:xfrm>
          <a:prstGeom prst="rect">
            <a:avLst/>
          </a:prstGeom>
          <a:blipFill>
            <a:blip r:embed="rId2" cstate="print"/>
            <a:stretch>
              <a:fillRect/>
            </a:stretch>
          </a:blipFill>
        </p:spPr>
        <p:txBody>
          <a:bodyPr wrap="square" lIns="0" tIns="0" rIns="0" bIns="0" rtlCol="0">
            <a:spAutoFit/>
          </a:bodyPr>
          <a:lstStyle/>
          <a:p>
            <a:endParaRPr/>
          </a:p>
        </p:txBody>
      </p:sp>
      <p:sp>
        <p:nvSpPr>
          <p:cNvPr id="3" name="object 3"/>
          <p:cNvSpPr txBox="1"/>
          <p:nvPr/>
        </p:nvSpPr>
        <p:spPr>
          <a:xfrm>
            <a:off x="1314450" y="223723"/>
            <a:ext cx="1930706" cy="236735"/>
          </a:xfrm>
          <a:prstGeom prst="rect">
            <a:avLst/>
          </a:prstGeom>
        </p:spPr>
        <p:txBody>
          <a:bodyPr vert="horz" wrap="square" lIns="0" tIns="0" rIns="0" bIns="0" rtlCol="0">
            <a:spAutoFit/>
          </a:bodyPr>
          <a:lstStyle/>
          <a:p>
            <a:pPr marL="0" marR="0">
              <a:lnSpc>
                <a:spcPts val="1564"/>
              </a:lnSpc>
              <a:spcBef>
                <a:spcPts val="0"/>
              </a:spcBef>
              <a:spcAft>
                <a:spcPts val="0"/>
              </a:spcAft>
            </a:pPr>
            <a:r>
              <a:rPr sz="1400" dirty="0">
                <a:solidFill>
                  <a:srgbClr val="595959"/>
                </a:solidFill>
                <a:latin typeface="ITQKWN+Wingdings-Regular"/>
                <a:cs typeface="ITQKWN+Wingdings-Regular"/>
              </a:rPr>
              <a:t>§</a:t>
            </a:r>
            <a:r>
              <a:rPr sz="1400" spc="809" dirty="0">
                <a:solidFill>
                  <a:srgbClr val="595959"/>
                </a:solidFill>
                <a:latin typeface="Times New Roman"/>
                <a:cs typeface="Times New Roman"/>
              </a:rPr>
              <a:t> </a:t>
            </a:r>
            <a:r>
              <a:rPr sz="1400" dirty="0">
                <a:solidFill>
                  <a:srgbClr val="595959"/>
                </a:solidFill>
                <a:latin typeface="CTJNHW+ArialMT"/>
                <a:cs typeface="CTJNHW+ArialMT"/>
              </a:rPr>
              <a:t>Features</a:t>
            </a:r>
            <a:r>
              <a:rPr sz="1400" spc="37" dirty="0">
                <a:solidFill>
                  <a:srgbClr val="595959"/>
                </a:solidFill>
                <a:latin typeface="Times New Roman"/>
                <a:cs typeface="Times New Roman"/>
              </a:rPr>
              <a:t> </a:t>
            </a:r>
            <a:r>
              <a:rPr sz="1400" dirty="0">
                <a:solidFill>
                  <a:srgbClr val="595959"/>
                </a:solidFill>
                <a:latin typeface="CTJNHW+ArialMT"/>
                <a:cs typeface="CTJNHW+ArialMT"/>
              </a:rPr>
              <a:t>Of</a:t>
            </a:r>
            <a:r>
              <a:rPr sz="1400" spc="37" dirty="0">
                <a:solidFill>
                  <a:srgbClr val="595959"/>
                </a:solidFill>
                <a:latin typeface="Times New Roman"/>
                <a:cs typeface="Times New Roman"/>
              </a:rPr>
              <a:t> </a:t>
            </a:r>
            <a:r>
              <a:rPr sz="1400" dirty="0">
                <a:solidFill>
                  <a:srgbClr val="595959"/>
                </a:solidFill>
                <a:latin typeface="CTJNHW+ArialMT"/>
                <a:cs typeface="CTJNHW+ArialMT"/>
              </a:rPr>
              <a:t>SciPy:-</a:t>
            </a:r>
          </a:p>
        </p:txBody>
      </p:sp>
      <p:sp>
        <p:nvSpPr>
          <p:cNvPr id="4" name="object 4"/>
          <p:cNvSpPr txBox="1"/>
          <p:nvPr/>
        </p:nvSpPr>
        <p:spPr>
          <a:xfrm>
            <a:off x="1314450" y="650443"/>
            <a:ext cx="7348753" cy="236735"/>
          </a:xfrm>
          <a:prstGeom prst="rect">
            <a:avLst/>
          </a:prstGeom>
        </p:spPr>
        <p:txBody>
          <a:bodyPr vert="horz" wrap="square" lIns="0" tIns="0" rIns="0" bIns="0" rtlCol="0">
            <a:spAutoFit/>
          </a:bodyPr>
          <a:lstStyle/>
          <a:p>
            <a:pPr marL="0" marR="0">
              <a:lnSpc>
                <a:spcPts val="1564"/>
              </a:lnSpc>
              <a:spcBef>
                <a:spcPts val="0"/>
              </a:spcBef>
              <a:spcAft>
                <a:spcPts val="0"/>
              </a:spcAft>
            </a:pPr>
            <a:r>
              <a:rPr sz="1400" dirty="0">
                <a:solidFill>
                  <a:srgbClr val="595959"/>
                </a:solidFill>
                <a:latin typeface="ITQKWN+Wingdings-Regular"/>
                <a:cs typeface="ITQKWN+Wingdings-Regular"/>
              </a:rPr>
              <a:t>§</a:t>
            </a:r>
            <a:r>
              <a:rPr sz="1400" spc="809" dirty="0">
                <a:solidFill>
                  <a:srgbClr val="595959"/>
                </a:solidFill>
                <a:latin typeface="Times New Roman"/>
                <a:cs typeface="Times New Roman"/>
              </a:rPr>
              <a:t> </a:t>
            </a:r>
            <a:r>
              <a:rPr sz="1400" dirty="0">
                <a:solidFill>
                  <a:srgbClr val="595959"/>
                </a:solidFill>
                <a:latin typeface="CTJNHW+ArialMT"/>
                <a:cs typeface="CTJNHW+ArialMT"/>
              </a:rPr>
              <a:t>The</a:t>
            </a:r>
            <a:r>
              <a:rPr sz="1400" spc="301" dirty="0">
                <a:solidFill>
                  <a:srgbClr val="595959"/>
                </a:solidFill>
                <a:latin typeface="Times New Roman"/>
                <a:cs typeface="Times New Roman"/>
              </a:rPr>
              <a:t> </a:t>
            </a:r>
            <a:r>
              <a:rPr sz="1400" dirty="0">
                <a:solidFill>
                  <a:srgbClr val="595959"/>
                </a:solidFill>
                <a:latin typeface="CTJNHW+ArialMT"/>
                <a:cs typeface="CTJNHW+ArialMT"/>
              </a:rPr>
              <a:t>main</a:t>
            </a:r>
            <a:r>
              <a:rPr sz="1400" spc="303" dirty="0">
                <a:solidFill>
                  <a:srgbClr val="595959"/>
                </a:solidFill>
                <a:latin typeface="Times New Roman"/>
                <a:cs typeface="Times New Roman"/>
              </a:rPr>
              <a:t> </a:t>
            </a:r>
            <a:r>
              <a:rPr sz="1400" dirty="0">
                <a:solidFill>
                  <a:srgbClr val="595959"/>
                </a:solidFill>
                <a:latin typeface="CTJNHW+ArialMT"/>
                <a:cs typeface="CTJNHW+ArialMT"/>
              </a:rPr>
              <a:t>feature</a:t>
            </a:r>
            <a:r>
              <a:rPr sz="1400" spc="295" dirty="0">
                <a:solidFill>
                  <a:srgbClr val="595959"/>
                </a:solidFill>
                <a:latin typeface="Times New Roman"/>
                <a:cs typeface="Times New Roman"/>
              </a:rPr>
              <a:t> </a:t>
            </a:r>
            <a:r>
              <a:rPr sz="1400" dirty="0">
                <a:solidFill>
                  <a:srgbClr val="595959"/>
                </a:solidFill>
                <a:latin typeface="CTJNHW+ArialMT"/>
                <a:cs typeface="CTJNHW+ArialMT"/>
              </a:rPr>
              <a:t>of</a:t>
            </a:r>
            <a:r>
              <a:rPr sz="1400" spc="307" dirty="0">
                <a:solidFill>
                  <a:srgbClr val="595959"/>
                </a:solidFill>
                <a:latin typeface="Times New Roman"/>
                <a:cs typeface="Times New Roman"/>
              </a:rPr>
              <a:t> </a:t>
            </a:r>
            <a:r>
              <a:rPr sz="1400" dirty="0">
                <a:solidFill>
                  <a:srgbClr val="595959"/>
                </a:solidFill>
                <a:latin typeface="CTJNHW+ArialMT"/>
                <a:cs typeface="CTJNHW+ArialMT"/>
              </a:rPr>
              <a:t>SciPy</a:t>
            </a:r>
            <a:r>
              <a:rPr sz="1400" spc="325" dirty="0">
                <a:solidFill>
                  <a:srgbClr val="595959"/>
                </a:solidFill>
                <a:latin typeface="Times New Roman"/>
                <a:cs typeface="Times New Roman"/>
              </a:rPr>
              <a:t> </a:t>
            </a:r>
            <a:r>
              <a:rPr sz="1400" dirty="0">
                <a:solidFill>
                  <a:srgbClr val="595959"/>
                </a:solidFill>
                <a:latin typeface="CTJNHW+ArialMT"/>
                <a:cs typeface="CTJNHW+ArialMT"/>
              </a:rPr>
              <a:t>library</a:t>
            </a:r>
            <a:r>
              <a:rPr sz="1400" spc="301" dirty="0">
                <a:solidFill>
                  <a:srgbClr val="595959"/>
                </a:solidFill>
                <a:latin typeface="Times New Roman"/>
                <a:cs typeface="Times New Roman"/>
              </a:rPr>
              <a:t> </a:t>
            </a:r>
            <a:r>
              <a:rPr sz="1400" dirty="0">
                <a:solidFill>
                  <a:srgbClr val="595959"/>
                </a:solidFill>
                <a:latin typeface="CTJNHW+ArialMT"/>
                <a:cs typeface="CTJNHW+ArialMT"/>
              </a:rPr>
              <a:t>is</a:t>
            </a:r>
            <a:r>
              <a:rPr sz="1400" spc="315" dirty="0">
                <a:solidFill>
                  <a:srgbClr val="595959"/>
                </a:solidFill>
                <a:latin typeface="Times New Roman"/>
                <a:cs typeface="Times New Roman"/>
              </a:rPr>
              <a:t> </a:t>
            </a:r>
            <a:r>
              <a:rPr sz="1400" dirty="0">
                <a:solidFill>
                  <a:srgbClr val="595959"/>
                </a:solidFill>
                <a:latin typeface="CTJNHW+ArialMT"/>
                <a:cs typeface="CTJNHW+ArialMT"/>
              </a:rPr>
              <a:t>that</a:t>
            </a:r>
            <a:r>
              <a:rPr sz="1400" spc="304" dirty="0">
                <a:solidFill>
                  <a:srgbClr val="595959"/>
                </a:solidFill>
                <a:latin typeface="Times New Roman"/>
                <a:cs typeface="Times New Roman"/>
              </a:rPr>
              <a:t> </a:t>
            </a:r>
            <a:r>
              <a:rPr sz="1400" dirty="0">
                <a:solidFill>
                  <a:srgbClr val="595959"/>
                </a:solidFill>
                <a:latin typeface="CTJNHW+ArialMT"/>
                <a:cs typeface="CTJNHW+ArialMT"/>
              </a:rPr>
              <a:t>it</a:t>
            </a:r>
            <a:r>
              <a:rPr sz="1400" spc="313" dirty="0">
                <a:solidFill>
                  <a:srgbClr val="595959"/>
                </a:solidFill>
                <a:latin typeface="Times New Roman"/>
                <a:cs typeface="Times New Roman"/>
              </a:rPr>
              <a:t> </a:t>
            </a:r>
            <a:r>
              <a:rPr sz="1400" dirty="0">
                <a:solidFill>
                  <a:srgbClr val="595959"/>
                </a:solidFill>
                <a:latin typeface="CTJNHW+ArialMT"/>
                <a:cs typeface="CTJNHW+ArialMT"/>
              </a:rPr>
              <a:t>is</a:t>
            </a:r>
            <a:r>
              <a:rPr sz="1400" spc="315" dirty="0">
                <a:solidFill>
                  <a:srgbClr val="595959"/>
                </a:solidFill>
                <a:latin typeface="Times New Roman"/>
                <a:cs typeface="Times New Roman"/>
              </a:rPr>
              <a:t> </a:t>
            </a:r>
            <a:r>
              <a:rPr sz="1400" dirty="0">
                <a:solidFill>
                  <a:srgbClr val="595959"/>
                </a:solidFill>
                <a:latin typeface="CTJNHW+ArialMT"/>
                <a:cs typeface="CTJNHW+ArialMT"/>
              </a:rPr>
              <a:t>developed</a:t>
            </a:r>
            <a:r>
              <a:rPr sz="1400" spc="291" dirty="0">
                <a:solidFill>
                  <a:srgbClr val="595959"/>
                </a:solidFill>
                <a:latin typeface="Times New Roman"/>
                <a:cs typeface="Times New Roman"/>
              </a:rPr>
              <a:t> </a:t>
            </a:r>
            <a:r>
              <a:rPr sz="1400" dirty="0">
                <a:solidFill>
                  <a:srgbClr val="595959"/>
                </a:solidFill>
                <a:latin typeface="CTJNHW+ArialMT"/>
                <a:cs typeface="CTJNHW+ArialMT"/>
              </a:rPr>
              <a:t>using</a:t>
            </a:r>
            <a:r>
              <a:rPr sz="1400" spc="303" dirty="0">
                <a:solidFill>
                  <a:srgbClr val="595959"/>
                </a:solidFill>
                <a:latin typeface="Times New Roman"/>
                <a:cs typeface="Times New Roman"/>
              </a:rPr>
              <a:t> </a:t>
            </a:r>
            <a:r>
              <a:rPr sz="1400" dirty="0">
                <a:solidFill>
                  <a:srgbClr val="595959"/>
                </a:solidFill>
                <a:latin typeface="CTJNHW+ArialMT"/>
                <a:cs typeface="CTJNHW+ArialMT"/>
              </a:rPr>
              <a:t>NumPy,</a:t>
            </a:r>
            <a:r>
              <a:rPr sz="1400" spc="206" dirty="0">
                <a:solidFill>
                  <a:srgbClr val="595959"/>
                </a:solidFill>
                <a:latin typeface="Times New Roman"/>
                <a:cs typeface="Times New Roman"/>
              </a:rPr>
              <a:t> </a:t>
            </a:r>
            <a:r>
              <a:rPr sz="1400" dirty="0">
                <a:solidFill>
                  <a:srgbClr val="595959"/>
                </a:solidFill>
                <a:latin typeface="CTJNHW+ArialMT"/>
                <a:cs typeface="CTJNHW+ArialMT"/>
              </a:rPr>
              <a:t>and</a:t>
            </a:r>
            <a:r>
              <a:rPr sz="1400" spc="302" dirty="0">
                <a:solidFill>
                  <a:srgbClr val="595959"/>
                </a:solidFill>
                <a:latin typeface="Times New Roman"/>
                <a:cs typeface="Times New Roman"/>
              </a:rPr>
              <a:t> </a:t>
            </a:r>
            <a:r>
              <a:rPr sz="1400" dirty="0">
                <a:solidFill>
                  <a:srgbClr val="595959"/>
                </a:solidFill>
                <a:latin typeface="CTJNHW+ArialMT"/>
                <a:cs typeface="CTJNHW+ArialMT"/>
              </a:rPr>
              <a:t>its</a:t>
            </a:r>
            <a:r>
              <a:rPr sz="1400" spc="315" dirty="0">
                <a:solidFill>
                  <a:srgbClr val="595959"/>
                </a:solidFill>
                <a:latin typeface="Times New Roman"/>
                <a:cs typeface="Times New Roman"/>
              </a:rPr>
              <a:t> </a:t>
            </a:r>
            <a:r>
              <a:rPr sz="1400" dirty="0">
                <a:solidFill>
                  <a:srgbClr val="595959"/>
                </a:solidFill>
                <a:latin typeface="CTJNHW+ArialMT"/>
                <a:cs typeface="CTJNHW+ArialMT"/>
              </a:rPr>
              <a:t>array</a:t>
            </a:r>
          </a:p>
        </p:txBody>
      </p:sp>
      <p:sp>
        <p:nvSpPr>
          <p:cNvPr id="5" name="object 5"/>
          <p:cNvSpPr txBox="1"/>
          <p:nvPr/>
        </p:nvSpPr>
        <p:spPr>
          <a:xfrm>
            <a:off x="1543050" y="863803"/>
            <a:ext cx="2621122" cy="236735"/>
          </a:xfrm>
          <a:prstGeom prst="rect">
            <a:avLst/>
          </a:prstGeom>
        </p:spPr>
        <p:txBody>
          <a:bodyPr vert="horz" wrap="square" lIns="0" tIns="0" rIns="0" bIns="0" rtlCol="0">
            <a:spAutoFit/>
          </a:bodyPr>
          <a:lstStyle/>
          <a:p>
            <a:pPr marL="0" marR="0">
              <a:lnSpc>
                <a:spcPts val="1564"/>
              </a:lnSpc>
              <a:spcBef>
                <a:spcPts val="0"/>
              </a:spcBef>
              <a:spcAft>
                <a:spcPts val="0"/>
              </a:spcAft>
            </a:pPr>
            <a:r>
              <a:rPr sz="1400" dirty="0">
                <a:solidFill>
                  <a:srgbClr val="595959"/>
                </a:solidFill>
                <a:latin typeface="CTJNHW+ArialMT"/>
                <a:cs typeface="CTJNHW+ArialMT"/>
              </a:rPr>
              <a:t>makes</a:t>
            </a:r>
            <a:r>
              <a:rPr sz="1400" spc="37" dirty="0">
                <a:solidFill>
                  <a:srgbClr val="595959"/>
                </a:solidFill>
                <a:latin typeface="Times New Roman"/>
                <a:cs typeface="Times New Roman"/>
              </a:rPr>
              <a:t> </a:t>
            </a:r>
            <a:r>
              <a:rPr sz="1400" dirty="0">
                <a:solidFill>
                  <a:srgbClr val="595959"/>
                </a:solidFill>
                <a:latin typeface="CTJNHW+ArialMT"/>
                <a:cs typeface="CTJNHW+ArialMT"/>
              </a:rPr>
              <a:t>the</a:t>
            </a:r>
            <a:r>
              <a:rPr sz="1400" spc="37" dirty="0">
                <a:solidFill>
                  <a:srgbClr val="595959"/>
                </a:solidFill>
                <a:latin typeface="Times New Roman"/>
                <a:cs typeface="Times New Roman"/>
              </a:rPr>
              <a:t> </a:t>
            </a:r>
            <a:r>
              <a:rPr sz="1400" dirty="0">
                <a:solidFill>
                  <a:srgbClr val="595959"/>
                </a:solidFill>
                <a:latin typeface="CTJNHW+ArialMT"/>
                <a:cs typeface="CTJNHW+ArialMT"/>
              </a:rPr>
              <a:t>most</a:t>
            </a:r>
            <a:r>
              <a:rPr sz="1400" spc="37" dirty="0">
                <a:solidFill>
                  <a:srgbClr val="595959"/>
                </a:solidFill>
                <a:latin typeface="Times New Roman"/>
                <a:cs typeface="Times New Roman"/>
              </a:rPr>
              <a:t> </a:t>
            </a:r>
            <a:r>
              <a:rPr sz="1400" dirty="0">
                <a:solidFill>
                  <a:srgbClr val="595959"/>
                </a:solidFill>
                <a:latin typeface="CTJNHW+ArialMT"/>
                <a:cs typeface="CTJNHW+ArialMT"/>
              </a:rPr>
              <a:t>use</a:t>
            </a:r>
            <a:r>
              <a:rPr sz="1400" spc="37" dirty="0">
                <a:solidFill>
                  <a:srgbClr val="595959"/>
                </a:solidFill>
                <a:latin typeface="Times New Roman"/>
                <a:cs typeface="Times New Roman"/>
              </a:rPr>
              <a:t> </a:t>
            </a:r>
            <a:r>
              <a:rPr sz="1400" dirty="0">
                <a:solidFill>
                  <a:srgbClr val="595959"/>
                </a:solidFill>
                <a:latin typeface="CTJNHW+ArialMT"/>
                <a:cs typeface="CTJNHW+ArialMT"/>
              </a:rPr>
              <a:t>of</a:t>
            </a:r>
            <a:r>
              <a:rPr sz="1400" spc="37" dirty="0">
                <a:solidFill>
                  <a:srgbClr val="595959"/>
                </a:solidFill>
                <a:latin typeface="Times New Roman"/>
                <a:cs typeface="Times New Roman"/>
              </a:rPr>
              <a:t> </a:t>
            </a:r>
            <a:r>
              <a:rPr sz="1400" dirty="0">
                <a:solidFill>
                  <a:srgbClr val="595959"/>
                </a:solidFill>
                <a:latin typeface="CTJNHW+ArialMT"/>
                <a:cs typeface="CTJNHW+ArialMT"/>
              </a:rPr>
              <a:t>NumPy.</a:t>
            </a:r>
          </a:p>
        </p:txBody>
      </p:sp>
      <p:sp>
        <p:nvSpPr>
          <p:cNvPr id="6" name="object 6"/>
          <p:cNvSpPr txBox="1"/>
          <p:nvPr/>
        </p:nvSpPr>
        <p:spPr>
          <a:xfrm>
            <a:off x="1314450" y="1290523"/>
            <a:ext cx="7349214" cy="236735"/>
          </a:xfrm>
          <a:prstGeom prst="rect">
            <a:avLst/>
          </a:prstGeom>
        </p:spPr>
        <p:txBody>
          <a:bodyPr vert="horz" wrap="square" lIns="0" tIns="0" rIns="0" bIns="0" rtlCol="0">
            <a:spAutoFit/>
          </a:bodyPr>
          <a:lstStyle/>
          <a:p>
            <a:pPr marL="0" marR="0">
              <a:lnSpc>
                <a:spcPts val="1564"/>
              </a:lnSpc>
              <a:spcBef>
                <a:spcPts val="0"/>
              </a:spcBef>
              <a:spcAft>
                <a:spcPts val="0"/>
              </a:spcAft>
            </a:pPr>
            <a:r>
              <a:rPr sz="1400" dirty="0">
                <a:solidFill>
                  <a:srgbClr val="595959"/>
                </a:solidFill>
                <a:latin typeface="ITQKWN+Wingdings-Regular"/>
                <a:cs typeface="ITQKWN+Wingdings-Regular"/>
              </a:rPr>
              <a:t>§</a:t>
            </a:r>
            <a:r>
              <a:rPr sz="1400" spc="809" dirty="0">
                <a:solidFill>
                  <a:srgbClr val="595959"/>
                </a:solidFill>
                <a:latin typeface="Times New Roman"/>
                <a:cs typeface="Times New Roman"/>
              </a:rPr>
              <a:t> </a:t>
            </a:r>
            <a:r>
              <a:rPr sz="1400" dirty="0">
                <a:solidFill>
                  <a:srgbClr val="595959"/>
                </a:solidFill>
                <a:latin typeface="CTJNHW+ArialMT"/>
                <a:cs typeface="CTJNHW+ArialMT"/>
              </a:rPr>
              <a:t>In</a:t>
            </a:r>
            <a:r>
              <a:rPr sz="1400" spc="50" dirty="0">
                <a:solidFill>
                  <a:srgbClr val="595959"/>
                </a:solidFill>
                <a:latin typeface="Times New Roman"/>
                <a:cs typeface="Times New Roman"/>
              </a:rPr>
              <a:t> </a:t>
            </a:r>
            <a:r>
              <a:rPr sz="1400" dirty="0">
                <a:solidFill>
                  <a:srgbClr val="595959"/>
                </a:solidFill>
                <a:latin typeface="CTJNHW+ArialMT"/>
                <a:cs typeface="CTJNHW+ArialMT"/>
              </a:rPr>
              <a:t>addition,</a:t>
            </a:r>
            <a:r>
              <a:rPr sz="1400" spc="37" dirty="0">
                <a:solidFill>
                  <a:srgbClr val="595959"/>
                </a:solidFill>
                <a:latin typeface="Times New Roman"/>
                <a:cs typeface="Times New Roman"/>
              </a:rPr>
              <a:t> </a:t>
            </a:r>
            <a:r>
              <a:rPr sz="1400" dirty="0">
                <a:solidFill>
                  <a:srgbClr val="595959"/>
                </a:solidFill>
                <a:latin typeface="CTJNHW+ArialMT"/>
                <a:cs typeface="CTJNHW+ArialMT"/>
              </a:rPr>
              <a:t>SciPy</a:t>
            </a:r>
            <a:r>
              <a:rPr sz="1400" spc="64" dirty="0">
                <a:solidFill>
                  <a:srgbClr val="595959"/>
                </a:solidFill>
                <a:latin typeface="Times New Roman"/>
                <a:cs typeface="Times New Roman"/>
              </a:rPr>
              <a:t> </a:t>
            </a:r>
            <a:r>
              <a:rPr sz="1400" dirty="0">
                <a:solidFill>
                  <a:srgbClr val="595959"/>
                </a:solidFill>
                <a:latin typeface="CTJNHW+ArialMT"/>
                <a:cs typeface="CTJNHW+ArialMT"/>
              </a:rPr>
              <a:t>provides</a:t>
            </a:r>
            <a:r>
              <a:rPr sz="1400" spc="37" dirty="0">
                <a:solidFill>
                  <a:srgbClr val="595959"/>
                </a:solidFill>
                <a:latin typeface="Times New Roman"/>
                <a:cs typeface="Times New Roman"/>
              </a:rPr>
              <a:t> </a:t>
            </a:r>
            <a:r>
              <a:rPr sz="1400" dirty="0">
                <a:solidFill>
                  <a:srgbClr val="595959"/>
                </a:solidFill>
                <a:latin typeface="CTJNHW+ArialMT"/>
                <a:cs typeface="CTJNHW+ArialMT"/>
              </a:rPr>
              <a:t>all</a:t>
            </a:r>
            <a:r>
              <a:rPr sz="1400" spc="51" dirty="0">
                <a:solidFill>
                  <a:srgbClr val="595959"/>
                </a:solidFill>
                <a:latin typeface="Times New Roman"/>
                <a:cs typeface="Times New Roman"/>
              </a:rPr>
              <a:t> </a:t>
            </a:r>
            <a:r>
              <a:rPr sz="1400" dirty="0">
                <a:solidFill>
                  <a:srgbClr val="595959"/>
                </a:solidFill>
                <a:latin typeface="CTJNHW+ArialMT"/>
                <a:cs typeface="CTJNHW+ArialMT"/>
              </a:rPr>
              <a:t>the</a:t>
            </a:r>
            <a:r>
              <a:rPr sz="1400" spc="46" dirty="0">
                <a:solidFill>
                  <a:srgbClr val="595959"/>
                </a:solidFill>
                <a:latin typeface="Times New Roman"/>
                <a:cs typeface="Times New Roman"/>
              </a:rPr>
              <a:t> </a:t>
            </a:r>
            <a:r>
              <a:rPr sz="1400" dirty="0">
                <a:solidFill>
                  <a:srgbClr val="595959"/>
                </a:solidFill>
                <a:latin typeface="CTJNHW+ArialMT"/>
                <a:cs typeface="CTJNHW+ArialMT"/>
              </a:rPr>
              <a:t>efficient</a:t>
            </a:r>
            <a:r>
              <a:rPr sz="1400" spc="18" dirty="0">
                <a:solidFill>
                  <a:srgbClr val="595959"/>
                </a:solidFill>
                <a:latin typeface="Times New Roman"/>
                <a:cs typeface="Times New Roman"/>
              </a:rPr>
              <a:t> </a:t>
            </a:r>
            <a:r>
              <a:rPr sz="1400" dirty="0">
                <a:solidFill>
                  <a:srgbClr val="595959"/>
                </a:solidFill>
                <a:latin typeface="CTJNHW+ArialMT"/>
                <a:cs typeface="CTJNHW+ArialMT"/>
              </a:rPr>
              <a:t>numerical</a:t>
            </a:r>
            <a:r>
              <a:rPr sz="1400" spc="34" dirty="0">
                <a:solidFill>
                  <a:srgbClr val="595959"/>
                </a:solidFill>
                <a:latin typeface="Times New Roman"/>
                <a:cs typeface="Times New Roman"/>
              </a:rPr>
              <a:t> </a:t>
            </a:r>
            <a:r>
              <a:rPr sz="1400" dirty="0">
                <a:solidFill>
                  <a:srgbClr val="595959"/>
                </a:solidFill>
                <a:latin typeface="CTJNHW+ArialMT"/>
                <a:cs typeface="CTJNHW+ArialMT"/>
              </a:rPr>
              <a:t>routines</a:t>
            </a:r>
            <a:r>
              <a:rPr sz="1400" spc="37" dirty="0">
                <a:solidFill>
                  <a:srgbClr val="595959"/>
                </a:solidFill>
                <a:latin typeface="Times New Roman"/>
                <a:cs typeface="Times New Roman"/>
              </a:rPr>
              <a:t> </a:t>
            </a:r>
            <a:r>
              <a:rPr sz="1400" dirty="0">
                <a:solidFill>
                  <a:srgbClr val="595959"/>
                </a:solidFill>
                <a:latin typeface="CTJNHW+ArialMT"/>
                <a:cs typeface="CTJNHW+ArialMT"/>
              </a:rPr>
              <a:t>like</a:t>
            </a:r>
            <a:r>
              <a:rPr sz="1400" spc="51" dirty="0">
                <a:solidFill>
                  <a:srgbClr val="595959"/>
                </a:solidFill>
                <a:latin typeface="Times New Roman"/>
                <a:cs typeface="Times New Roman"/>
              </a:rPr>
              <a:t> </a:t>
            </a:r>
            <a:r>
              <a:rPr sz="1400" dirty="0">
                <a:solidFill>
                  <a:srgbClr val="595959"/>
                </a:solidFill>
                <a:latin typeface="CTJNHW+ArialMT"/>
                <a:cs typeface="CTJNHW+ArialMT"/>
              </a:rPr>
              <a:t>optimization,</a:t>
            </a:r>
            <a:r>
              <a:rPr sz="1400" spc="34" dirty="0">
                <a:solidFill>
                  <a:srgbClr val="595959"/>
                </a:solidFill>
                <a:latin typeface="Times New Roman"/>
                <a:cs typeface="Times New Roman"/>
              </a:rPr>
              <a:t> </a:t>
            </a:r>
            <a:r>
              <a:rPr sz="1400" dirty="0">
                <a:solidFill>
                  <a:srgbClr val="595959"/>
                </a:solidFill>
                <a:latin typeface="CTJNHW+ArialMT"/>
                <a:cs typeface="CTJNHW+ArialMT"/>
              </a:rPr>
              <a:t>numerical</a:t>
            </a:r>
          </a:p>
        </p:txBody>
      </p:sp>
      <p:sp>
        <p:nvSpPr>
          <p:cNvPr id="7" name="object 7"/>
          <p:cNvSpPr txBox="1"/>
          <p:nvPr/>
        </p:nvSpPr>
        <p:spPr>
          <a:xfrm>
            <a:off x="1543050" y="1503883"/>
            <a:ext cx="1032110" cy="236735"/>
          </a:xfrm>
          <a:prstGeom prst="rect">
            <a:avLst/>
          </a:prstGeom>
        </p:spPr>
        <p:txBody>
          <a:bodyPr vert="horz" wrap="square" lIns="0" tIns="0" rIns="0" bIns="0" rtlCol="0">
            <a:spAutoFit/>
          </a:bodyPr>
          <a:lstStyle/>
          <a:p>
            <a:pPr marL="0" marR="0">
              <a:lnSpc>
                <a:spcPts val="1564"/>
              </a:lnSpc>
              <a:spcBef>
                <a:spcPts val="0"/>
              </a:spcBef>
              <a:spcAft>
                <a:spcPts val="0"/>
              </a:spcAft>
            </a:pPr>
            <a:r>
              <a:rPr sz="1400" dirty="0">
                <a:solidFill>
                  <a:srgbClr val="595959"/>
                </a:solidFill>
                <a:latin typeface="CTJNHW+ArialMT"/>
                <a:cs typeface="CTJNHW+ArialMT"/>
              </a:rPr>
              <a:t>integration,</a:t>
            </a:r>
          </a:p>
        </p:txBody>
      </p:sp>
      <p:sp>
        <p:nvSpPr>
          <p:cNvPr id="8" name="object 8"/>
          <p:cNvSpPr txBox="1"/>
          <p:nvPr/>
        </p:nvSpPr>
        <p:spPr>
          <a:xfrm>
            <a:off x="3820583" y="1503883"/>
            <a:ext cx="449051" cy="236735"/>
          </a:xfrm>
          <a:prstGeom prst="rect">
            <a:avLst/>
          </a:prstGeom>
        </p:spPr>
        <p:txBody>
          <a:bodyPr vert="horz" wrap="square" lIns="0" tIns="0" rIns="0" bIns="0" rtlCol="0">
            <a:spAutoFit/>
          </a:bodyPr>
          <a:lstStyle/>
          <a:p>
            <a:pPr marL="0" marR="0">
              <a:lnSpc>
                <a:spcPts val="1564"/>
              </a:lnSpc>
              <a:spcBef>
                <a:spcPts val="0"/>
              </a:spcBef>
              <a:spcAft>
                <a:spcPts val="0"/>
              </a:spcAft>
            </a:pPr>
            <a:r>
              <a:rPr sz="1400" dirty="0">
                <a:solidFill>
                  <a:srgbClr val="595959"/>
                </a:solidFill>
                <a:latin typeface="CTJNHW+ArialMT"/>
                <a:cs typeface="CTJNHW+ArialMT"/>
              </a:rPr>
              <a:t>and</a:t>
            </a:r>
          </a:p>
        </p:txBody>
      </p:sp>
      <p:sp>
        <p:nvSpPr>
          <p:cNvPr id="9" name="object 9"/>
          <p:cNvSpPr txBox="1"/>
          <p:nvPr/>
        </p:nvSpPr>
        <p:spPr>
          <a:xfrm>
            <a:off x="5517091" y="1503883"/>
            <a:ext cx="745269" cy="236735"/>
          </a:xfrm>
          <a:prstGeom prst="rect">
            <a:avLst/>
          </a:prstGeom>
        </p:spPr>
        <p:txBody>
          <a:bodyPr vert="horz" wrap="square" lIns="0" tIns="0" rIns="0" bIns="0" rtlCol="0">
            <a:spAutoFit/>
          </a:bodyPr>
          <a:lstStyle/>
          <a:p>
            <a:pPr marL="0" marR="0">
              <a:lnSpc>
                <a:spcPts val="1564"/>
              </a:lnSpc>
              <a:spcBef>
                <a:spcPts val="0"/>
              </a:spcBef>
              <a:spcAft>
                <a:spcPts val="0"/>
              </a:spcAft>
            </a:pPr>
            <a:r>
              <a:rPr sz="1400" dirty="0">
                <a:solidFill>
                  <a:srgbClr val="595959"/>
                </a:solidFill>
                <a:latin typeface="CTJNHW+ArialMT"/>
                <a:cs typeface="CTJNHW+ArialMT"/>
              </a:rPr>
              <a:t>specific</a:t>
            </a:r>
          </a:p>
        </p:txBody>
      </p:sp>
      <p:sp>
        <p:nvSpPr>
          <p:cNvPr id="10" name="object 10"/>
          <p:cNvSpPr txBox="1"/>
          <p:nvPr/>
        </p:nvSpPr>
        <p:spPr>
          <a:xfrm>
            <a:off x="7510462" y="1503883"/>
            <a:ext cx="1160512" cy="236735"/>
          </a:xfrm>
          <a:prstGeom prst="rect">
            <a:avLst/>
          </a:prstGeom>
        </p:spPr>
        <p:txBody>
          <a:bodyPr vert="horz" wrap="square" lIns="0" tIns="0" rIns="0" bIns="0" rtlCol="0">
            <a:spAutoFit/>
          </a:bodyPr>
          <a:lstStyle/>
          <a:p>
            <a:pPr marL="0" marR="0">
              <a:lnSpc>
                <a:spcPts val="1564"/>
              </a:lnSpc>
              <a:spcBef>
                <a:spcPts val="0"/>
              </a:spcBef>
              <a:spcAft>
                <a:spcPts val="0"/>
              </a:spcAft>
            </a:pPr>
            <a:r>
              <a:rPr sz="1400" dirty="0">
                <a:solidFill>
                  <a:srgbClr val="595959"/>
                </a:solidFill>
                <a:latin typeface="CTJNHW+ArialMT"/>
                <a:cs typeface="CTJNHW+ArialMT"/>
              </a:rPr>
              <a:t>submodules.</a:t>
            </a:r>
          </a:p>
        </p:txBody>
      </p:sp>
      <p:sp>
        <p:nvSpPr>
          <p:cNvPr id="11" name="object 11"/>
          <p:cNvSpPr txBox="1"/>
          <p:nvPr/>
        </p:nvSpPr>
        <p:spPr>
          <a:xfrm>
            <a:off x="1314450" y="1930603"/>
            <a:ext cx="2158315" cy="236735"/>
          </a:xfrm>
          <a:prstGeom prst="rect">
            <a:avLst/>
          </a:prstGeom>
        </p:spPr>
        <p:txBody>
          <a:bodyPr vert="horz" wrap="square" lIns="0" tIns="0" rIns="0" bIns="0" rtlCol="0">
            <a:spAutoFit/>
          </a:bodyPr>
          <a:lstStyle/>
          <a:p>
            <a:pPr marL="0" marR="0">
              <a:lnSpc>
                <a:spcPts val="1564"/>
              </a:lnSpc>
              <a:spcBef>
                <a:spcPts val="0"/>
              </a:spcBef>
              <a:spcAft>
                <a:spcPts val="0"/>
              </a:spcAft>
            </a:pPr>
            <a:r>
              <a:rPr sz="1400" dirty="0">
                <a:solidFill>
                  <a:srgbClr val="595959"/>
                </a:solidFill>
                <a:latin typeface="ITQKWN+Wingdings-Regular"/>
                <a:cs typeface="ITQKWN+Wingdings-Regular"/>
              </a:rPr>
              <a:t>§</a:t>
            </a:r>
            <a:r>
              <a:rPr sz="1400" spc="809" dirty="0">
                <a:solidFill>
                  <a:srgbClr val="595959"/>
                </a:solidFill>
                <a:latin typeface="Times New Roman"/>
                <a:cs typeface="Times New Roman"/>
              </a:rPr>
              <a:t> </a:t>
            </a:r>
            <a:r>
              <a:rPr sz="1400" dirty="0">
                <a:solidFill>
                  <a:srgbClr val="595959"/>
                </a:solidFill>
                <a:latin typeface="CTJNHW+ArialMT"/>
                <a:cs typeface="CTJNHW+ArialMT"/>
              </a:rPr>
              <a:t>Where</a:t>
            </a:r>
            <a:r>
              <a:rPr sz="1400" spc="37" dirty="0">
                <a:solidFill>
                  <a:srgbClr val="595959"/>
                </a:solidFill>
                <a:latin typeface="Times New Roman"/>
                <a:cs typeface="Times New Roman"/>
              </a:rPr>
              <a:t> </a:t>
            </a:r>
            <a:r>
              <a:rPr sz="1400" dirty="0">
                <a:solidFill>
                  <a:srgbClr val="595959"/>
                </a:solidFill>
                <a:latin typeface="CTJNHW+ArialMT"/>
                <a:cs typeface="CTJNHW+ArialMT"/>
              </a:rPr>
              <a:t>Is</a:t>
            </a:r>
            <a:r>
              <a:rPr sz="1400" spc="38" dirty="0">
                <a:solidFill>
                  <a:srgbClr val="595959"/>
                </a:solidFill>
                <a:latin typeface="Times New Roman"/>
                <a:cs typeface="Times New Roman"/>
              </a:rPr>
              <a:t> </a:t>
            </a:r>
            <a:r>
              <a:rPr sz="1400" dirty="0">
                <a:solidFill>
                  <a:srgbClr val="595959"/>
                </a:solidFill>
                <a:latin typeface="CTJNHW+ArialMT"/>
                <a:cs typeface="CTJNHW+ArialMT"/>
              </a:rPr>
              <a:t>SciPy</a:t>
            </a:r>
            <a:r>
              <a:rPr sz="1400" spc="38" dirty="0">
                <a:solidFill>
                  <a:srgbClr val="595959"/>
                </a:solidFill>
                <a:latin typeface="Times New Roman"/>
                <a:cs typeface="Times New Roman"/>
              </a:rPr>
              <a:t> </a:t>
            </a:r>
            <a:r>
              <a:rPr sz="1400" dirty="0">
                <a:solidFill>
                  <a:srgbClr val="595959"/>
                </a:solidFill>
                <a:latin typeface="CTJNHW+ArialMT"/>
                <a:cs typeface="CTJNHW+ArialMT"/>
              </a:rPr>
              <a:t>Used?</a:t>
            </a:r>
          </a:p>
        </p:txBody>
      </p:sp>
      <p:sp>
        <p:nvSpPr>
          <p:cNvPr id="12" name="object 12"/>
          <p:cNvSpPr txBox="1"/>
          <p:nvPr/>
        </p:nvSpPr>
        <p:spPr>
          <a:xfrm>
            <a:off x="1314450" y="2357322"/>
            <a:ext cx="7354241" cy="663455"/>
          </a:xfrm>
          <a:prstGeom prst="rect">
            <a:avLst/>
          </a:prstGeom>
        </p:spPr>
        <p:txBody>
          <a:bodyPr vert="horz" wrap="square" lIns="0" tIns="0" rIns="0" bIns="0" rtlCol="0">
            <a:spAutoFit/>
          </a:bodyPr>
          <a:lstStyle/>
          <a:p>
            <a:pPr marL="0" marR="0">
              <a:lnSpc>
                <a:spcPts val="1564"/>
              </a:lnSpc>
              <a:spcBef>
                <a:spcPts val="0"/>
              </a:spcBef>
              <a:spcAft>
                <a:spcPts val="0"/>
              </a:spcAft>
            </a:pPr>
            <a:r>
              <a:rPr sz="1400" dirty="0">
                <a:solidFill>
                  <a:srgbClr val="595959"/>
                </a:solidFill>
                <a:latin typeface="ITQKWN+Wingdings-Regular"/>
                <a:cs typeface="ITQKWN+Wingdings-Regular"/>
              </a:rPr>
              <a:t>§</a:t>
            </a:r>
            <a:r>
              <a:rPr sz="1400" spc="809" dirty="0">
                <a:solidFill>
                  <a:srgbClr val="595959"/>
                </a:solidFill>
                <a:latin typeface="Times New Roman"/>
                <a:cs typeface="Times New Roman"/>
              </a:rPr>
              <a:t> </a:t>
            </a:r>
            <a:r>
              <a:rPr sz="1400" dirty="0">
                <a:solidFill>
                  <a:srgbClr val="595959"/>
                </a:solidFill>
                <a:latin typeface="CTJNHW+ArialMT"/>
                <a:cs typeface="CTJNHW+ArialMT"/>
              </a:rPr>
              <a:t>SciPy</a:t>
            </a:r>
            <a:r>
              <a:rPr sz="1400" spc="233" dirty="0">
                <a:solidFill>
                  <a:srgbClr val="595959"/>
                </a:solidFill>
                <a:latin typeface="Times New Roman"/>
                <a:cs typeface="Times New Roman"/>
              </a:rPr>
              <a:t> </a:t>
            </a:r>
            <a:r>
              <a:rPr sz="1400" dirty="0">
                <a:solidFill>
                  <a:srgbClr val="595959"/>
                </a:solidFill>
                <a:latin typeface="CTJNHW+ArialMT"/>
                <a:cs typeface="CTJNHW+ArialMT"/>
              </a:rPr>
              <a:t>is</a:t>
            </a:r>
            <a:r>
              <a:rPr sz="1400" spc="223" dirty="0">
                <a:solidFill>
                  <a:srgbClr val="595959"/>
                </a:solidFill>
                <a:latin typeface="Times New Roman"/>
                <a:cs typeface="Times New Roman"/>
              </a:rPr>
              <a:t> </a:t>
            </a:r>
            <a:r>
              <a:rPr sz="1400" dirty="0">
                <a:solidFill>
                  <a:srgbClr val="595959"/>
                </a:solidFill>
                <a:latin typeface="CTJNHW+ArialMT"/>
                <a:cs typeface="CTJNHW+ArialMT"/>
              </a:rPr>
              <a:t>a</a:t>
            </a:r>
            <a:r>
              <a:rPr sz="1400" spc="218" dirty="0">
                <a:solidFill>
                  <a:srgbClr val="595959"/>
                </a:solidFill>
                <a:latin typeface="Times New Roman"/>
                <a:cs typeface="Times New Roman"/>
              </a:rPr>
              <a:t> </a:t>
            </a:r>
            <a:r>
              <a:rPr sz="1400" dirty="0">
                <a:solidFill>
                  <a:srgbClr val="595959"/>
                </a:solidFill>
                <a:latin typeface="CTJNHW+ArialMT"/>
                <a:cs typeface="CTJNHW+ArialMT"/>
              </a:rPr>
              <a:t>library</a:t>
            </a:r>
            <a:r>
              <a:rPr sz="1400" spc="210" dirty="0">
                <a:solidFill>
                  <a:srgbClr val="595959"/>
                </a:solidFill>
                <a:latin typeface="Times New Roman"/>
                <a:cs typeface="Times New Roman"/>
              </a:rPr>
              <a:t> </a:t>
            </a:r>
            <a:r>
              <a:rPr sz="1400" dirty="0">
                <a:solidFill>
                  <a:srgbClr val="595959"/>
                </a:solidFill>
                <a:latin typeface="CTJNHW+ArialMT"/>
                <a:cs typeface="CTJNHW+ArialMT"/>
              </a:rPr>
              <a:t>that</a:t>
            </a:r>
            <a:r>
              <a:rPr sz="1400" spc="213" dirty="0">
                <a:solidFill>
                  <a:srgbClr val="595959"/>
                </a:solidFill>
                <a:latin typeface="Times New Roman"/>
                <a:cs typeface="Times New Roman"/>
              </a:rPr>
              <a:t> </a:t>
            </a:r>
            <a:r>
              <a:rPr sz="1400" dirty="0">
                <a:solidFill>
                  <a:srgbClr val="595959"/>
                </a:solidFill>
                <a:latin typeface="CTJNHW+ArialMT"/>
                <a:cs typeface="CTJNHW+ArialMT"/>
              </a:rPr>
              <a:t>uses</a:t>
            </a:r>
            <a:r>
              <a:rPr sz="1400" spc="214" dirty="0">
                <a:solidFill>
                  <a:srgbClr val="595959"/>
                </a:solidFill>
                <a:latin typeface="Times New Roman"/>
                <a:cs typeface="Times New Roman"/>
              </a:rPr>
              <a:t> </a:t>
            </a:r>
            <a:r>
              <a:rPr sz="1400" dirty="0">
                <a:solidFill>
                  <a:srgbClr val="595959"/>
                </a:solidFill>
                <a:latin typeface="CTJNHW+ArialMT"/>
                <a:cs typeface="CTJNHW+ArialMT"/>
              </a:rPr>
              <a:t>NumPy</a:t>
            </a:r>
            <a:r>
              <a:rPr sz="1400" spc="221" dirty="0">
                <a:solidFill>
                  <a:srgbClr val="595959"/>
                </a:solidFill>
                <a:latin typeface="Times New Roman"/>
                <a:cs typeface="Times New Roman"/>
              </a:rPr>
              <a:t> </a:t>
            </a:r>
            <a:r>
              <a:rPr sz="1400" dirty="0">
                <a:solidFill>
                  <a:srgbClr val="595959"/>
                </a:solidFill>
                <a:latin typeface="CTJNHW+ArialMT"/>
                <a:cs typeface="CTJNHW+ArialMT"/>
              </a:rPr>
              <a:t>for</a:t>
            </a:r>
            <a:r>
              <a:rPr sz="1400" spc="214" dirty="0">
                <a:solidFill>
                  <a:srgbClr val="595959"/>
                </a:solidFill>
                <a:latin typeface="Times New Roman"/>
                <a:cs typeface="Times New Roman"/>
              </a:rPr>
              <a:t> </a:t>
            </a:r>
            <a:r>
              <a:rPr sz="1400" dirty="0">
                <a:solidFill>
                  <a:srgbClr val="595959"/>
                </a:solidFill>
                <a:latin typeface="CTJNHW+ArialMT"/>
                <a:cs typeface="CTJNHW+ArialMT"/>
              </a:rPr>
              <a:t>the</a:t>
            </a:r>
            <a:r>
              <a:rPr sz="1400" spc="215" dirty="0">
                <a:solidFill>
                  <a:srgbClr val="595959"/>
                </a:solidFill>
                <a:latin typeface="Times New Roman"/>
                <a:cs typeface="Times New Roman"/>
              </a:rPr>
              <a:t> </a:t>
            </a:r>
            <a:r>
              <a:rPr sz="1400" dirty="0">
                <a:solidFill>
                  <a:srgbClr val="595959"/>
                </a:solidFill>
                <a:latin typeface="CTJNHW+ArialMT"/>
                <a:cs typeface="CTJNHW+ArialMT"/>
              </a:rPr>
              <a:t>purpose</a:t>
            </a:r>
            <a:r>
              <a:rPr sz="1400" spc="200" dirty="0">
                <a:solidFill>
                  <a:srgbClr val="595959"/>
                </a:solidFill>
                <a:latin typeface="Times New Roman"/>
                <a:cs typeface="Times New Roman"/>
              </a:rPr>
              <a:t> </a:t>
            </a:r>
            <a:r>
              <a:rPr sz="1400" dirty="0">
                <a:solidFill>
                  <a:srgbClr val="595959"/>
                </a:solidFill>
                <a:latin typeface="CTJNHW+ArialMT"/>
                <a:cs typeface="CTJNHW+ArialMT"/>
              </a:rPr>
              <a:t>of</a:t>
            </a:r>
            <a:r>
              <a:rPr sz="1400" spc="217" dirty="0">
                <a:solidFill>
                  <a:srgbClr val="595959"/>
                </a:solidFill>
                <a:latin typeface="Times New Roman"/>
                <a:cs typeface="Times New Roman"/>
              </a:rPr>
              <a:t> </a:t>
            </a:r>
            <a:r>
              <a:rPr sz="1400" dirty="0">
                <a:solidFill>
                  <a:srgbClr val="595959"/>
                </a:solidFill>
                <a:latin typeface="CTJNHW+ArialMT"/>
                <a:cs typeface="CTJNHW+ArialMT"/>
              </a:rPr>
              <a:t>solving</a:t>
            </a:r>
            <a:r>
              <a:rPr sz="1400" spc="214" dirty="0">
                <a:solidFill>
                  <a:srgbClr val="595959"/>
                </a:solidFill>
                <a:latin typeface="Times New Roman"/>
                <a:cs typeface="Times New Roman"/>
              </a:rPr>
              <a:t> </a:t>
            </a:r>
            <a:r>
              <a:rPr sz="1400" dirty="0">
                <a:solidFill>
                  <a:srgbClr val="595959"/>
                </a:solidFill>
                <a:latin typeface="CTJNHW+ArialMT"/>
                <a:cs typeface="CTJNHW+ArialMT"/>
              </a:rPr>
              <a:t>mathematical</a:t>
            </a:r>
            <a:r>
              <a:rPr sz="1400" spc="200" dirty="0">
                <a:solidFill>
                  <a:srgbClr val="595959"/>
                </a:solidFill>
                <a:latin typeface="Times New Roman"/>
                <a:cs typeface="Times New Roman"/>
              </a:rPr>
              <a:t> </a:t>
            </a:r>
            <a:r>
              <a:rPr sz="1400" dirty="0">
                <a:solidFill>
                  <a:srgbClr val="595959"/>
                </a:solidFill>
                <a:latin typeface="CTJNHW+ArialMT"/>
                <a:cs typeface="CTJNHW+ArialMT"/>
              </a:rPr>
              <a:t>functions.</a:t>
            </a:r>
          </a:p>
          <a:p>
            <a:pPr marL="228600" marR="0">
              <a:lnSpc>
                <a:spcPts val="1564"/>
              </a:lnSpc>
              <a:spcBef>
                <a:spcPts val="65"/>
              </a:spcBef>
              <a:spcAft>
                <a:spcPts val="0"/>
              </a:spcAft>
            </a:pPr>
            <a:r>
              <a:rPr sz="1400" dirty="0">
                <a:solidFill>
                  <a:srgbClr val="595959"/>
                </a:solidFill>
                <a:latin typeface="CTJNHW+ArialMT"/>
                <a:cs typeface="CTJNHW+ArialMT"/>
              </a:rPr>
              <a:t>SciPy</a:t>
            </a:r>
            <a:r>
              <a:rPr sz="1400" spc="345" dirty="0">
                <a:solidFill>
                  <a:srgbClr val="595959"/>
                </a:solidFill>
                <a:latin typeface="Times New Roman"/>
                <a:cs typeface="Times New Roman"/>
              </a:rPr>
              <a:t> </a:t>
            </a:r>
            <a:r>
              <a:rPr sz="1400" dirty="0">
                <a:solidFill>
                  <a:srgbClr val="595959"/>
                </a:solidFill>
                <a:latin typeface="CTJNHW+ArialMT"/>
                <a:cs typeface="CTJNHW+ArialMT"/>
              </a:rPr>
              <a:t>uses</a:t>
            </a:r>
            <a:r>
              <a:rPr sz="1400" spc="325" dirty="0">
                <a:solidFill>
                  <a:srgbClr val="595959"/>
                </a:solidFill>
                <a:latin typeface="Times New Roman"/>
                <a:cs typeface="Times New Roman"/>
              </a:rPr>
              <a:t> </a:t>
            </a:r>
            <a:r>
              <a:rPr sz="1400" dirty="0">
                <a:solidFill>
                  <a:srgbClr val="595959"/>
                </a:solidFill>
                <a:latin typeface="CTJNHW+ArialMT"/>
                <a:cs typeface="CTJNHW+ArialMT"/>
              </a:rPr>
              <a:t>NumPy</a:t>
            </a:r>
            <a:r>
              <a:rPr sz="1400" spc="332" dirty="0">
                <a:solidFill>
                  <a:srgbClr val="595959"/>
                </a:solidFill>
                <a:latin typeface="Times New Roman"/>
                <a:cs typeface="Times New Roman"/>
              </a:rPr>
              <a:t> </a:t>
            </a:r>
            <a:r>
              <a:rPr sz="1400" dirty="0">
                <a:solidFill>
                  <a:srgbClr val="595959"/>
                </a:solidFill>
                <a:latin typeface="CTJNHW+ArialMT"/>
                <a:cs typeface="CTJNHW+ArialMT"/>
              </a:rPr>
              <a:t>arrays</a:t>
            </a:r>
            <a:r>
              <a:rPr sz="1400" spc="319" dirty="0">
                <a:solidFill>
                  <a:srgbClr val="595959"/>
                </a:solidFill>
                <a:latin typeface="Times New Roman"/>
                <a:cs typeface="Times New Roman"/>
              </a:rPr>
              <a:t> </a:t>
            </a:r>
            <a:r>
              <a:rPr sz="1400" dirty="0">
                <a:solidFill>
                  <a:srgbClr val="595959"/>
                </a:solidFill>
                <a:latin typeface="CTJNHW+ArialMT"/>
                <a:cs typeface="CTJNHW+ArialMT"/>
              </a:rPr>
              <a:t>as</a:t>
            </a:r>
            <a:r>
              <a:rPr sz="1400" spc="329" dirty="0">
                <a:solidFill>
                  <a:srgbClr val="595959"/>
                </a:solidFill>
                <a:latin typeface="Times New Roman"/>
                <a:cs typeface="Times New Roman"/>
              </a:rPr>
              <a:t> </a:t>
            </a:r>
            <a:r>
              <a:rPr sz="1400" dirty="0">
                <a:solidFill>
                  <a:srgbClr val="595959"/>
                </a:solidFill>
                <a:latin typeface="CTJNHW+ArialMT"/>
                <a:cs typeface="CTJNHW+ArialMT"/>
              </a:rPr>
              <a:t>the</a:t>
            </a:r>
            <a:r>
              <a:rPr sz="1400" spc="325" dirty="0">
                <a:solidFill>
                  <a:srgbClr val="595959"/>
                </a:solidFill>
                <a:latin typeface="Times New Roman"/>
                <a:cs typeface="Times New Roman"/>
              </a:rPr>
              <a:t> </a:t>
            </a:r>
            <a:r>
              <a:rPr sz="1400" dirty="0">
                <a:solidFill>
                  <a:srgbClr val="595959"/>
                </a:solidFill>
                <a:latin typeface="CTJNHW+ArialMT"/>
                <a:cs typeface="CTJNHW+ArialMT"/>
              </a:rPr>
              <a:t>basic</a:t>
            </a:r>
            <a:r>
              <a:rPr sz="1400" spc="327" dirty="0">
                <a:solidFill>
                  <a:srgbClr val="595959"/>
                </a:solidFill>
                <a:latin typeface="Times New Roman"/>
                <a:cs typeface="Times New Roman"/>
              </a:rPr>
              <a:t> </a:t>
            </a:r>
            <a:r>
              <a:rPr sz="1400" dirty="0">
                <a:solidFill>
                  <a:srgbClr val="595959"/>
                </a:solidFill>
                <a:latin typeface="CTJNHW+ArialMT"/>
                <a:cs typeface="CTJNHW+ArialMT"/>
              </a:rPr>
              <a:t>data</a:t>
            </a:r>
            <a:r>
              <a:rPr sz="1400" spc="323" dirty="0">
                <a:solidFill>
                  <a:srgbClr val="595959"/>
                </a:solidFill>
                <a:latin typeface="Times New Roman"/>
                <a:cs typeface="Times New Roman"/>
              </a:rPr>
              <a:t> </a:t>
            </a:r>
            <a:r>
              <a:rPr sz="1400" dirty="0">
                <a:solidFill>
                  <a:srgbClr val="595959"/>
                </a:solidFill>
                <a:latin typeface="CTJNHW+ArialMT"/>
                <a:cs typeface="CTJNHW+ArialMT"/>
              </a:rPr>
              <a:t>structure,</a:t>
            </a:r>
            <a:r>
              <a:rPr sz="1400" spc="313" dirty="0">
                <a:solidFill>
                  <a:srgbClr val="595959"/>
                </a:solidFill>
                <a:latin typeface="Times New Roman"/>
                <a:cs typeface="Times New Roman"/>
              </a:rPr>
              <a:t> </a:t>
            </a:r>
            <a:r>
              <a:rPr sz="1400" dirty="0">
                <a:solidFill>
                  <a:srgbClr val="595959"/>
                </a:solidFill>
                <a:latin typeface="CTJNHW+ArialMT"/>
                <a:cs typeface="CTJNHW+ArialMT"/>
              </a:rPr>
              <a:t>and</a:t>
            </a:r>
            <a:r>
              <a:rPr sz="1400" spc="322" dirty="0">
                <a:solidFill>
                  <a:srgbClr val="595959"/>
                </a:solidFill>
                <a:latin typeface="Times New Roman"/>
                <a:cs typeface="Times New Roman"/>
              </a:rPr>
              <a:t> </a:t>
            </a:r>
            <a:r>
              <a:rPr sz="1400" dirty="0">
                <a:solidFill>
                  <a:srgbClr val="595959"/>
                </a:solidFill>
                <a:latin typeface="CTJNHW+ArialMT"/>
                <a:cs typeface="CTJNHW+ArialMT"/>
              </a:rPr>
              <a:t>comes</a:t>
            </a:r>
            <a:r>
              <a:rPr sz="1400" spc="322" dirty="0">
                <a:solidFill>
                  <a:srgbClr val="595959"/>
                </a:solidFill>
                <a:latin typeface="Times New Roman"/>
                <a:cs typeface="Times New Roman"/>
              </a:rPr>
              <a:t> </a:t>
            </a:r>
            <a:r>
              <a:rPr sz="1400" dirty="0">
                <a:solidFill>
                  <a:srgbClr val="595959"/>
                </a:solidFill>
                <a:latin typeface="CTJNHW+ArialMT"/>
                <a:cs typeface="CTJNHW+ArialMT"/>
              </a:rPr>
              <a:t>with</a:t>
            </a:r>
            <a:r>
              <a:rPr sz="1400" spc="332" dirty="0">
                <a:solidFill>
                  <a:srgbClr val="595959"/>
                </a:solidFill>
                <a:latin typeface="Times New Roman"/>
                <a:cs typeface="Times New Roman"/>
              </a:rPr>
              <a:t> </a:t>
            </a:r>
            <a:r>
              <a:rPr sz="1400" dirty="0">
                <a:solidFill>
                  <a:srgbClr val="595959"/>
                </a:solidFill>
                <a:latin typeface="CTJNHW+ArialMT"/>
                <a:cs typeface="CTJNHW+ArialMT"/>
              </a:rPr>
              <a:t>modules</a:t>
            </a:r>
            <a:r>
              <a:rPr sz="1400" spc="317" dirty="0">
                <a:solidFill>
                  <a:srgbClr val="595959"/>
                </a:solidFill>
                <a:latin typeface="Times New Roman"/>
                <a:cs typeface="Times New Roman"/>
              </a:rPr>
              <a:t> </a:t>
            </a:r>
            <a:r>
              <a:rPr sz="1400" dirty="0">
                <a:solidFill>
                  <a:srgbClr val="595959"/>
                </a:solidFill>
                <a:latin typeface="CTJNHW+ArialMT"/>
                <a:cs typeface="CTJNHW+ArialMT"/>
              </a:rPr>
              <a:t>for</a:t>
            </a:r>
          </a:p>
          <a:p>
            <a:pPr marL="228600" marR="0">
              <a:lnSpc>
                <a:spcPts val="1564"/>
              </a:lnSpc>
              <a:spcBef>
                <a:spcPts val="115"/>
              </a:spcBef>
              <a:spcAft>
                <a:spcPts val="0"/>
              </a:spcAft>
            </a:pPr>
            <a:r>
              <a:rPr sz="1400" dirty="0">
                <a:solidFill>
                  <a:srgbClr val="595959"/>
                </a:solidFill>
                <a:latin typeface="CTJNHW+ArialMT"/>
                <a:cs typeface="CTJNHW+ArialMT"/>
              </a:rPr>
              <a:t>various</a:t>
            </a:r>
            <a:r>
              <a:rPr sz="1400" spc="37" dirty="0">
                <a:solidFill>
                  <a:srgbClr val="595959"/>
                </a:solidFill>
                <a:latin typeface="Times New Roman"/>
                <a:cs typeface="Times New Roman"/>
              </a:rPr>
              <a:t> </a:t>
            </a:r>
            <a:r>
              <a:rPr sz="1400" dirty="0">
                <a:solidFill>
                  <a:srgbClr val="595959"/>
                </a:solidFill>
                <a:latin typeface="CTJNHW+ArialMT"/>
                <a:cs typeface="CTJNHW+ArialMT"/>
              </a:rPr>
              <a:t>commonly</a:t>
            </a:r>
            <a:r>
              <a:rPr sz="1400" spc="37" dirty="0">
                <a:solidFill>
                  <a:srgbClr val="595959"/>
                </a:solidFill>
                <a:latin typeface="Times New Roman"/>
                <a:cs typeface="Times New Roman"/>
              </a:rPr>
              <a:t> </a:t>
            </a:r>
            <a:r>
              <a:rPr sz="1400" dirty="0">
                <a:solidFill>
                  <a:srgbClr val="595959"/>
                </a:solidFill>
                <a:latin typeface="CTJNHW+ArialMT"/>
                <a:cs typeface="CTJNHW+ArialMT"/>
              </a:rPr>
              <a:t>used</a:t>
            </a:r>
            <a:r>
              <a:rPr sz="1400" spc="37" dirty="0">
                <a:solidFill>
                  <a:srgbClr val="595959"/>
                </a:solidFill>
                <a:latin typeface="Times New Roman"/>
                <a:cs typeface="Times New Roman"/>
              </a:rPr>
              <a:t> </a:t>
            </a:r>
            <a:r>
              <a:rPr sz="1400" dirty="0">
                <a:solidFill>
                  <a:srgbClr val="595959"/>
                </a:solidFill>
                <a:latin typeface="CTJNHW+ArialMT"/>
                <a:cs typeface="CTJNHW+ArialMT"/>
              </a:rPr>
              <a:t>tasks</a:t>
            </a:r>
            <a:r>
              <a:rPr sz="1400" spc="37" dirty="0">
                <a:solidFill>
                  <a:srgbClr val="595959"/>
                </a:solidFill>
                <a:latin typeface="Times New Roman"/>
                <a:cs typeface="Times New Roman"/>
              </a:rPr>
              <a:t> </a:t>
            </a:r>
            <a:r>
              <a:rPr sz="1400" dirty="0">
                <a:solidFill>
                  <a:srgbClr val="595959"/>
                </a:solidFill>
                <a:latin typeface="CTJNHW+ArialMT"/>
                <a:cs typeface="CTJNHW+ArialMT"/>
              </a:rPr>
              <a:t>in</a:t>
            </a:r>
            <a:r>
              <a:rPr sz="1400" spc="37" dirty="0">
                <a:solidFill>
                  <a:srgbClr val="595959"/>
                </a:solidFill>
                <a:latin typeface="Times New Roman"/>
                <a:cs typeface="Times New Roman"/>
              </a:rPr>
              <a:t> </a:t>
            </a:r>
            <a:r>
              <a:rPr sz="1400" dirty="0">
                <a:solidFill>
                  <a:srgbClr val="595959"/>
                </a:solidFill>
                <a:latin typeface="CTJNHW+ArialMT"/>
                <a:cs typeface="CTJNHW+ArialMT"/>
              </a:rPr>
              <a:t>scientific</a:t>
            </a:r>
            <a:r>
              <a:rPr sz="1400" spc="37" dirty="0">
                <a:solidFill>
                  <a:srgbClr val="595959"/>
                </a:solidFill>
                <a:latin typeface="Times New Roman"/>
                <a:cs typeface="Times New Roman"/>
              </a:rPr>
              <a:t> </a:t>
            </a:r>
            <a:r>
              <a:rPr sz="1400" dirty="0">
                <a:solidFill>
                  <a:srgbClr val="595959"/>
                </a:solidFill>
                <a:latin typeface="CTJNHW+ArialMT"/>
                <a:cs typeface="CTJNHW+ArialMT"/>
              </a:rPr>
              <a:t>programming.</a:t>
            </a:r>
          </a:p>
        </p:txBody>
      </p:sp>
      <p:sp>
        <p:nvSpPr>
          <p:cNvPr id="13" name="object 13"/>
          <p:cNvSpPr txBox="1"/>
          <p:nvPr/>
        </p:nvSpPr>
        <p:spPr>
          <a:xfrm>
            <a:off x="1314450" y="3210762"/>
            <a:ext cx="7349390" cy="236735"/>
          </a:xfrm>
          <a:prstGeom prst="rect">
            <a:avLst/>
          </a:prstGeom>
        </p:spPr>
        <p:txBody>
          <a:bodyPr vert="horz" wrap="square" lIns="0" tIns="0" rIns="0" bIns="0" rtlCol="0">
            <a:spAutoFit/>
          </a:bodyPr>
          <a:lstStyle/>
          <a:p>
            <a:pPr marL="0" marR="0">
              <a:lnSpc>
                <a:spcPts val="1564"/>
              </a:lnSpc>
              <a:spcBef>
                <a:spcPts val="0"/>
              </a:spcBef>
              <a:spcAft>
                <a:spcPts val="0"/>
              </a:spcAft>
            </a:pPr>
            <a:r>
              <a:rPr sz="1400" dirty="0">
                <a:solidFill>
                  <a:srgbClr val="595959"/>
                </a:solidFill>
                <a:latin typeface="ITQKWN+Wingdings-Regular"/>
                <a:cs typeface="ITQKWN+Wingdings-Regular"/>
              </a:rPr>
              <a:t>§</a:t>
            </a:r>
            <a:r>
              <a:rPr sz="1400" spc="809" dirty="0">
                <a:solidFill>
                  <a:srgbClr val="595959"/>
                </a:solidFill>
                <a:latin typeface="Times New Roman"/>
                <a:cs typeface="Times New Roman"/>
              </a:rPr>
              <a:t> </a:t>
            </a:r>
            <a:r>
              <a:rPr sz="1400" dirty="0">
                <a:solidFill>
                  <a:srgbClr val="595959"/>
                </a:solidFill>
                <a:latin typeface="CTJNHW+ArialMT"/>
                <a:cs typeface="CTJNHW+ArialMT"/>
              </a:rPr>
              <a:t>Tasks</a:t>
            </a:r>
            <a:r>
              <a:rPr sz="1400" spc="442" dirty="0">
                <a:solidFill>
                  <a:srgbClr val="595959"/>
                </a:solidFill>
                <a:latin typeface="Times New Roman"/>
                <a:cs typeface="Times New Roman"/>
              </a:rPr>
              <a:t> </a:t>
            </a:r>
            <a:r>
              <a:rPr sz="1400" dirty="0">
                <a:solidFill>
                  <a:srgbClr val="595959"/>
                </a:solidFill>
                <a:latin typeface="CTJNHW+ArialMT"/>
                <a:cs typeface="CTJNHW+ArialMT"/>
              </a:rPr>
              <a:t>including</a:t>
            </a:r>
            <a:r>
              <a:rPr sz="1400" spc="592" dirty="0">
                <a:solidFill>
                  <a:srgbClr val="595959"/>
                </a:solidFill>
                <a:latin typeface="Times New Roman"/>
                <a:cs typeface="Times New Roman"/>
              </a:rPr>
              <a:t> </a:t>
            </a:r>
            <a:r>
              <a:rPr sz="1400" dirty="0">
                <a:solidFill>
                  <a:srgbClr val="595959"/>
                </a:solidFill>
                <a:latin typeface="CTJNHW+ArialMT"/>
                <a:cs typeface="CTJNHW+ArialMT"/>
              </a:rPr>
              <a:t>linear</a:t>
            </a:r>
            <a:r>
              <a:rPr sz="1400" spc="594" dirty="0">
                <a:solidFill>
                  <a:srgbClr val="595959"/>
                </a:solidFill>
                <a:latin typeface="Times New Roman"/>
                <a:cs typeface="Times New Roman"/>
              </a:rPr>
              <a:t> </a:t>
            </a:r>
            <a:r>
              <a:rPr sz="1400" dirty="0">
                <a:solidFill>
                  <a:srgbClr val="595959"/>
                </a:solidFill>
                <a:latin typeface="CTJNHW+ArialMT"/>
                <a:cs typeface="CTJNHW+ArialMT"/>
              </a:rPr>
              <a:t>algebra,</a:t>
            </a:r>
            <a:r>
              <a:rPr sz="1400" spc="584" dirty="0">
                <a:solidFill>
                  <a:srgbClr val="595959"/>
                </a:solidFill>
                <a:latin typeface="Times New Roman"/>
                <a:cs typeface="Times New Roman"/>
              </a:rPr>
              <a:t> </a:t>
            </a:r>
            <a:r>
              <a:rPr sz="1400" dirty="0">
                <a:solidFill>
                  <a:srgbClr val="595959"/>
                </a:solidFill>
                <a:latin typeface="CTJNHW+ArialMT"/>
                <a:cs typeface="CTJNHW+ArialMT"/>
              </a:rPr>
              <a:t>integration</a:t>
            </a:r>
            <a:r>
              <a:rPr sz="1400" spc="584" dirty="0">
                <a:solidFill>
                  <a:srgbClr val="595959"/>
                </a:solidFill>
                <a:latin typeface="Times New Roman"/>
                <a:cs typeface="Times New Roman"/>
              </a:rPr>
              <a:t> </a:t>
            </a:r>
            <a:r>
              <a:rPr sz="1400" dirty="0">
                <a:solidFill>
                  <a:srgbClr val="595959"/>
                </a:solidFill>
                <a:latin typeface="CTJNHW+ArialMT"/>
                <a:cs typeface="CTJNHW+ArialMT"/>
              </a:rPr>
              <a:t>(calculus),</a:t>
            </a:r>
            <a:r>
              <a:rPr sz="1400" spc="590" dirty="0">
                <a:solidFill>
                  <a:srgbClr val="595959"/>
                </a:solidFill>
                <a:latin typeface="Times New Roman"/>
                <a:cs typeface="Times New Roman"/>
              </a:rPr>
              <a:t> </a:t>
            </a:r>
            <a:r>
              <a:rPr sz="1400" dirty="0">
                <a:solidFill>
                  <a:srgbClr val="595959"/>
                </a:solidFill>
                <a:latin typeface="CTJNHW+ArialMT"/>
                <a:cs typeface="CTJNHW+ArialMT"/>
              </a:rPr>
              <a:t>ordinary</a:t>
            </a:r>
            <a:r>
              <a:rPr sz="1400" spc="586" dirty="0">
                <a:solidFill>
                  <a:srgbClr val="595959"/>
                </a:solidFill>
                <a:latin typeface="Times New Roman"/>
                <a:cs typeface="Times New Roman"/>
              </a:rPr>
              <a:t> </a:t>
            </a:r>
            <a:r>
              <a:rPr sz="1400" dirty="0">
                <a:solidFill>
                  <a:srgbClr val="595959"/>
                </a:solidFill>
                <a:latin typeface="CTJNHW+ArialMT"/>
                <a:cs typeface="CTJNHW+ArialMT"/>
              </a:rPr>
              <a:t>differential</a:t>
            </a:r>
            <a:r>
              <a:rPr sz="1400" spc="563" dirty="0">
                <a:solidFill>
                  <a:srgbClr val="595959"/>
                </a:solidFill>
                <a:latin typeface="Times New Roman"/>
                <a:cs typeface="Times New Roman"/>
              </a:rPr>
              <a:t> </a:t>
            </a:r>
            <a:r>
              <a:rPr sz="1400" dirty="0">
                <a:solidFill>
                  <a:srgbClr val="595959"/>
                </a:solidFill>
                <a:latin typeface="CTJNHW+ArialMT"/>
                <a:cs typeface="CTJNHW+ArialMT"/>
              </a:rPr>
              <a:t>equation</a:t>
            </a:r>
          </a:p>
        </p:txBody>
      </p:sp>
      <p:sp>
        <p:nvSpPr>
          <p:cNvPr id="14" name="object 14"/>
          <p:cNvSpPr txBox="1"/>
          <p:nvPr/>
        </p:nvSpPr>
        <p:spPr>
          <a:xfrm>
            <a:off x="1543050" y="3424122"/>
            <a:ext cx="4755611" cy="236735"/>
          </a:xfrm>
          <a:prstGeom prst="rect">
            <a:avLst/>
          </a:prstGeom>
        </p:spPr>
        <p:txBody>
          <a:bodyPr vert="horz" wrap="square" lIns="0" tIns="0" rIns="0" bIns="0" rtlCol="0">
            <a:spAutoFit/>
          </a:bodyPr>
          <a:lstStyle/>
          <a:p>
            <a:pPr marL="0" marR="0">
              <a:lnSpc>
                <a:spcPts val="1564"/>
              </a:lnSpc>
              <a:spcBef>
                <a:spcPts val="0"/>
              </a:spcBef>
              <a:spcAft>
                <a:spcPts val="0"/>
              </a:spcAft>
            </a:pPr>
            <a:r>
              <a:rPr sz="1400" dirty="0">
                <a:solidFill>
                  <a:srgbClr val="595959"/>
                </a:solidFill>
                <a:latin typeface="CTJNHW+ArialMT"/>
                <a:cs typeface="CTJNHW+ArialMT"/>
              </a:rPr>
              <a:t>solving</a:t>
            </a:r>
            <a:r>
              <a:rPr sz="1400" spc="37" dirty="0">
                <a:solidFill>
                  <a:srgbClr val="595959"/>
                </a:solidFill>
                <a:latin typeface="Times New Roman"/>
                <a:cs typeface="Times New Roman"/>
              </a:rPr>
              <a:t> </a:t>
            </a:r>
            <a:r>
              <a:rPr sz="1400" dirty="0">
                <a:solidFill>
                  <a:srgbClr val="595959"/>
                </a:solidFill>
                <a:latin typeface="CTJNHW+ArialMT"/>
                <a:cs typeface="CTJNHW+ArialMT"/>
              </a:rPr>
              <a:t>and</a:t>
            </a:r>
            <a:r>
              <a:rPr sz="1400" spc="37" dirty="0">
                <a:solidFill>
                  <a:srgbClr val="595959"/>
                </a:solidFill>
                <a:latin typeface="Times New Roman"/>
                <a:cs typeface="Times New Roman"/>
              </a:rPr>
              <a:t> </a:t>
            </a:r>
            <a:r>
              <a:rPr sz="1400" dirty="0">
                <a:solidFill>
                  <a:srgbClr val="595959"/>
                </a:solidFill>
                <a:latin typeface="CTJNHW+ArialMT"/>
                <a:cs typeface="CTJNHW+ArialMT"/>
              </a:rPr>
              <a:t>signal</a:t>
            </a:r>
            <a:r>
              <a:rPr sz="1400" spc="37" dirty="0">
                <a:solidFill>
                  <a:srgbClr val="595959"/>
                </a:solidFill>
                <a:latin typeface="Times New Roman"/>
                <a:cs typeface="Times New Roman"/>
              </a:rPr>
              <a:t> </a:t>
            </a:r>
            <a:r>
              <a:rPr sz="1400" dirty="0">
                <a:solidFill>
                  <a:srgbClr val="595959"/>
                </a:solidFill>
                <a:latin typeface="CTJNHW+ArialMT"/>
                <a:cs typeface="CTJNHW+ArialMT"/>
              </a:rPr>
              <a:t>processing</a:t>
            </a:r>
            <a:r>
              <a:rPr sz="1400" spc="37" dirty="0">
                <a:solidFill>
                  <a:srgbClr val="595959"/>
                </a:solidFill>
                <a:latin typeface="Times New Roman"/>
                <a:cs typeface="Times New Roman"/>
              </a:rPr>
              <a:t> </a:t>
            </a:r>
            <a:r>
              <a:rPr sz="1400" dirty="0">
                <a:solidFill>
                  <a:srgbClr val="595959"/>
                </a:solidFill>
                <a:latin typeface="CTJNHW+ArialMT"/>
                <a:cs typeface="CTJNHW+ArialMT"/>
              </a:rPr>
              <a:t>are</a:t>
            </a:r>
            <a:r>
              <a:rPr sz="1400" spc="37" dirty="0">
                <a:solidFill>
                  <a:srgbClr val="595959"/>
                </a:solidFill>
                <a:latin typeface="Times New Roman"/>
                <a:cs typeface="Times New Roman"/>
              </a:rPr>
              <a:t> </a:t>
            </a:r>
            <a:r>
              <a:rPr sz="1400" dirty="0">
                <a:solidFill>
                  <a:srgbClr val="595959"/>
                </a:solidFill>
                <a:latin typeface="CTJNHW+ArialMT"/>
                <a:cs typeface="CTJNHW+ArialMT"/>
              </a:rPr>
              <a:t>handled</a:t>
            </a:r>
            <a:r>
              <a:rPr sz="1400" spc="37" dirty="0">
                <a:solidFill>
                  <a:srgbClr val="595959"/>
                </a:solidFill>
                <a:latin typeface="Times New Roman"/>
                <a:cs typeface="Times New Roman"/>
              </a:rPr>
              <a:t> </a:t>
            </a:r>
            <a:r>
              <a:rPr sz="1400" dirty="0">
                <a:solidFill>
                  <a:srgbClr val="595959"/>
                </a:solidFill>
                <a:latin typeface="CTJNHW+ArialMT"/>
                <a:cs typeface="CTJNHW+ArialMT"/>
              </a:rPr>
              <a:t>easily</a:t>
            </a:r>
            <a:r>
              <a:rPr sz="1400" spc="37" dirty="0">
                <a:solidFill>
                  <a:srgbClr val="595959"/>
                </a:solidFill>
                <a:latin typeface="Times New Roman"/>
                <a:cs typeface="Times New Roman"/>
              </a:rPr>
              <a:t> </a:t>
            </a:r>
            <a:r>
              <a:rPr sz="1400" dirty="0">
                <a:solidFill>
                  <a:srgbClr val="595959"/>
                </a:solidFill>
                <a:latin typeface="CTJNHW+ArialMT"/>
                <a:cs typeface="CTJNHW+ArialMT"/>
              </a:rPr>
              <a:t>by</a:t>
            </a:r>
            <a:r>
              <a:rPr sz="1400" spc="37" dirty="0">
                <a:solidFill>
                  <a:srgbClr val="595959"/>
                </a:solidFill>
                <a:latin typeface="Times New Roman"/>
                <a:cs typeface="Times New Roman"/>
              </a:rPr>
              <a:t> </a:t>
            </a:r>
            <a:r>
              <a:rPr sz="1400" dirty="0">
                <a:solidFill>
                  <a:srgbClr val="595959"/>
                </a:solidFill>
                <a:latin typeface="CTJNHW+ArialMT"/>
                <a:cs typeface="CTJNHW+ArialMT"/>
              </a:rPr>
              <a:t>SciPy.</a:t>
            </a:r>
          </a:p>
        </p:txBody>
      </p:sp>
      <p:sp>
        <p:nvSpPr>
          <p:cNvPr id="15" name="object 15"/>
          <p:cNvSpPr txBox="1"/>
          <p:nvPr/>
        </p:nvSpPr>
        <p:spPr>
          <a:xfrm>
            <a:off x="8570793" y="4825974"/>
            <a:ext cx="268262" cy="253863"/>
          </a:xfrm>
          <a:prstGeom prst="rect">
            <a:avLst/>
          </a:prstGeom>
        </p:spPr>
        <p:txBody>
          <a:bodyPr vert="horz" wrap="square" lIns="0" tIns="0" rIns="0" bIns="0" rtlCol="0">
            <a:spAutoFit/>
          </a:bodyPr>
          <a:lstStyle/>
          <a:p>
            <a:pPr marL="0" marR="0">
              <a:lnSpc>
                <a:spcPts val="1698"/>
              </a:lnSpc>
              <a:spcBef>
                <a:spcPts val="0"/>
              </a:spcBef>
              <a:spcAft>
                <a:spcPts val="0"/>
              </a:spcAft>
            </a:pPr>
            <a:r>
              <a:rPr sz="1800" dirty="0">
                <a:solidFill>
                  <a:srgbClr val="888888"/>
                </a:solidFill>
                <a:latin typeface="Calibri"/>
                <a:cs typeface="Calibri"/>
              </a:rPr>
              <a:t>8</a:t>
            </a:r>
          </a:p>
        </p:txBody>
      </p:sp>
    </p:spTree>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1"/>
          <p:cNvSpPr/>
          <p:nvPr/>
        </p:nvSpPr>
        <p:spPr>
          <a:xfrm>
            <a:off x="0" y="0"/>
            <a:ext cx="9144000" cy="5143500"/>
          </a:xfrm>
          <a:prstGeom prst="rect">
            <a:avLst/>
          </a:prstGeom>
          <a:blipFill>
            <a:blip r:embed="rId2" cstate="print"/>
            <a:stretch>
              <a:fillRect/>
            </a:stretch>
          </a:blipFill>
        </p:spPr>
        <p:txBody>
          <a:bodyPr wrap="square" lIns="0" tIns="0" rIns="0" bIns="0" rtlCol="0">
            <a:spAutoFit/>
          </a:bodyPr>
          <a:lstStyle/>
          <a:p>
            <a:endParaRPr/>
          </a:p>
        </p:txBody>
      </p:sp>
      <p:sp>
        <p:nvSpPr>
          <p:cNvPr id="3" name="object 3"/>
          <p:cNvSpPr txBox="1"/>
          <p:nvPr/>
        </p:nvSpPr>
        <p:spPr>
          <a:xfrm>
            <a:off x="628650" y="334952"/>
            <a:ext cx="991232" cy="293489"/>
          </a:xfrm>
          <a:prstGeom prst="rect">
            <a:avLst/>
          </a:prstGeom>
        </p:spPr>
        <p:txBody>
          <a:bodyPr vert="horz" wrap="square" lIns="0" tIns="0" rIns="0" bIns="0" rtlCol="0">
            <a:spAutoFit/>
          </a:bodyPr>
          <a:lstStyle/>
          <a:p>
            <a:pPr marL="0" marR="0">
              <a:lnSpc>
                <a:spcPts val="2010"/>
              </a:lnSpc>
              <a:spcBef>
                <a:spcPts val="0"/>
              </a:spcBef>
              <a:spcAft>
                <a:spcPts val="0"/>
              </a:spcAft>
            </a:pPr>
            <a:r>
              <a:rPr sz="1800" dirty="0">
                <a:solidFill>
                  <a:srgbClr val="000000"/>
                </a:solidFill>
                <a:latin typeface="JMIVUR+Arial-ItalicMT"/>
                <a:cs typeface="JMIVUR+Arial-ItalicMT"/>
              </a:rPr>
              <a:t>Pandas:</a:t>
            </a:r>
          </a:p>
        </p:txBody>
      </p:sp>
      <p:sp>
        <p:nvSpPr>
          <p:cNvPr id="4" name="object 4"/>
          <p:cNvSpPr txBox="1"/>
          <p:nvPr/>
        </p:nvSpPr>
        <p:spPr>
          <a:xfrm>
            <a:off x="1314450" y="605863"/>
            <a:ext cx="7047075" cy="236735"/>
          </a:xfrm>
          <a:prstGeom prst="rect">
            <a:avLst/>
          </a:prstGeom>
        </p:spPr>
        <p:txBody>
          <a:bodyPr vert="horz" wrap="square" lIns="0" tIns="0" rIns="0" bIns="0" rtlCol="0">
            <a:spAutoFit/>
          </a:bodyPr>
          <a:lstStyle/>
          <a:p>
            <a:pPr marL="0" marR="0">
              <a:lnSpc>
                <a:spcPts val="1564"/>
              </a:lnSpc>
              <a:spcBef>
                <a:spcPts val="0"/>
              </a:spcBef>
              <a:spcAft>
                <a:spcPts val="0"/>
              </a:spcAft>
            </a:pPr>
            <a:r>
              <a:rPr sz="1400" dirty="0">
                <a:solidFill>
                  <a:srgbClr val="595959"/>
                </a:solidFill>
                <a:latin typeface="ITQKWN+Wingdings-Regular"/>
                <a:cs typeface="ITQKWN+Wingdings-Regular"/>
              </a:rPr>
              <a:t>§</a:t>
            </a:r>
            <a:r>
              <a:rPr sz="1400" spc="809" dirty="0">
                <a:solidFill>
                  <a:srgbClr val="595959"/>
                </a:solidFill>
                <a:latin typeface="Times New Roman"/>
                <a:cs typeface="Times New Roman"/>
              </a:rPr>
              <a:t> </a:t>
            </a:r>
            <a:r>
              <a:rPr sz="1400" dirty="0">
                <a:solidFill>
                  <a:srgbClr val="595959"/>
                </a:solidFill>
                <a:latin typeface="CTJNHW+ArialMT"/>
                <a:cs typeface="CTJNHW+ArialMT"/>
              </a:rPr>
              <a:t>adds</a:t>
            </a:r>
            <a:r>
              <a:rPr sz="1400" spc="37" dirty="0">
                <a:solidFill>
                  <a:srgbClr val="595959"/>
                </a:solidFill>
                <a:latin typeface="Times New Roman"/>
                <a:cs typeface="Times New Roman"/>
              </a:rPr>
              <a:t> </a:t>
            </a:r>
            <a:r>
              <a:rPr sz="1400" dirty="0">
                <a:solidFill>
                  <a:srgbClr val="595959"/>
                </a:solidFill>
                <a:latin typeface="CTJNHW+ArialMT"/>
                <a:cs typeface="CTJNHW+ArialMT"/>
              </a:rPr>
              <a:t>data</a:t>
            </a:r>
            <a:r>
              <a:rPr sz="1400" spc="37" dirty="0">
                <a:solidFill>
                  <a:srgbClr val="595959"/>
                </a:solidFill>
                <a:latin typeface="Times New Roman"/>
                <a:cs typeface="Times New Roman"/>
              </a:rPr>
              <a:t> </a:t>
            </a:r>
            <a:r>
              <a:rPr sz="1400" dirty="0">
                <a:solidFill>
                  <a:srgbClr val="595959"/>
                </a:solidFill>
                <a:latin typeface="CTJNHW+ArialMT"/>
                <a:cs typeface="CTJNHW+ArialMT"/>
              </a:rPr>
              <a:t>structures</a:t>
            </a:r>
            <a:r>
              <a:rPr sz="1400" spc="37" dirty="0">
                <a:solidFill>
                  <a:srgbClr val="595959"/>
                </a:solidFill>
                <a:latin typeface="Times New Roman"/>
                <a:cs typeface="Times New Roman"/>
              </a:rPr>
              <a:t> </a:t>
            </a:r>
            <a:r>
              <a:rPr sz="1400" dirty="0">
                <a:solidFill>
                  <a:srgbClr val="595959"/>
                </a:solidFill>
                <a:latin typeface="CTJNHW+ArialMT"/>
                <a:cs typeface="CTJNHW+ArialMT"/>
              </a:rPr>
              <a:t>and</a:t>
            </a:r>
            <a:r>
              <a:rPr sz="1400" spc="37" dirty="0">
                <a:solidFill>
                  <a:srgbClr val="595959"/>
                </a:solidFill>
                <a:latin typeface="Times New Roman"/>
                <a:cs typeface="Times New Roman"/>
              </a:rPr>
              <a:t> </a:t>
            </a:r>
            <a:r>
              <a:rPr sz="1400" dirty="0">
                <a:solidFill>
                  <a:srgbClr val="595959"/>
                </a:solidFill>
                <a:latin typeface="CTJNHW+ArialMT"/>
                <a:cs typeface="CTJNHW+ArialMT"/>
              </a:rPr>
              <a:t>tools</a:t>
            </a:r>
            <a:r>
              <a:rPr sz="1400" spc="37" dirty="0">
                <a:solidFill>
                  <a:srgbClr val="595959"/>
                </a:solidFill>
                <a:latin typeface="Times New Roman"/>
                <a:cs typeface="Times New Roman"/>
              </a:rPr>
              <a:t> </a:t>
            </a:r>
            <a:r>
              <a:rPr sz="1400" dirty="0">
                <a:solidFill>
                  <a:srgbClr val="595959"/>
                </a:solidFill>
                <a:latin typeface="CTJNHW+ArialMT"/>
                <a:cs typeface="CTJNHW+ArialMT"/>
              </a:rPr>
              <a:t>designed</a:t>
            </a:r>
            <a:r>
              <a:rPr sz="1400" spc="37" dirty="0">
                <a:solidFill>
                  <a:srgbClr val="595959"/>
                </a:solidFill>
                <a:latin typeface="Times New Roman"/>
                <a:cs typeface="Times New Roman"/>
              </a:rPr>
              <a:t> </a:t>
            </a:r>
            <a:r>
              <a:rPr sz="1400" dirty="0">
                <a:solidFill>
                  <a:srgbClr val="595959"/>
                </a:solidFill>
                <a:latin typeface="CTJNHW+ArialMT"/>
                <a:cs typeface="CTJNHW+ArialMT"/>
              </a:rPr>
              <a:t>to</a:t>
            </a:r>
            <a:r>
              <a:rPr sz="1400" spc="38" dirty="0">
                <a:solidFill>
                  <a:srgbClr val="595959"/>
                </a:solidFill>
                <a:latin typeface="Times New Roman"/>
                <a:cs typeface="Times New Roman"/>
              </a:rPr>
              <a:t> </a:t>
            </a:r>
            <a:r>
              <a:rPr sz="1400" dirty="0">
                <a:solidFill>
                  <a:srgbClr val="595959"/>
                </a:solidFill>
                <a:latin typeface="CTJNHW+ArialMT"/>
                <a:cs typeface="CTJNHW+ArialMT"/>
              </a:rPr>
              <a:t>work</a:t>
            </a:r>
            <a:r>
              <a:rPr sz="1400" spc="37" dirty="0">
                <a:solidFill>
                  <a:srgbClr val="595959"/>
                </a:solidFill>
                <a:latin typeface="Times New Roman"/>
                <a:cs typeface="Times New Roman"/>
              </a:rPr>
              <a:t> </a:t>
            </a:r>
            <a:r>
              <a:rPr sz="1400" dirty="0">
                <a:solidFill>
                  <a:srgbClr val="595959"/>
                </a:solidFill>
                <a:latin typeface="CTJNHW+ArialMT"/>
                <a:cs typeface="CTJNHW+ArialMT"/>
              </a:rPr>
              <a:t>with</a:t>
            </a:r>
            <a:r>
              <a:rPr sz="1400" spc="37" dirty="0">
                <a:solidFill>
                  <a:srgbClr val="595959"/>
                </a:solidFill>
                <a:latin typeface="Times New Roman"/>
                <a:cs typeface="Times New Roman"/>
              </a:rPr>
              <a:t> </a:t>
            </a:r>
            <a:r>
              <a:rPr sz="1400" dirty="0">
                <a:solidFill>
                  <a:srgbClr val="595959"/>
                </a:solidFill>
                <a:latin typeface="CTJNHW+ArialMT"/>
                <a:cs typeface="CTJNHW+ArialMT"/>
              </a:rPr>
              <a:t>table-like</a:t>
            </a:r>
            <a:r>
              <a:rPr sz="1400" spc="37" dirty="0">
                <a:solidFill>
                  <a:srgbClr val="595959"/>
                </a:solidFill>
                <a:latin typeface="Times New Roman"/>
                <a:cs typeface="Times New Roman"/>
              </a:rPr>
              <a:t> </a:t>
            </a:r>
            <a:r>
              <a:rPr sz="1400" dirty="0">
                <a:solidFill>
                  <a:srgbClr val="595959"/>
                </a:solidFill>
                <a:latin typeface="CTJNHW+ArialMT"/>
                <a:cs typeface="CTJNHW+ArialMT"/>
              </a:rPr>
              <a:t>data</a:t>
            </a:r>
            <a:r>
              <a:rPr sz="1400" spc="37" dirty="0">
                <a:solidFill>
                  <a:srgbClr val="595959"/>
                </a:solidFill>
                <a:latin typeface="Times New Roman"/>
                <a:cs typeface="Times New Roman"/>
              </a:rPr>
              <a:t> </a:t>
            </a:r>
            <a:r>
              <a:rPr sz="1400" dirty="0">
                <a:solidFill>
                  <a:srgbClr val="595959"/>
                </a:solidFill>
                <a:latin typeface="CTJNHW+ArialMT"/>
                <a:cs typeface="CTJNHW+ArialMT"/>
              </a:rPr>
              <a:t>(similar</a:t>
            </a:r>
            <a:r>
              <a:rPr sz="1400" spc="37" dirty="0">
                <a:solidFill>
                  <a:srgbClr val="595959"/>
                </a:solidFill>
                <a:latin typeface="Times New Roman"/>
                <a:cs typeface="Times New Roman"/>
              </a:rPr>
              <a:t> </a:t>
            </a:r>
            <a:r>
              <a:rPr sz="1400" dirty="0">
                <a:solidFill>
                  <a:srgbClr val="595959"/>
                </a:solidFill>
                <a:latin typeface="CTJNHW+ArialMT"/>
                <a:cs typeface="CTJNHW+ArialMT"/>
              </a:rPr>
              <a:t>to</a:t>
            </a:r>
            <a:r>
              <a:rPr sz="1400" spc="38" dirty="0">
                <a:solidFill>
                  <a:srgbClr val="595959"/>
                </a:solidFill>
                <a:latin typeface="Times New Roman"/>
                <a:cs typeface="Times New Roman"/>
              </a:rPr>
              <a:t> </a:t>
            </a:r>
            <a:r>
              <a:rPr sz="1400" dirty="0">
                <a:solidFill>
                  <a:srgbClr val="595959"/>
                </a:solidFill>
                <a:latin typeface="CTJNHW+ArialMT"/>
                <a:cs typeface="CTJNHW+ArialMT"/>
              </a:rPr>
              <a:t>Series</a:t>
            </a:r>
          </a:p>
        </p:txBody>
      </p:sp>
      <p:sp>
        <p:nvSpPr>
          <p:cNvPr id="5" name="object 5"/>
          <p:cNvSpPr txBox="1"/>
          <p:nvPr/>
        </p:nvSpPr>
        <p:spPr>
          <a:xfrm>
            <a:off x="1543050" y="819223"/>
            <a:ext cx="1949603" cy="236735"/>
          </a:xfrm>
          <a:prstGeom prst="rect">
            <a:avLst/>
          </a:prstGeom>
        </p:spPr>
        <p:txBody>
          <a:bodyPr vert="horz" wrap="square" lIns="0" tIns="0" rIns="0" bIns="0" rtlCol="0">
            <a:spAutoFit/>
          </a:bodyPr>
          <a:lstStyle/>
          <a:p>
            <a:pPr marL="0" marR="0">
              <a:lnSpc>
                <a:spcPts val="1564"/>
              </a:lnSpc>
              <a:spcBef>
                <a:spcPts val="0"/>
              </a:spcBef>
              <a:spcAft>
                <a:spcPts val="0"/>
              </a:spcAft>
            </a:pPr>
            <a:r>
              <a:rPr sz="1400" dirty="0">
                <a:solidFill>
                  <a:srgbClr val="595959"/>
                </a:solidFill>
                <a:latin typeface="CTJNHW+ArialMT"/>
                <a:cs typeface="CTJNHW+ArialMT"/>
              </a:rPr>
              <a:t>and</a:t>
            </a:r>
            <a:r>
              <a:rPr sz="1400" spc="37" dirty="0">
                <a:solidFill>
                  <a:srgbClr val="595959"/>
                </a:solidFill>
                <a:latin typeface="Times New Roman"/>
                <a:cs typeface="Times New Roman"/>
              </a:rPr>
              <a:t> </a:t>
            </a:r>
            <a:r>
              <a:rPr sz="1400" dirty="0">
                <a:solidFill>
                  <a:srgbClr val="595959"/>
                </a:solidFill>
                <a:latin typeface="CTJNHW+ArialMT"/>
                <a:cs typeface="CTJNHW+ArialMT"/>
              </a:rPr>
              <a:t>Data</a:t>
            </a:r>
            <a:r>
              <a:rPr sz="1400" spc="37" dirty="0">
                <a:solidFill>
                  <a:srgbClr val="595959"/>
                </a:solidFill>
                <a:latin typeface="Times New Roman"/>
                <a:cs typeface="Times New Roman"/>
              </a:rPr>
              <a:t> </a:t>
            </a:r>
            <a:r>
              <a:rPr sz="1400" dirty="0">
                <a:solidFill>
                  <a:srgbClr val="595959"/>
                </a:solidFill>
                <a:latin typeface="CTJNHW+ArialMT"/>
                <a:cs typeface="CTJNHW+ArialMT"/>
              </a:rPr>
              <a:t>Frames</a:t>
            </a:r>
            <a:r>
              <a:rPr sz="1400" spc="37" dirty="0">
                <a:solidFill>
                  <a:srgbClr val="595959"/>
                </a:solidFill>
                <a:latin typeface="Times New Roman"/>
                <a:cs typeface="Times New Roman"/>
              </a:rPr>
              <a:t> </a:t>
            </a:r>
            <a:r>
              <a:rPr sz="1400" dirty="0">
                <a:solidFill>
                  <a:srgbClr val="595959"/>
                </a:solidFill>
                <a:latin typeface="CTJNHW+ArialMT"/>
                <a:cs typeface="CTJNHW+ArialMT"/>
              </a:rPr>
              <a:t>in</a:t>
            </a:r>
            <a:r>
              <a:rPr sz="1400" spc="37" dirty="0">
                <a:solidFill>
                  <a:srgbClr val="595959"/>
                </a:solidFill>
                <a:latin typeface="Times New Roman"/>
                <a:cs typeface="Times New Roman"/>
              </a:rPr>
              <a:t> </a:t>
            </a:r>
            <a:r>
              <a:rPr sz="1400" dirty="0">
                <a:solidFill>
                  <a:srgbClr val="595959"/>
                </a:solidFill>
                <a:latin typeface="CTJNHW+ArialMT"/>
                <a:cs typeface="CTJNHW+ArialMT"/>
              </a:rPr>
              <a:t>R)</a:t>
            </a:r>
          </a:p>
        </p:txBody>
      </p:sp>
      <p:sp>
        <p:nvSpPr>
          <p:cNvPr id="6" name="object 6"/>
          <p:cNvSpPr txBox="1"/>
          <p:nvPr/>
        </p:nvSpPr>
        <p:spPr>
          <a:xfrm>
            <a:off x="1314450" y="1245943"/>
            <a:ext cx="7067726" cy="236735"/>
          </a:xfrm>
          <a:prstGeom prst="rect">
            <a:avLst/>
          </a:prstGeom>
        </p:spPr>
        <p:txBody>
          <a:bodyPr vert="horz" wrap="square" lIns="0" tIns="0" rIns="0" bIns="0" rtlCol="0">
            <a:spAutoFit/>
          </a:bodyPr>
          <a:lstStyle/>
          <a:p>
            <a:pPr marL="0" marR="0">
              <a:lnSpc>
                <a:spcPts val="1564"/>
              </a:lnSpc>
              <a:spcBef>
                <a:spcPts val="0"/>
              </a:spcBef>
              <a:spcAft>
                <a:spcPts val="0"/>
              </a:spcAft>
            </a:pPr>
            <a:r>
              <a:rPr sz="1400" dirty="0">
                <a:solidFill>
                  <a:srgbClr val="595959"/>
                </a:solidFill>
                <a:latin typeface="ITQKWN+Wingdings-Regular"/>
                <a:cs typeface="ITQKWN+Wingdings-Regular"/>
              </a:rPr>
              <a:t>§</a:t>
            </a:r>
            <a:r>
              <a:rPr sz="1400" spc="809" dirty="0">
                <a:solidFill>
                  <a:srgbClr val="595959"/>
                </a:solidFill>
                <a:latin typeface="Times New Roman"/>
                <a:cs typeface="Times New Roman"/>
              </a:rPr>
              <a:t> </a:t>
            </a:r>
            <a:r>
              <a:rPr sz="1400" dirty="0">
                <a:solidFill>
                  <a:srgbClr val="595959"/>
                </a:solidFill>
                <a:latin typeface="CTJNHW+ArialMT"/>
                <a:cs typeface="CTJNHW+ArialMT"/>
              </a:rPr>
              <a:t>provides</a:t>
            </a:r>
            <a:r>
              <a:rPr sz="1400" spc="37" dirty="0">
                <a:solidFill>
                  <a:srgbClr val="595959"/>
                </a:solidFill>
                <a:latin typeface="Times New Roman"/>
                <a:cs typeface="Times New Roman"/>
              </a:rPr>
              <a:t> </a:t>
            </a:r>
            <a:r>
              <a:rPr sz="1400" dirty="0">
                <a:solidFill>
                  <a:srgbClr val="595959"/>
                </a:solidFill>
                <a:latin typeface="CTJNHW+ArialMT"/>
                <a:cs typeface="CTJNHW+ArialMT"/>
              </a:rPr>
              <a:t>tools</a:t>
            </a:r>
            <a:r>
              <a:rPr sz="1400" spc="37" dirty="0">
                <a:solidFill>
                  <a:srgbClr val="595959"/>
                </a:solidFill>
                <a:latin typeface="Times New Roman"/>
                <a:cs typeface="Times New Roman"/>
              </a:rPr>
              <a:t> </a:t>
            </a:r>
            <a:r>
              <a:rPr sz="1400" dirty="0">
                <a:solidFill>
                  <a:srgbClr val="595959"/>
                </a:solidFill>
                <a:latin typeface="CTJNHW+ArialMT"/>
                <a:cs typeface="CTJNHW+ArialMT"/>
              </a:rPr>
              <a:t>for</a:t>
            </a:r>
            <a:r>
              <a:rPr sz="1400" spc="37" dirty="0">
                <a:solidFill>
                  <a:srgbClr val="595959"/>
                </a:solidFill>
                <a:latin typeface="Times New Roman"/>
                <a:cs typeface="Times New Roman"/>
              </a:rPr>
              <a:t> </a:t>
            </a:r>
            <a:r>
              <a:rPr sz="1400" dirty="0">
                <a:solidFill>
                  <a:srgbClr val="595959"/>
                </a:solidFill>
                <a:latin typeface="CTJNHW+ArialMT"/>
                <a:cs typeface="CTJNHW+ArialMT"/>
              </a:rPr>
              <a:t>data</a:t>
            </a:r>
            <a:r>
              <a:rPr sz="1400" spc="37" dirty="0">
                <a:solidFill>
                  <a:srgbClr val="595959"/>
                </a:solidFill>
                <a:latin typeface="Times New Roman"/>
                <a:cs typeface="Times New Roman"/>
              </a:rPr>
              <a:t> </a:t>
            </a:r>
            <a:r>
              <a:rPr sz="1400" dirty="0">
                <a:solidFill>
                  <a:srgbClr val="595959"/>
                </a:solidFill>
                <a:latin typeface="CTJNHW+ArialMT"/>
                <a:cs typeface="CTJNHW+ArialMT"/>
              </a:rPr>
              <a:t>manipulation:</a:t>
            </a:r>
            <a:r>
              <a:rPr sz="1400" spc="37" dirty="0">
                <a:solidFill>
                  <a:srgbClr val="595959"/>
                </a:solidFill>
                <a:latin typeface="Times New Roman"/>
                <a:cs typeface="Times New Roman"/>
              </a:rPr>
              <a:t> </a:t>
            </a:r>
            <a:r>
              <a:rPr sz="1400" dirty="0">
                <a:solidFill>
                  <a:srgbClr val="595959"/>
                </a:solidFill>
                <a:latin typeface="CTJNHW+ArialMT"/>
                <a:cs typeface="CTJNHW+ArialMT"/>
              </a:rPr>
              <a:t>reshaping,</a:t>
            </a:r>
            <a:r>
              <a:rPr sz="1400" spc="37" dirty="0">
                <a:solidFill>
                  <a:srgbClr val="595959"/>
                </a:solidFill>
                <a:latin typeface="Times New Roman"/>
                <a:cs typeface="Times New Roman"/>
              </a:rPr>
              <a:t> </a:t>
            </a:r>
            <a:r>
              <a:rPr sz="1400" dirty="0">
                <a:solidFill>
                  <a:srgbClr val="595959"/>
                </a:solidFill>
                <a:latin typeface="CTJNHW+ArialMT"/>
                <a:cs typeface="CTJNHW+ArialMT"/>
              </a:rPr>
              <a:t>merging,</a:t>
            </a:r>
            <a:r>
              <a:rPr sz="1400" spc="37" dirty="0">
                <a:solidFill>
                  <a:srgbClr val="595959"/>
                </a:solidFill>
                <a:latin typeface="Times New Roman"/>
                <a:cs typeface="Times New Roman"/>
              </a:rPr>
              <a:t> </a:t>
            </a:r>
            <a:r>
              <a:rPr sz="1400" dirty="0">
                <a:solidFill>
                  <a:srgbClr val="595959"/>
                </a:solidFill>
                <a:latin typeface="CTJNHW+ArialMT"/>
                <a:cs typeface="CTJNHW+ArialMT"/>
              </a:rPr>
              <a:t>sorting,</a:t>
            </a:r>
            <a:r>
              <a:rPr sz="1400" spc="37" dirty="0">
                <a:solidFill>
                  <a:srgbClr val="595959"/>
                </a:solidFill>
                <a:latin typeface="Times New Roman"/>
                <a:cs typeface="Times New Roman"/>
              </a:rPr>
              <a:t> </a:t>
            </a:r>
            <a:r>
              <a:rPr sz="1400" dirty="0">
                <a:solidFill>
                  <a:srgbClr val="595959"/>
                </a:solidFill>
                <a:latin typeface="CTJNHW+ArialMT"/>
                <a:cs typeface="CTJNHW+ArialMT"/>
              </a:rPr>
              <a:t>slicing,</a:t>
            </a:r>
            <a:r>
              <a:rPr sz="1400" spc="37" dirty="0">
                <a:solidFill>
                  <a:srgbClr val="595959"/>
                </a:solidFill>
                <a:latin typeface="Times New Roman"/>
                <a:cs typeface="Times New Roman"/>
              </a:rPr>
              <a:t> </a:t>
            </a:r>
            <a:r>
              <a:rPr sz="1400" dirty="0">
                <a:solidFill>
                  <a:srgbClr val="595959"/>
                </a:solidFill>
                <a:latin typeface="CTJNHW+ArialMT"/>
                <a:cs typeface="CTJNHW+ArialMT"/>
              </a:rPr>
              <a:t>aggregation</a:t>
            </a:r>
          </a:p>
        </p:txBody>
      </p:sp>
      <p:sp>
        <p:nvSpPr>
          <p:cNvPr id="7" name="object 7"/>
          <p:cNvSpPr txBox="1"/>
          <p:nvPr/>
        </p:nvSpPr>
        <p:spPr>
          <a:xfrm>
            <a:off x="1543050" y="1459303"/>
            <a:ext cx="438980" cy="236735"/>
          </a:xfrm>
          <a:prstGeom prst="rect">
            <a:avLst/>
          </a:prstGeom>
        </p:spPr>
        <p:txBody>
          <a:bodyPr vert="horz" wrap="square" lIns="0" tIns="0" rIns="0" bIns="0" rtlCol="0">
            <a:spAutoFit/>
          </a:bodyPr>
          <a:lstStyle/>
          <a:p>
            <a:pPr marL="0" marR="0">
              <a:lnSpc>
                <a:spcPts val="1564"/>
              </a:lnSpc>
              <a:spcBef>
                <a:spcPts val="0"/>
              </a:spcBef>
              <a:spcAft>
                <a:spcPts val="0"/>
              </a:spcAft>
            </a:pPr>
            <a:r>
              <a:rPr sz="1400" dirty="0">
                <a:solidFill>
                  <a:srgbClr val="595959"/>
                </a:solidFill>
                <a:latin typeface="CTJNHW+ArialMT"/>
                <a:cs typeface="CTJNHW+ArialMT"/>
              </a:rPr>
              <a:t>etc.</a:t>
            </a:r>
          </a:p>
        </p:txBody>
      </p:sp>
      <p:sp>
        <p:nvSpPr>
          <p:cNvPr id="8" name="object 8"/>
          <p:cNvSpPr txBox="1"/>
          <p:nvPr/>
        </p:nvSpPr>
        <p:spPr>
          <a:xfrm>
            <a:off x="1314450" y="1886023"/>
            <a:ext cx="2643176" cy="236735"/>
          </a:xfrm>
          <a:prstGeom prst="rect">
            <a:avLst/>
          </a:prstGeom>
        </p:spPr>
        <p:txBody>
          <a:bodyPr vert="horz" wrap="square" lIns="0" tIns="0" rIns="0" bIns="0" rtlCol="0">
            <a:spAutoFit/>
          </a:bodyPr>
          <a:lstStyle/>
          <a:p>
            <a:pPr marL="0" marR="0">
              <a:lnSpc>
                <a:spcPts val="1564"/>
              </a:lnSpc>
              <a:spcBef>
                <a:spcPts val="0"/>
              </a:spcBef>
              <a:spcAft>
                <a:spcPts val="0"/>
              </a:spcAft>
            </a:pPr>
            <a:r>
              <a:rPr sz="1400" dirty="0">
                <a:solidFill>
                  <a:srgbClr val="595959"/>
                </a:solidFill>
                <a:latin typeface="ITQKWN+Wingdings-Regular"/>
                <a:cs typeface="ITQKWN+Wingdings-Regular"/>
              </a:rPr>
              <a:t>§</a:t>
            </a:r>
            <a:r>
              <a:rPr sz="1400" spc="809" dirty="0">
                <a:solidFill>
                  <a:srgbClr val="595959"/>
                </a:solidFill>
                <a:latin typeface="Times New Roman"/>
                <a:cs typeface="Times New Roman"/>
              </a:rPr>
              <a:t> </a:t>
            </a:r>
            <a:r>
              <a:rPr sz="1400" dirty="0">
                <a:solidFill>
                  <a:srgbClr val="595959"/>
                </a:solidFill>
                <a:latin typeface="CTJNHW+ArialMT"/>
                <a:cs typeface="CTJNHW+ArialMT"/>
              </a:rPr>
              <a:t>allows</a:t>
            </a:r>
            <a:r>
              <a:rPr sz="1400" spc="37" dirty="0">
                <a:solidFill>
                  <a:srgbClr val="595959"/>
                </a:solidFill>
                <a:latin typeface="Times New Roman"/>
                <a:cs typeface="Times New Roman"/>
              </a:rPr>
              <a:t> </a:t>
            </a:r>
            <a:r>
              <a:rPr sz="1400" dirty="0">
                <a:solidFill>
                  <a:srgbClr val="595959"/>
                </a:solidFill>
                <a:latin typeface="CTJNHW+ArialMT"/>
                <a:cs typeface="CTJNHW+ArialMT"/>
              </a:rPr>
              <a:t>handling</a:t>
            </a:r>
            <a:r>
              <a:rPr sz="1400" spc="37" dirty="0">
                <a:solidFill>
                  <a:srgbClr val="595959"/>
                </a:solidFill>
                <a:latin typeface="Times New Roman"/>
                <a:cs typeface="Times New Roman"/>
              </a:rPr>
              <a:t> </a:t>
            </a:r>
            <a:r>
              <a:rPr sz="1400" dirty="0">
                <a:solidFill>
                  <a:srgbClr val="595959"/>
                </a:solidFill>
                <a:latin typeface="CTJNHW+ArialMT"/>
                <a:cs typeface="CTJNHW+ArialMT"/>
              </a:rPr>
              <a:t>missing</a:t>
            </a:r>
            <a:r>
              <a:rPr sz="1400" spc="37" dirty="0">
                <a:solidFill>
                  <a:srgbClr val="595959"/>
                </a:solidFill>
                <a:latin typeface="Times New Roman"/>
                <a:cs typeface="Times New Roman"/>
              </a:rPr>
              <a:t> </a:t>
            </a:r>
            <a:r>
              <a:rPr sz="1400" dirty="0">
                <a:solidFill>
                  <a:srgbClr val="595959"/>
                </a:solidFill>
                <a:latin typeface="CTJNHW+ArialMT"/>
                <a:cs typeface="CTJNHW+ArialMT"/>
              </a:rPr>
              <a:t>data</a:t>
            </a:r>
          </a:p>
        </p:txBody>
      </p:sp>
      <p:sp>
        <p:nvSpPr>
          <p:cNvPr id="9" name="object 9"/>
          <p:cNvSpPr txBox="1"/>
          <p:nvPr/>
        </p:nvSpPr>
        <p:spPr>
          <a:xfrm>
            <a:off x="697229" y="4401944"/>
            <a:ext cx="2589436" cy="236735"/>
          </a:xfrm>
          <a:prstGeom prst="rect">
            <a:avLst/>
          </a:prstGeom>
        </p:spPr>
        <p:txBody>
          <a:bodyPr vert="horz" wrap="square" lIns="0" tIns="0" rIns="0" bIns="0" rtlCol="0">
            <a:spAutoFit/>
          </a:bodyPr>
          <a:lstStyle/>
          <a:p>
            <a:pPr marL="0" marR="0">
              <a:lnSpc>
                <a:spcPts val="1564"/>
              </a:lnSpc>
              <a:spcBef>
                <a:spcPts val="0"/>
              </a:spcBef>
              <a:spcAft>
                <a:spcPts val="0"/>
              </a:spcAft>
            </a:pPr>
            <a:r>
              <a:rPr sz="1400" b="1" dirty="0">
                <a:solidFill>
                  <a:srgbClr val="000000"/>
                </a:solidFill>
                <a:latin typeface="WRDBSD+Arial-BoldMT"/>
                <a:cs typeface="WRDBSD+Arial-BoldMT"/>
              </a:rPr>
              <a:t>Link:</a:t>
            </a:r>
            <a:r>
              <a:rPr sz="1400" b="1" spc="23" dirty="0">
                <a:solidFill>
                  <a:srgbClr val="000000"/>
                </a:solidFill>
                <a:latin typeface="Times New Roman"/>
                <a:cs typeface="Times New Roman"/>
              </a:rPr>
              <a:t> </a:t>
            </a:r>
            <a:r>
              <a:rPr sz="1400" u="sng" dirty="0">
                <a:solidFill>
                  <a:srgbClr val="0097A7"/>
                </a:solidFill>
                <a:latin typeface="CTJNHW+ArialMT"/>
                <a:cs typeface="CTJNHW+ArialMT"/>
                <a:hlinkClick r:id="rId3">
                  <a:extLst>
                    <a:ext uri="{A12FA001-AC4F-418D-AE19-62706E023703}">
                      <ahyp:hlinkClr xmlns:ahyp="http://schemas.microsoft.com/office/drawing/2018/hyperlinkcolor" xmlns="" val="tx"/>
                    </a:ext>
                  </a:extLst>
                </a:hlinkClick>
              </a:rPr>
              <a:t>http://pandas.pydata.org/</a:t>
            </a:r>
          </a:p>
        </p:txBody>
      </p:sp>
      <p:sp>
        <p:nvSpPr>
          <p:cNvPr id="10" name="object 10"/>
          <p:cNvSpPr txBox="1"/>
          <p:nvPr/>
        </p:nvSpPr>
        <p:spPr>
          <a:xfrm>
            <a:off x="8570793" y="4825974"/>
            <a:ext cx="268262" cy="253863"/>
          </a:xfrm>
          <a:prstGeom prst="rect">
            <a:avLst/>
          </a:prstGeom>
        </p:spPr>
        <p:txBody>
          <a:bodyPr vert="horz" wrap="square" lIns="0" tIns="0" rIns="0" bIns="0" rtlCol="0">
            <a:spAutoFit/>
          </a:bodyPr>
          <a:lstStyle/>
          <a:p>
            <a:pPr marL="0" marR="0">
              <a:lnSpc>
                <a:spcPts val="1698"/>
              </a:lnSpc>
              <a:spcBef>
                <a:spcPts val="0"/>
              </a:spcBef>
              <a:spcAft>
                <a:spcPts val="0"/>
              </a:spcAft>
            </a:pPr>
            <a:r>
              <a:rPr sz="1800" dirty="0">
                <a:solidFill>
                  <a:srgbClr val="888888"/>
                </a:solidFill>
                <a:latin typeface="Calibri"/>
                <a:cs typeface="Calibri"/>
              </a:rPr>
              <a:t>9</a:t>
            </a:r>
          </a:p>
        </p:txBody>
      </p:sp>
    </p:spTree>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1"/>
          <p:cNvSpPr/>
          <p:nvPr/>
        </p:nvSpPr>
        <p:spPr>
          <a:xfrm>
            <a:off x="0" y="0"/>
            <a:ext cx="9144000" cy="5143500"/>
          </a:xfrm>
          <a:prstGeom prst="rect">
            <a:avLst/>
          </a:prstGeom>
          <a:blipFill>
            <a:blip r:embed="rId2" cstate="print"/>
            <a:stretch>
              <a:fillRect/>
            </a:stretch>
          </a:blipFill>
        </p:spPr>
        <p:txBody>
          <a:bodyPr wrap="square" lIns="0" tIns="0" rIns="0" bIns="0" rtlCol="0">
            <a:spAutoFit/>
          </a:bodyPr>
          <a:lstStyle/>
          <a:p>
            <a:endParaRPr/>
          </a:p>
        </p:txBody>
      </p:sp>
      <p:sp>
        <p:nvSpPr>
          <p:cNvPr id="3" name="object 3"/>
          <p:cNvSpPr txBox="1"/>
          <p:nvPr/>
        </p:nvSpPr>
        <p:spPr>
          <a:xfrm>
            <a:off x="857250" y="300212"/>
            <a:ext cx="2831592" cy="293489"/>
          </a:xfrm>
          <a:prstGeom prst="rect">
            <a:avLst/>
          </a:prstGeom>
        </p:spPr>
        <p:txBody>
          <a:bodyPr vert="horz" wrap="square" lIns="0" tIns="0" rIns="0" bIns="0" rtlCol="0">
            <a:spAutoFit/>
          </a:bodyPr>
          <a:lstStyle/>
          <a:p>
            <a:pPr marL="0" marR="0">
              <a:lnSpc>
                <a:spcPts val="2010"/>
              </a:lnSpc>
              <a:spcBef>
                <a:spcPts val="0"/>
              </a:spcBef>
              <a:spcAft>
                <a:spcPts val="0"/>
              </a:spcAft>
            </a:pPr>
            <a:r>
              <a:rPr sz="1400" dirty="0">
                <a:solidFill>
                  <a:srgbClr val="595959"/>
                </a:solidFill>
                <a:latin typeface="ITQKWN+Wingdings-Regular"/>
                <a:cs typeface="ITQKWN+Wingdings-Regular"/>
              </a:rPr>
              <a:t>§</a:t>
            </a:r>
            <a:r>
              <a:rPr sz="1400" spc="809" dirty="0">
                <a:solidFill>
                  <a:srgbClr val="595959"/>
                </a:solidFill>
                <a:latin typeface="Times New Roman"/>
                <a:cs typeface="Times New Roman"/>
              </a:rPr>
              <a:t> </a:t>
            </a:r>
            <a:r>
              <a:rPr sz="1800" dirty="0">
                <a:solidFill>
                  <a:srgbClr val="000000"/>
                </a:solidFill>
                <a:latin typeface="CTJNHW+ArialMT"/>
                <a:cs typeface="CTJNHW+ArialMT"/>
              </a:rPr>
              <a:t>Key</a:t>
            </a:r>
            <a:r>
              <a:rPr sz="1800" spc="50" dirty="0">
                <a:solidFill>
                  <a:srgbClr val="000000"/>
                </a:solidFill>
                <a:latin typeface="Times New Roman"/>
                <a:cs typeface="Times New Roman"/>
              </a:rPr>
              <a:t> </a:t>
            </a:r>
            <a:r>
              <a:rPr sz="1800" dirty="0">
                <a:solidFill>
                  <a:srgbClr val="000000"/>
                </a:solidFill>
                <a:latin typeface="CTJNHW+ArialMT"/>
                <a:cs typeface="CTJNHW+ArialMT"/>
              </a:rPr>
              <a:t>Features</a:t>
            </a:r>
            <a:r>
              <a:rPr sz="1800" spc="49" dirty="0">
                <a:solidFill>
                  <a:srgbClr val="000000"/>
                </a:solidFill>
                <a:latin typeface="Times New Roman"/>
                <a:cs typeface="Times New Roman"/>
              </a:rPr>
              <a:t> </a:t>
            </a:r>
            <a:r>
              <a:rPr sz="1800" dirty="0">
                <a:solidFill>
                  <a:srgbClr val="000000"/>
                </a:solidFill>
                <a:latin typeface="CTJNHW+ArialMT"/>
                <a:cs typeface="CTJNHW+ArialMT"/>
              </a:rPr>
              <a:t>of</a:t>
            </a:r>
            <a:r>
              <a:rPr sz="1800" spc="46" dirty="0">
                <a:solidFill>
                  <a:srgbClr val="000000"/>
                </a:solidFill>
                <a:latin typeface="Times New Roman"/>
                <a:cs typeface="Times New Roman"/>
              </a:rPr>
              <a:t> </a:t>
            </a:r>
            <a:r>
              <a:rPr sz="1800" dirty="0">
                <a:solidFill>
                  <a:srgbClr val="000000"/>
                </a:solidFill>
                <a:latin typeface="CTJNHW+ArialMT"/>
                <a:cs typeface="CTJNHW+ArialMT"/>
              </a:rPr>
              <a:t>Pandas</a:t>
            </a:r>
          </a:p>
        </p:txBody>
      </p:sp>
      <p:sp>
        <p:nvSpPr>
          <p:cNvPr id="4" name="object 4"/>
          <p:cNvSpPr txBox="1"/>
          <p:nvPr/>
        </p:nvSpPr>
        <p:spPr>
          <a:xfrm>
            <a:off x="938212" y="848852"/>
            <a:ext cx="7729673" cy="2762368"/>
          </a:xfrm>
          <a:prstGeom prst="rect">
            <a:avLst/>
          </a:prstGeom>
        </p:spPr>
        <p:txBody>
          <a:bodyPr vert="horz" wrap="square" lIns="0" tIns="0" rIns="0" bIns="0" rtlCol="0">
            <a:spAutoFit/>
          </a:bodyPr>
          <a:lstStyle/>
          <a:p>
            <a:pPr marL="0" marR="0">
              <a:lnSpc>
                <a:spcPts val="2010"/>
              </a:lnSpc>
              <a:spcBef>
                <a:spcPts val="0"/>
              </a:spcBef>
              <a:spcAft>
                <a:spcPts val="0"/>
              </a:spcAft>
            </a:pPr>
            <a:r>
              <a:rPr sz="1400" dirty="0">
                <a:solidFill>
                  <a:srgbClr val="595959"/>
                </a:solidFill>
                <a:latin typeface="ITQKWN+Wingdings-Regular"/>
                <a:cs typeface="ITQKWN+Wingdings-Regular"/>
              </a:rPr>
              <a:t>§</a:t>
            </a:r>
            <a:r>
              <a:rPr sz="1400" spc="809" dirty="0">
                <a:solidFill>
                  <a:srgbClr val="595959"/>
                </a:solidFill>
                <a:latin typeface="Times New Roman"/>
                <a:cs typeface="Times New Roman"/>
              </a:rPr>
              <a:t> </a:t>
            </a:r>
            <a:r>
              <a:rPr sz="1800" dirty="0">
                <a:solidFill>
                  <a:srgbClr val="000000"/>
                </a:solidFill>
                <a:latin typeface="CTJNHW+ArialMT"/>
                <a:cs typeface="CTJNHW+ArialMT"/>
              </a:rPr>
              <a:t>Fast</a:t>
            </a:r>
            <a:r>
              <a:rPr sz="1800" spc="889" dirty="0">
                <a:solidFill>
                  <a:srgbClr val="000000"/>
                </a:solidFill>
                <a:latin typeface="Times New Roman"/>
                <a:cs typeface="Times New Roman"/>
              </a:rPr>
              <a:t> </a:t>
            </a:r>
            <a:r>
              <a:rPr sz="1800" dirty="0">
                <a:solidFill>
                  <a:srgbClr val="000000"/>
                </a:solidFill>
                <a:latin typeface="CTJNHW+ArialMT"/>
                <a:cs typeface="CTJNHW+ArialMT"/>
              </a:rPr>
              <a:t>and</a:t>
            </a:r>
            <a:r>
              <a:rPr sz="1800" spc="884" dirty="0">
                <a:solidFill>
                  <a:srgbClr val="000000"/>
                </a:solidFill>
                <a:latin typeface="Times New Roman"/>
                <a:cs typeface="Times New Roman"/>
              </a:rPr>
              <a:t> </a:t>
            </a:r>
            <a:r>
              <a:rPr sz="1800" dirty="0">
                <a:solidFill>
                  <a:srgbClr val="000000"/>
                </a:solidFill>
                <a:latin typeface="CTJNHW+ArialMT"/>
                <a:cs typeface="CTJNHW+ArialMT"/>
              </a:rPr>
              <a:t>efficient</a:t>
            </a:r>
            <a:r>
              <a:rPr sz="1800" spc="856" dirty="0">
                <a:solidFill>
                  <a:srgbClr val="000000"/>
                </a:solidFill>
                <a:latin typeface="Times New Roman"/>
                <a:cs typeface="Times New Roman"/>
              </a:rPr>
              <a:t> </a:t>
            </a:r>
            <a:r>
              <a:rPr sz="1800" dirty="0">
                <a:solidFill>
                  <a:srgbClr val="000000"/>
                </a:solidFill>
                <a:latin typeface="CTJNHW+ArialMT"/>
                <a:cs typeface="CTJNHW+ArialMT"/>
              </a:rPr>
              <a:t>DataFrame</a:t>
            </a:r>
            <a:r>
              <a:rPr sz="1800" spc="889" dirty="0">
                <a:solidFill>
                  <a:srgbClr val="000000"/>
                </a:solidFill>
                <a:latin typeface="Times New Roman"/>
                <a:cs typeface="Times New Roman"/>
              </a:rPr>
              <a:t> </a:t>
            </a:r>
            <a:r>
              <a:rPr sz="1800" dirty="0">
                <a:solidFill>
                  <a:srgbClr val="000000"/>
                </a:solidFill>
                <a:latin typeface="CTJNHW+ArialMT"/>
                <a:cs typeface="CTJNHW+ArialMT"/>
              </a:rPr>
              <a:t>object</a:t>
            </a:r>
            <a:r>
              <a:rPr sz="1800" spc="885" dirty="0">
                <a:solidFill>
                  <a:srgbClr val="000000"/>
                </a:solidFill>
                <a:latin typeface="Times New Roman"/>
                <a:cs typeface="Times New Roman"/>
              </a:rPr>
              <a:t> </a:t>
            </a:r>
            <a:r>
              <a:rPr sz="1800" dirty="0">
                <a:solidFill>
                  <a:srgbClr val="000000"/>
                </a:solidFill>
                <a:latin typeface="CTJNHW+ArialMT"/>
                <a:cs typeface="CTJNHW+ArialMT"/>
              </a:rPr>
              <a:t>with</a:t>
            </a:r>
            <a:r>
              <a:rPr sz="1800" spc="889" dirty="0">
                <a:solidFill>
                  <a:srgbClr val="000000"/>
                </a:solidFill>
                <a:latin typeface="Times New Roman"/>
                <a:cs typeface="Times New Roman"/>
              </a:rPr>
              <a:t> </a:t>
            </a:r>
            <a:r>
              <a:rPr sz="1800" dirty="0">
                <a:solidFill>
                  <a:srgbClr val="000000"/>
                </a:solidFill>
                <a:latin typeface="CTJNHW+ArialMT"/>
                <a:cs typeface="CTJNHW+ArialMT"/>
              </a:rPr>
              <a:t>default</a:t>
            </a:r>
            <a:r>
              <a:rPr sz="1800" spc="885" dirty="0">
                <a:solidFill>
                  <a:srgbClr val="000000"/>
                </a:solidFill>
                <a:latin typeface="Times New Roman"/>
                <a:cs typeface="Times New Roman"/>
              </a:rPr>
              <a:t> </a:t>
            </a:r>
            <a:r>
              <a:rPr sz="1800" dirty="0">
                <a:solidFill>
                  <a:srgbClr val="000000"/>
                </a:solidFill>
                <a:latin typeface="CTJNHW+ArialMT"/>
                <a:cs typeface="CTJNHW+ArialMT"/>
              </a:rPr>
              <a:t>and</a:t>
            </a:r>
            <a:r>
              <a:rPr sz="1800" spc="884" dirty="0">
                <a:solidFill>
                  <a:srgbClr val="000000"/>
                </a:solidFill>
                <a:latin typeface="Times New Roman"/>
                <a:cs typeface="Times New Roman"/>
              </a:rPr>
              <a:t> </a:t>
            </a:r>
            <a:r>
              <a:rPr sz="1800" dirty="0">
                <a:solidFill>
                  <a:srgbClr val="000000"/>
                </a:solidFill>
                <a:latin typeface="CTJNHW+ArialMT"/>
                <a:cs typeface="CTJNHW+ArialMT"/>
              </a:rPr>
              <a:t>customized</a:t>
            </a:r>
          </a:p>
          <a:p>
            <a:pPr marL="228600" marR="0">
              <a:lnSpc>
                <a:spcPts val="2010"/>
              </a:lnSpc>
              <a:spcBef>
                <a:spcPts val="199"/>
              </a:spcBef>
              <a:spcAft>
                <a:spcPts val="0"/>
              </a:spcAft>
            </a:pPr>
            <a:r>
              <a:rPr sz="1800" dirty="0">
                <a:solidFill>
                  <a:srgbClr val="000000"/>
                </a:solidFill>
                <a:latin typeface="CTJNHW+ArialMT"/>
                <a:cs typeface="CTJNHW+ArialMT"/>
              </a:rPr>
              <a:t>indexing.</a:t>
            </a:r>
          </a:p>
          <a:p>
            <a:pPr marL="0" marR="0">
              <a:lnSpc>
                <a:spcPts val="2010"/>
              </a:lnSpc>
              <a:spcBef>
                <a:spcPts val="149"/>
              </a:spcBef>
              <a:spcAft>
                <a:spcPts val="0"/>
              </a:spcAft>
            </a:pPr>
            <a:r>
              <a:rPr sz="1400" dirty="0">
                <a:solidFill>
                  <a:srgbClr val="595959"/>
                </a:solidFill>
                <a:latin typeface="ITQKWN+Wingdings-Regular"/>
                <a:cs typeface="ITQKWN+Wingdings-Regular"/>
              </a:rPr>
              <a:t>§</a:t>
            </a:r>
            <a:r>
              <a:rPr sz="1400" spc="809" dirty="0">
                <a:solidFill>
                  <a:srgbClr val="595959"/>
                </a:solidFill>
                <a:latin typeface="Times New Roman"/>
                <a:cs typeface="Times New Roman"/>
              </a:rPr>
              <a:t> </a:t>
            </a:r>
            <a:r>
              <a:rPr sz="1800" dirty="0">
                <a:solidFill>
                  <a:srgbClr val="000000"/>
                </a:solidFill>
                <a:latin typeface="CTJNHW+ArialMT"/>
                <a:cs typeface="CTJNHW+ArialMT"/>
              </a:rPr>
              <a:t>Tools</a:t>
            </a:r>
            <a:r>
              <a:rPr sz="1800" spc="280" dirty="0">
                <a:solidFill>
                  <a:srgbClr val="000000"/>
                </a:solidFill>
                <a:latin typeface="Times New Roman"/>
                <a:cs typeface="Times New Roman"/>
              </a:rPr>
              <a:t> </a:t>
            </a:r>
            <a:r>
              <a:rPr sz="1800" dirty="0">
                <a:solidFill>
                  <a:srgbClr val="000000"/>
                </a:solidFill>
                <a:latin typeface="CTJNHW+ArialMT"/>
                <a:cs typeface="CTJNHW+ArialMT"/>
              </a:rPr>
              <a:t>for</a:t>
            </a:r>
            <a:r>
              <a:rPr sz="1800" spc="482" dirty="0">
                <a:solidFill>
                  <a:srgbClr val="000000"/>
                </a:solidFill>
                <a:latin typeface="Times New Roman"/>
                <a:cs typeface="Times New Roman"/>
              </a:rPr>
              <a:t> </a:t>
            </a:r>
            <a:r>
              <a:rPr sz="1800" dirty="0">
                <a:solidFill>
                  <a:srgbClr val="000000"/>
                </a:solidFill>
                <a:latin typeface="CTJNHW+ArialMT"/>
                <a:cs typeface="CTJNHW+ArialMT"/>
              </a:rPr>
              <a:t>loading</a:t>
            </a:r>
            <a:r>
              <a:rPr sz="1800" spc="476" dirty="0">
                <a:solidFill>
                  <a:srgbClr val="000000"/>
                </a:solidFill>
                <a:latin typeface="Times New Roman"/>
                <a:cs typeface="Times New Roman"/>
              </a:rPr>
              <a:t> </a:t>
            </a:r>
            <a:r>
              <a:rPr sz="1800" dirty="0">
                <a:solidFill>
                  <a:srgbClr val="000000"/>
                </a:solidFill>
                <a:latin typeface="CTJNHW+ArialMT"/>
                <a:cs typeface="CTJNHW+ArialMT"/>
              </a:rPr>
              <a:t>data</a:t>
            </a:r>
            <a:r>
              <a:rPr sz="1800" spc="478" dirty="0">
                <a:solidFill>
                  <a:srgbClr val="000000"/>
                </a:solidFill>
                <a:latin typeface="Times New Roman"/>
                <a:cs typeface="Times New Roman"/>
              </a:rPr>
              <a:t> </a:t>
            </a:r>
            <a:r>
              <a:rPr sz="1800" dirty="0">
                <a:solidFill>
                  <a:srgbClr val="000000"/>
                </a:solidFill>
                <a:latin typeface="CTJNHW+ArialMT"/>
                <a:cs typeface="CTJNHW+ArialMT"/>
              </a:rPr>
              <a:t>into</a:t>
            </a:r>
            <a:r>
              <a:rPr sz="1800" spc="480" dirty="0">
                <a:solidFill>
                  <a:srgbClr val="000000"/>
                </a:solidFill>
                <a:latin typeface="Times New Roman"/>
                <a:cs typeface="Times New Roman"/>
              </a:rPr>
              <a:t> </a:t>
            </a:r>
            <a:r>
              <a:rPr sz="1800" dirty="0">
                <a:solidFill>
                  <a:srgbClr val="000000"/>
                </a:solidFill>
                <a:latin typeface="CTJNHW+ArialMT"/>
                <a:cs typeface="CTJNHW+ArialMT"/>
              </a:rPr>
              <a:t>in-memory</a:t>
            </a:r>
            <a:r>
              <a:rPr sz="1800" spc="480" dirty="0">
                <a:solidFill>
                  <a:srgbClr val="000000"/>
                </a:solidFill>
                <a:latin typeface="Times New Roman"/>
                <a:cs typeface="Times New Roman"/>
              </a:rPr>
              <a:t> </a:t>
            </a:r>
            <a:r>
              <a:rPr sz="1800" dirty="0">
                <a:solidFill>
                  <a:srgbClr val="000000"/>
                </a:solidFill>
                <a:latin typeface="CTJNHW+ArialMT"/>
                <a:cs typeface="CTJNHW+ArialMT"/>
              </a:rPr>
              <a:t>data</a:t>
            </a:r>
            <a:r>
              <a:rPr sz="1800" spc="478" dirty="0">
                <a:solidFill>
                  <a:srgbClr val="000000"/>
                </a:solidFill>
                <a:latin typeface="Times New Roman"/>
                <a:cs typeface="Times New Roman"/>
              </a:rPr>
              <a:t> </a:t>
            </a:r>
            <a:r>
              <a:rPr sz="1800" dirty="0">
                <a:solidFill>
                  <a:srgbClr val="000000"/>
                </a:solidFill>
                <a:latin typeface="CTJNHW+ArialMT"/>
                <a:cs typeface="CTJNHW+ArialMT"/>
              </a:rPr>
              <a:t>objects</a:t>
            </a:r>
            <a:r>
              <a:rPr sz="1800" spc="478" dirty="0">
                <a:solidFill>
                  <a:srgbClr val="000000"/>
                </a:solidFill>
                <a:latin typeface="Times New Roman"/>
                <a:cs typeface="Times New Roman"/>
              </a:rPr>
              <a:t> </a:t>
            </a:r>
            <a:r>
              <a:rPr sz="1800" dirty="0">
                <a:solidFill>
                  <a:srgbClr val="000000"/>
                </a:solidFill>
                <a:latin typeface="CTJNHW+ArialMT"/>
                <a:cs typeface="CTJNHW+ArialMT"/>
              </a:rPr>
              <a:t>from</a:t>
            </a:r>
            <a:r>
              <a:rPr sz="1800" spc="482" dirty="0">
                <a:solidFill>
                  <a:srgbClr val="000000"/>
                </a:solidFill>
                <a:latin typeface="Times New Roman"/>
                <a:cs typeface="Times New Roman"/>
              </a:rPr>
              <a:t> </a:t>
            </a:r>
            <a:r>
              <a:rPr sz="1800" dirty="0">
                <a:solidFill>
                  <a:srgbClr val="000000"/>
                </a:solidFill>
                <a:latin typeface="CTJNHW+ArialMT"/>
                <a:cs typeface="CTJNHW+ArialMT"/>
              </a:rPr>
              <a:t>different</a:t>
            </a:r>
            <a:r>
              <a:rPr sz="1800" spc="448" dirty="0">
                <a:solidFill>
                  <a:srgbClr val="000000"/>
                </a:solidFill>
                <a:latin typeface="Times New Roman"/>
                <a:cs typeface="Times New Roman"/>
              </a:rPr>
              <a:t> </a:t>
            </a:r>
            <a:r>
              <a:rPr sz="1800" dirty="0">
                <a:solidFill>
                  <a:srgbClr val="000000"/>
                </a:solidFill>
                <a:latin typeface="CTJNHW+ArialMT"/>
                <a:cs typeface="CTJNHW+ArialMT"/>
              </a:rPr>
              <a:t>file</a:t>
            </a:r>
          </a:p>
          <a:p>
            <a:pPr marL="228600" marR="0">
              <a:lnSpc>
                <a:spcPts val="2010"/>
              </a:lnSpc>
              <a:spcBef>
                <a:spcPts val="199"/>
              </a:spcBef>
              <a:spcAft>
                <a:spcPts val="0"/>
              </a:spcAft>
            </a:pPr>
            <a:r>
              <a:rPr sz="1800" dirty="0">
                <a:solidFill>
                  <a:srgbClr val="000000"/>
                </a:solidFill>
                <a:latin typeface="CTJNHW+ArialMT"/>
                <a:cs typeface="CTJNHW+ArialMT"/>
              </a:rPr>
              <a:t>formats.</a:t>
            </a:r>
          </a:p>
          <a:p>
            <a:pPr marL="0" marR="0">
              <a:lnSpc>
                <a:spcPts val="2010"/>
              </a:lnSpc>
              <a:spcBef>
                <a:spcPts val="199"/>
              </a:spcBef>
              <a:spcAft>
                <a:spcPts val="0"/>
              </a:spcAft>
            </a:pPr>
            <a:r>
              <a:rPr sz="1400" dirty="0">
                <a:solidFill>
                  <a:srgbClr val="595959"/>
                </a:solidFill>
                <a:latin typeface="ITQKWN+Wingdings-Regular"/>
                <a:cs typeface="ITQKWN+Wingdings-Regular"/>
              </a:rPr>
              <a:t>§</a:t>
            </a:r>
            <a:r>
              <a:rPr sz="1400" spc="809" dirty="0">
                <a:solidFill>
                  <a:srgbClr val="595959"/>
                </a:solidFill>
                <a:latin typeface="Times New Roman"/>
                <a:cs typeface="Times New Roman"/>
              </a:rPr>
              <a:t> </a:t>
            </a:r>
            <a:r>
              <a:rPr sz="1800" dirty="0">
                <a:solidFill>
                  <a:srgbClr val="000000"/>
                </a:solidFill>
                <a:latin typeface="CTJNHW+ArialMT"/>
                <a:cs typeface="CTJNHW+ArialMT"/>
              </a:rPr>
              <a:t>Data</a:t>
            </a:r>
            <a:r>
              <a:rPr sz="1800" spc="49" dirty="0">
                <a:solidFill>
                  <a:srgbClr val="000000"/>
                </a:solidFill>
                <a:latin typeface="Times New Roman"/>
                <a:cs typeface="Times New Roman"/>
              </a:rPr>
              <a:t> </a:t>
            </a:r>
            <a:r>
              <a:rPr sz="1800" dirty="0">
                <a:solidFill>
                  <a:srgbClr val="000000"/>
                </a:solidFill>
                <a:latin typeface="CTJNHW+ArialMT"/>
                <a:cs typeface="CTJNHW+ArialMT"/>
              </a:rPr>
              <a:t>alignment</a:t>
            </a:r>
            <a:r>
              <a:rPr sz="1800" spc="46" dirty="0">
                <a:solidFill>
                  <a:srgbClr val="000000"/>
                </a:solidFill>
                <a:latin typeface="Times New Roman"/>
                <a:cs typeface="Times New Roman"/>
              </a:rPr>
              <a:t> </a:t>
            </a:r>
            <a:r>
              <a:rPr sz="1800" dirty="0">
                <a:solidFill>
                  <a:srgbClr val="000000"/>
                </a:solidFill>
                <a:latin typeface="CTJNHW+ArialMT"/>
                <a:cs typeface="CTJNHW+ArialMT"/>
              </a:rPr>
              <a:t>and</a:t>
            </a:r>
            <a:r>
              <a:rPr sz="1800" spc="49" dirty="0">
                <a:solidFill>
                  <a:srgbClr val="000000"/>
                </a:solidFill>
                <a:latin typeface="Times New Roman"/>
                <a:cs typeface="Times New Roman"/>
              </a:rPr>
              <a:t> </a:t>
            </a:r>
            <a:r>
              <a:rPr sz="1800" dirty="0">
                <a:solidFill>
                  <a:srgbClr val="000000"/>
                </a:solidFill>
                <a:latin typeface="CTJNHW+ArialMT"/>
                <a:cs typeface="CTJNHW+ArialMT"/>
              </a:rPr>
              <a:t>integrated</a:t>
            </a:r>
            <a:r>
              <a:rPr sz="1800" spc="49" dirty="0">
                <a:solidFill>
                  <a:srgbClr val="000000"/>
                </a:solidFill>
                <a:latin typeface="Times New Roman"/>
                <a:cs typeface="Times New Roman"/>
              </a:rPr>
              <a:t> </a:t>
            </a:r>
            <a:r>
              <a:rPr sz="1800" dirty="0">
                <a:solidFill>
                  <a:srgbClr val="000000"/>
                </a:solidFill>
                <a:latin typeface="CTJNHW+ArialMT"/>
                <a:cs typeface="CTJNHW+ArialMT"/>
              </a:rPr>
              <a:t>handling</a:t>
            </a:r>
            <a:r>
              <a:rPr sz="1800" spc="49" dirty="0">
                <a:solidFill>
                  <a:srgbClr val="000000"/>
                </a:solidFill>
                <a:latin typeface="Times New Roman"/>
                <a:cs typeface="Times New Roman"/>
              </a:rPr>
              <a:t> </a:t>
            </a:r>
            <a:r>
              <a:rPr sz="1800" dirty="0">
                <a:solidFill>
                  <a:srgbClr val="000000"/>
                </a:solidFill>
                <a:latin typeface="CTJNHW+ArialMT"/>
                <a:cs typeface="CTJNHW+ArialMT"/>
              </a:rPr>
              <a:t>of</a:t>
            </a:r>
            <a:r>
              <a:rPr sz="1800" spc="46" dirty="0">
                <a:solidFill>
                  <a:srgbClr val="000000"/>
                </a:solidFill>
                <a:latin typeface="Times New Roman"/>
                <a:cs typeface="Times New Roman"/>
              </a:rPr>
              <a:t> </a:t>
            </a:r>
            <a:r>
              <a:rPr sz="1800" dirty="0">
                <a:solidFill>
                  <a:srgbClr val="000000"/>
                </a:solidFill>
                <a:latin typeface="CTJNHW+ArialMT"/>
                <a:cs typeface="CTJNHW+ArialMT"/>
              </a:rPr>
              <a:t>missing</a:t>
            </a:r>
            <a:r>
              <a:rPr sz="1800" spc="47" dirty="0">
                <a:solidFill>
                  <a:srgbClr val="000000"/>
                </a:solidFill>
                <a:latin typeface="Times New Roman"/>
                <a:cs typeface="Times New Roman"/>
              </a:rPr>
              <a:t> </a:t>
            </a:r>
            <a:r>
              <a:rPr sz="1800" dirty="0">
                <a:solidFill>
                  <a:srgbClr val="000000"/>
                </a:solidFill>
                <a:latin typeface="CTJNHW+ArialMT"/>
                <a:cs typeface="CTJNHW+ArialMT"/>
              </a:rPr>
              <a:t>data.</a:t>
            </a:r>
          </a:p>
          <a:p>
            <a:pPr marL="0" marR="0">
              <a:lnSpc>
                <a:spcPts val="2010"/>
              </a:lnSpc>
              <a:spcBef>
                <a:spcPts val="149"/>
              </a:spcBef>
              <a:spcAft>
                <a:spcPts val="0"/>
              </a:spcAft>
            </a:pPr>
            <a:r>
              <a:rPr sz="1400" dirty="0">
                <a:solidFill>
                  <a:srgbClr val="595959"/>
                </a:solidFill>
                <a:latin typeface="ITQKWN+Wingdings-Regular"/>
                <a:cs typeface="ITQKWN+Wingdings-Regular"/>
              </a:rPr>
              <a:t>§</a:t>
            </a:r>
            <a:r>
              <a:rPr sz="1400" spc="809" dirty="0">
                <a:solidFill>
                  <a:srgbClr val="595959"/>
                </a:solidFill>
                <a:latin typeface="Times New Roman"/>
                <a:cs typeface="Times New Roman"/>
              </a:rPr>
              <a:t> </a:t>
            </a:r>
            <a:r>
              <a:rPr sz="1800" dirty="0">
                <a:solidFill>
                  <a:srgbClr val="000000"/>
                </a:solidFill>
                <a:latin typeface="CTJNHW+ArialMT"/>
                <a:cs typeface="CTJNHW+ArialMT"/>
              </a:rPr>
              <a:t>Reshaping</a:t>
            </a:r>
            <a:r>
              <a:rPr sz="1800" spc="49" dirty="0">
                <a:solidFill>
                  <a:srgbClr val="000000"/>
                </a:solidFill>
                <a:latin typeface="Times New Roman"/>
                <a:cs typeface="Times New Roman"/>
              </a:rPr>
              <a:t> </a:t>
            </a:r>
            <a:r>
              <a:rPr sz="1800" dirty="0">
                <a:solidFill>
                  <a:srgbClr val="000000"/>
                </a:solidFill>
                <a:latin typeface="CTJNHW+ArialMT"/>
                <a:cs typeface="CTJNHW+ArialMT"/>
              </a:rPr>
              <a:t>and</a:t>
            </a:r>
            <a:r>
              <a:rPr sz="1800" spc="49" dirty="0">
                <a:solidFill>
                  <a:srgbClr val="000000"/>
                </a:solidFill>
                <a:latin typeface="Times New Roman"/>
                <a:cs typeface="Times New Roman"/>
              </a:rPr>
              <a:t> </a:t>
            </a:r>
            <a:r>
              <a:rPr sz="1800" dirty="0">
                <a:solidFill>
                  <a:srgbClr val="000000"/>
                </a:solidFill>
                <a:latin typeface="CTJNHW+ArialMT"/>
                <a:cs typeface="CTJNHW+ArialMT"/>
              </a:rPr>
              <a:t>pivoting</a:t>
            </a:r>
            <a:r>
              <a:rPr sz="1800" spc="49" dirty="0">
                <a:solidFill>
                  <a:srgbClr val="000000"/>
                </a:solidFill>
                <a:latin typeface="Times New Roman"/>
                <a:cs typeface="Times New Roman"/>
              </a:rPr>
              <a:t> </a:t>
            </a:r>
            <a:r>
              <a:rPr sz="1800" dirty="0">
                <a:solidFill>
                  <a:srgbClr val="000000"/>
                </a:solidFill>
                <a:latin typeface="CTJNHW+ArialMT"/>
                <a:cs typeface="CTJNHW+ArialMT"/>
              </a:rPr>
              <a:t>of</a:t>
            </a:r>
            <a:r>
              <a:rPr sz="1800" spc="46" dirty="0">
                <a:solidFill>
                  <a:srgbClr val="000000"/>
                </a:solidFill>
                <a:latin typeface="Times New Roman"/>
                <a:cs typeface="Times New Roman"/>
              </a:rPr>
              <a:t> </a:t>
            </a:r>
            <a:r>
              <a:rPr sz="1800" dirty="0">
                <a:solidFill>
                  <a:srgbClr val="000000"/>
                </a:solidFill>
                <a:latin typeface="CTJNHW+ArialMT"/>
                <a:cs typeface="CTJNHW+ArialMT"/>
              </a:rPr>
              <a:t>date</a:t>
            </a:r>
            <a:r>
              <a:rPr sz="1800" spc="49" dirty="0">
                <a:solidFill>
                  <a:srgbClr val="000000"/>
                </a:solidFill>
                <a:latin typeface="Times New Roman"/>
                <a:cs typeface="Times New Roman"/>
              </a:rPr>
              <a:t> </a:t>
            </a:r>
            <a:r>
              <a:rPr sz="1800" dirty="0">
                <a:solidFill>
                  <a:srgbClr val="000000"/>
                </a:solidFill>
                <a:latin typeface="CTJNHW+ArialMT"/>
                <a:cs typeface="CTJNHW+ArialMT"/>
              </a:rPr>
              <a:t>sets.</a:t>
            </a:r>
          </a:p>
          <a:p>
            <a:pPr marL="0" marR="0">
              <a:lnSpc>
                <a:spcPts val="2010"/>
              </a:lnSpc>
              <a:spcBef>
                <a:spcPts val="199"/>
              </a:spcBef>
              <a:spcAft>
                <a:spcPts val="0"/>
              </a:spcAft>
            </a:pPr>
            <a:r>
              <a:rPr sz="1400" dirty="0">
                <a:solidFill>
                  <a:srgbClr val="595959"/>
                </a:solidFill>
                <a:latin typeface="ITQKWN+Wingdings-Regular"/>
                <a:cs typeface="ITQKWN+Wingdings-Regular"/>
              </a:rPr>
              <a:t>§</a:t>
            </a:r>
            <a:r>
              <a:rPr sz="1400" spc="809" dirty="0">
                <a:solidFill>
                  <a:srgbClr val="595959"/>
                </a:solidFill>
                <a:latin typeface="Times New Roman"/>
                <a:cs typeface="Times New Roman"/>
              </a:rPr>
              <a:t> </a:t>
            </a:r>
            <a:r>
              <a:rPr sz="1800" dirty="0">
                <a:solidFill>
                  <a:srgbClr val="000000"/>
                </a:solidFill>
                <a:latin typeface="CTJNHW+ArialMT"/>
                <a:cs typeface="CTJNHW+ArialMT"/>
              </a:rPr>
              <a:t>Label-based</a:t>
            </a:r>
            <a:r>
              <a:rPr sz="1800" spc="49" dirty="0">
                <a:solidFill>
                  <a:srgbClr val="000000"/>
                </a:solidFill>
                <a:latin typeface="Times New Roman"/>
                <a:cs typeface="Times New Roman"/>
              </a:rPr>
              <a:t> </a:t>
            </a:r>
            <a:r>
              <a:rPr sz="1800" dirty="0">
                <a:solidFill>
                  <a:srgbClr val="000000"/>
                </a:solidFill>
                <a:latin typeface="CTJNHW+ArialMT"/>
                <a:cs typeface="CTJNHW+ArialMT"/>
              </a:rPr>
              <a:t>slicing,</a:t>
            </a:r>
            <a:r>
              <a:rPr sz="1800" spc="46" dirty="0">
                <a:solidFill>
                  <a:srgbClr val="000000"/>
                </a:solidFill>
                <a:latin typeface="Times New Roman"/>
                <a:cs typeface="Times New Roman"/>
              </a:rPr>
              <a:t> </a:t>
            </a:r>
            <a:r>
              <a:rPr sz="1800" dirty="0">
                <a:solidFill>
                  <a:srgbClr val="000000"/>
                </a:solidFill>
                <a:latin typeface="CTJNHW+ArialMT"/>
                <a:cs typeface="CTJNHW+ArialMT"/>
              </a:rPr>
              <a:t>indexing</a:t>
            </a:r>
            <a:r>
              <a:rPr sz="1800" spc="49" dirty="0">
                <a:solidFill>
                  <a:srgbClr val="000000"/>
                </a:solidFill>
                <a:latin typeface="Times New Roman"/>
                <a:cs typeface="Times New Roman"/>
              </a:rPr>
              <a:t> </a:t>
            </a:r>
            <a:r>
              <a:rPr sz="1800" dirty="0">
                <a:solidFill>
                  <a:srgbClr val="000000"/>
                </a:solidFill>
                <a:latin typeface="CTJNHW+ArialMT"/>
                <a:cs typeface="CTJNHW+ArialMT"/>
              </a:rPr>
              <a:t>and</a:t>
            </a:r>
            <a:r>
              <a:rPr sz="1800" spc="49" dirty="0">
                <a:solidFill>
                  <a:srgbClr val="000000"/>
                </a:solidFill>
                <a:latin typeface="Times New Roman"/>
                <a:cs typeface="Times New Roman"/>
              </a:rPr>
              <a:t> </a:t>
            </a:r>
            <a:r>
              <a:rPr sz="1800" dirty="0">
                <a:solidFill>
                  <a:srgbClr val="000000"/>
                </a:solidFill>
                <a:latin typeface="CTJNHW+ArialMT"/>
                <a:cs typeface="CTJNHW+ArialMT"/>
              </a:rPr>
              <a:t>subsetting</a:t>
            </a:r>
            <a:r>
              <a:rPr sz="1800" spc="49" dirty="0">
                <a:solidFill>
                  <a:srgbClr val="000000"/>
                </a:solidFill>
                <a:latin typeface="Times New Roman"/>
                <a:cs typeface="Times New Roman"/>
              </a:rPr>
              <a:t> </a:t>
            </a:r>
            <a:r>
              <a:rPr sz="1800" dirty="0">
                <a:solidFill>
                  <a:srgbClr val="000000"/>
                </a:solidFill>
                <a:latin typeface="CTJNHW+ArialMT"/>
                <a:cs typeface="CTJNHW+ArialMT"/>
              </a:rPr>
              <a:t>of</a:t>
            </a:r>
            <a:r>
              <a:rPr sz="1800" spc="46" dirty="0">
                <a:solidFill>
                  <a:srgbClr val="000000"/>
                </a:solidFill>
                <a:latin typeface="Times New Roman"/>
                <a:cs typeface="Times New Roman"/>
              </a:rPr>
              <a:t> </a:t>
            </a:r>
            <a:r>
              <a:rPr sz="1800" dirty="0">
                <a:solidFill>
                  <a:srgbClr val="000000"/>
                </a:solidFill>
                <a:latin typeface="CTJNHW+ArialMT"/>
                <a:cs typeface="CTJNHW+ArialMT"/>
              </a:rPr>
              <a:t>large</a:t>
            </a:r>
            <a:r>
              <a:rPr sz="1800" spc="49" dirty="0">
                <a:solidFill>
                  <a:srgbClr val="000000"/>
                </a:solidFill>
                <a:latin typeface="Times New Roman"/>
                <a:cs typeface="Times New Roman"/>
              </a:rPr>
              <a:t> </a:t>
            </a:r>
            <a:r>
              <a:rPr sz="1800" dirty="0">
                <a:solidFill>
                  <a:srgbClr val="000000"/>
                </a:solidFill>
                <a:latin typeface="CTJNHW+ArialMT"/>
                <a:cs typeface="CTJNHW+ArialMT"/>
              </a:rPr>
              <a:t>data</a:t>
            </a:r>
            <a:r>
              <a:rPr sz="1800" spc="49" dirty="0">
                <a:solidFill>
                  <a:srgbClr val="000000"/>
                </a:solidFill>
                <a:latin typeface="Times New Roman"/>
                <a:cs typeface="Times New Roman"/>
              </a:rPr>
              <a:t> </a:t>
            </a:r>
            <a:r>
              <a:rPr sz="1800" dirty="0">
                <a:solidFill>
                  <a:srgbClr val="000000"/>
                </a:solidFill>
                <a:latin typeface="CTJNHW+ArialMT"/>
                <a:cs typeface="CTJNHW+ArialMT"/>
              </a:rPr>
              <a:t>sets.</a:t>
            </a:r>
          </a:p>
          <a:p>
            <a:pPr marL="0" marR="0">
              <a:lnSpc>
                <a:spcPts val="2010"/>
              </a:lnSpc>
              <a:spcBef>
                <a:spcPts val="149"/>
              </a:spcBef>
              <a:spcAft>
                <a:spcPts val="0"/>
              </a:spcAft>
            </a:pPr>
            <a:r>
              <a:rPr sz="1400" dirty="0">
                <a:solidFill>
                  <a:srgbClr val="595959"/>
                </a:solidFill>
                <a:latin typeface="ITQKWN+Wingdings-Regular"/>
                <a:cs typeface="ITQKWN+Wingdings-Regular"/>
              </a:rPr>
              <a:t>§</a:t>
            </a:r>
            <a:r>
              <a:rPr sz="1400" spc="809" dirty="0">
                <a:solidFill>
                  <a:srgbClr val="595959"/>
                </a:solidFill>
                <a:latin typeface="Times New Roman"/>
                <a:cs typeface="Times New Roman"/>
              </a:rPr>
              <a:t> </a:t>
            </a:r>
            <a:r>
              <a:rPr sz="1800" dirty="0">
                <a:solidFill>
                  <a:srgbClr val="000000"/>
                </a:solidFill>
                <a:latin typeface="CTJNHW+ArialMT"/>
                <a:cs typeface="CTJNHW+ArialMT"/>
              </a:rPr>
              <a:t>Columns</a:t>
            </a:r>
            <a:r>
              <a:rPr sz="1800" spc="49" dirty="0">
                <a:solidFill>
                  <a:srgbClr val="000000"/>
                </a:solidFill>
                <a:latin typeface="Times New Roman"/>
                <a:cs typeface="Times New Roman"/>
              </a:rPr>
              <a:t> </a:t>
            </a:r>
            <a:r>
              <a:rPr sz="1800" dirty="0">
                <a:solidFill>
                  <a:srgbClr val="000000"/>
                </a:solidFill>
                <a:latin typeface="CTJNHW+ArialMT"/>
                <a:cs typeface="CTJNHW+ArialMT"/>
              </a:rPr>
              <a:t>from</a:t>
            </a:r>
            <a:r>
              <a:rPr sz="1800" spc="49" dirty="0">
                <a:solidFill>
                  <a:srgbClr val="000000"/>
                </a:solidFill>
                <a:latin typeface="Times New Roman"/>
                <a:cs typeface="Times New Roman"/>
              </a:rPr>
              <a:t> </a:t>
            </a:r>
            <a:r>
              <a:rPr sz="1800" dirty="0">
                <a:solidFill>
                  <a:srgbClr val="000000"/>
                </a:solidFill>
                <a:latin typeface="CTJNHW+ArialMT"/>
                <a:cs typeface="CTJNHW+ArialMT"/>
              </a:rPr>
              <a:t>a</a:t>
            </a:r>
            <a:r>
              <a:rPr sz="1800" spc="47" dirty="0">
                <a:solidFill>
                  <a:srgbClr val="000000"/>
                </a:solidFill>
                <a:latin typeface="Times New Roman"/>
                <a:cs typeface="Times New Roman"/>
              </a:rPr>
              <a:t> </a:t>
            </a:r>
            <a:r>
              <a:rPr sz="1800" dirty="0">
                <a:solidFill>
                  <a:srgbClr val="000000"/>
                </a:solidFill>
                <a:latin typeface="CTJNHW+ArialMT"/>
                <a:cs typeface="CTJNHW+ArialMT"/>
              </a:rPr>
              <a:t>data</a:t>
            </a:r>
            <a:r>
              <a:rPr sz="1800" spc="49" dirty="0">
                <a:solidFill>
                  <a:srgbClr val="000000"/>
                </a:solidFill>
                <a:latin typeface="Times New Roman"/>
                <a:cs typeface="Times New Roman"/>
              </a:rPr>
              <a:t> </a:t>
            </a:r>
            <a:r>
              <a:rPr sz="1800" dirty="0">
                <a:solidFill>
                  <a:srgbClr val="000000"/>
                </a:solidFill>
                <a:latin typeface="CTJNHW+ArialMT"/>
                <a:cs typeface="CTJNHW+ArialMT"/>
              </a:rPr>
              <a:t>structure</a:t>
            </a:r>
            <a:r>
              <a:rPr sz="1800" spc="49" dirty="0">
                <a:solidFill>
                  <a:srgbClr val="000000"/>
                </a:solidFill>
                <a:latin typeface="Times New Roman"/>
                <a:cs typeface="Times New Roman"/>
              </a:rPr>
              <a:t> </a:t>
            </a:r>
            <a:r>
              <a:rPr sz="1800" dirty="0">
                <a:solidFill>
                  <a:srgbClr val="000000"/>
                </a:solidFill>
                <a:latin typeface="CTJNHW+ArialMT"/>
                <a:cs typeface="CTJNHW+ArialMT"/>
              </a:rPr>
              <a:t>can</a:t>
            </a:r>
            <a:r>
              <a:rPr sz="1800" spc="47" dirty="0">
                <a:solidFill>
                  <a:srgbClr val="000000"/>
                </a:solidFill>
                <a:latin typeface="Times New Roman"/>
                <a:cs typeface="Times New Roman"/>
              </a:rPr>
              <a:t> </a:t>
            </a:r>
            <a:r>
              <a:rPr sz="1800" dirty="0">
                <a:solidFill>
                  <a:srgbClr val="000000"/>
                </a:solidFill>
                <a:latin typeface="CTJNHW+ArialMT"/>
                <a:cs typeface="CTJNHW+ArialMT"/>
              </a:rPr>
              <a:t>be</a:t>
            </a:r>
            <a:r>
              <a:rPr sz="1800" spc="49" dirty="0">
                <a:solidFill>
                  <a:srgbClr val="000000"/>
                </a:solidFill>
                <a:latin typeface="Times New Roman"/>
                <a:cs typeface="Times New Roman"/>
              </a:rPr>
              <a:t> </a:t>
            </a:r>
            <a:r>
              <a:rPr sz="1800" dirty="0">
                <a:solidFill>
                  <a:srgbClr val="000000"/>
                </a:solidFill>
                <a:latin typeface="CTJNHW+ArialMT"/>
                <a:cs typeface="CTJNHW+ArialMT"/>
              </a:rPr>
              <a:t>deleted</a:t>
            </a:r>
            <a:r>
              <a:rPr sz="1800" spc="49" dirty="0">
                <a:solidFill>
                  <a:srgbClr val="000000"/>
                </a:solidFill>
                <a:latin typeface="Times New Roman"/>
                <a:cs typeface="Times New Roman"/>
              </a:rPr>
              <a:t> </a:t>
            </a:r>
            <a:r>
              <a:rPr sz="1800" dirty="0">
                <a:solidFill>
                  <a:srgbClr val="000000"/>
                </a:solidFill>
                <a:latin typeface="CTJNHW+ArialMT"/>
                <a:cs typeface="CTJNHW+ArialMT"/>
              </a:rPr>
              <a:t>or</a:t>
            </a:r>
            <a:r>
              <a:rPr sz="1800" spc="49" dirty="0">
                <a:solidFill>
                  <a:srgbClr val="000000"/>
                </a:solidFill>
                <a:latin typeface="Times New Roman"/>
                <a:cs typeface="Times New Roman"/>
              </a:rPr>
              <a:t> </a:t>
            </a:r>
            <a:r>
              <a:rPr sz="1800" dirty="0">
                <a:solidFill>
                  <a:srgbClr val="000000"/>
                </a:solidFill>
                <a:latin typeface="CTJNHW+ArialMT"/>
                <a:cs typeface="CTJNHW+ArialMT"/>
              </a:rPr>
              <a:t>inserted.</a:t>
            </a:r>
          </a:p>
          <a:p>
            <a:pPr marL="0" marR="0">
              <a:lnSpc>
                <a:spcPts val="2010"/>
              </a:lnSpc>
              <a:spcBef>
                <a:spcPts val="199"/>
              </a:spcBef>
              <a:spcAft>
                <a:spcPts val="0"/>
              </a:spcAft>
            </a:pPr>
            <a:r>
              <a:rPr sz="1400" dirty="0">
                <a:solidFill>
                  <a:srgbClr val="595959"/>
                </a:solidFill>
                <a:latin typeface="ITQKWN+Wingdings-Regular"/>
                <a:cs typeface="ITQKWN+Wingdings-Regular"/>
              </a:rPr>
              <a:t>§</a:t>
            </a:r>
            <a:r>
              <a:rPr sz="1400" spc="809" dirty="0">
                <a:solidFill>
                  <a:srgbClr val="595959"/>
                </a:solidFill>
                <a:latin typeface="Times New Roman"/>
                <a:cs typeface="Times New Roman"/>
              </a:rPr>
              <a:t> </a:t>
            </a:r>
            <a:r>
              <a:rPr sz="1800" dirty="0">
                <a:solidFill>
                  <a:srgbClr val="000000"/>
                </a:solidFill>
                <a:latin typeface="CTJNHW+ArialMT"/>
                <a:cs typeface="CTJNHW+ArialMT"/>
              </a:rPr>
              <a:t>Group</a:t>
            </a:r>
            <a:r>
              <a:rPr sz="1800" spc="49" dirty="0">
                <a:solidFill>
                  <a:srgbClr val="000000"/>
                </a:solidFill>
                <a:latin typeface="Times New Roman"/>
                <a:cs typeface="Times New Roman"/>
              </a:rPr>
              <a:t> </a:t>
            </a:r>
            <a:r>
              <a:rPr sz="1800" dirty="0">
                <a:solidFill>
                  <a:srgbClr val="000000"/>
                </a:solidFill>
                <a:latin typeface="CTJNHW+ArialMT"/>
                <a:cs typeface="CTJNHW+ArialMT"/>
              </a:rPr>
              <a:t>by</a:t>
            </a:r>
            <a:r>
              <a:rPr sz="1800" spc="49" dirty="0">
                <a:solidFill>
                  <a:srgbClr val="000000"/>
                </a:solidFill>
                <a:latin typeface="Times New Roman"/>
                <a:cs typeface="Times New Roman"/>
              </a:rPr>
              <a:t> </a:t>
            </a:r>
            <a:r>
              <a:rPr sz="1800" dirty="0">
                <a:solidFill>
                  <a:srgbClr val="000000"/>
                </a:solidFill>
                <a:latin typeface="CTJNHW+ArialMT"/>
                <a:cs typeface="CTJNHW+ArialMT"/>
              </a:rPr>
              <a:t>data</a:t>
            </a:r>
            <a:r>
              <a:rPr sz="1800" spc="49" dirty="0">
                <a:solidFill>
                  <a:srgbClr val="000000"/>
                </a:solidFill>
                <a:latin typeface="Times New Roman"/>
                <a:cs typeface="Times New Roman"/>
              </a:rPr>
              <a:t> </a:t>
            </a:r>
            <a:r>
              <a:rPr sz="1800" dirty="0">
                <a:solidFill>
                  <a:srgbClr val="000000"/>
                </a:solidFill>
                <a:latin typeface="CTJNHW+ArialMT"/>
                <a:cs typeface="CTJNHW+ArialMT"/>
              </a:rPr>
              <a:t>for</a:t>
            </a:r>
            <a:r>
              <a:rPr sz="1800" spc="49" dirty="0">
                <a:solidFill>
                  <a:srgbClr val="000000"/>
                </a:solidFill>
                <a:latin typeface="Times New Roman"/>
                <a:cs typeface="Times New Roman"/>
              </a:rPr>
              <a:t> </a:t>
            </a:r>
            <a:r>
              <a:rPr sz="1800" dirty="0">
                <a:solidFill>
                  <a:srgbClr val="000000"/>
                </a:solidFill>
                <a:latin typeface="CTJNHW+ArialMT"/>
                <a:cs typeface="CTJNHW+ArialMT"/>
              </a:rPr>
              <a:t>aggregation</a:t>
            </a:r>
            <a:r>
              <a:rPr sz="1800" spc="49" dirty="0">
                <a:solidFill>
                  <a:srgbClr val="000000"/>
                </a:solidFill>
                <a:latin typeface="Times New Roman"/>
                <a:cs typeface="Times New Roman"/>
              </a:rPr>
              <a:t> </a:t>
            </a:r>
            <a:r>
              <a:rPr sz="1800" dirty="0">
                <a:solidFill>
                  <a:srgbClr val="000000"/>
                </a:solidFill>
                <a:latin typeface="CTJNHW+ArialMT"/>
                <a:cs typeface="CTJNHW+ArialMT"/>
              </a:rPr>
              <a:t>and</a:t>
            </a:r>
            <a:r>
              <a:rPr sz="1800" spc="49" dirty="0">
                <a:solidFill>
                  <a:srgbClr val="000000"/>
                </a:solidFill>
                <a:latin typeface="Times New Roman"/>
                <a:cs typeface="Times New Roman"/>
              </a:rPr>
              <a:t> </a:t>
            </a:r>
            <a:r>
              <a:rPr sz="1800" dirty="0">
                <a:solidFill>
                  <a:srgbClr val="000000"/>
                </a:solidFill>
                <a:latin typeface="CTJNHW+ArialMT"/>
                <a:cs typeface="CTJNHW+ArialMT"/>
              </a:rPr>
              <a:t>transformations.</a:t>
            </a:r>
          </a:p>
          <a:p>
            <a:pPr marL="0" marR="0">
              <a:lnSpc>
                <a:spcPts val="2010"/>
              </a:lnSpc>
              <a:spcBef>
                <a:spcPts val="199"/>
              </a:spcBef>
              <a:spcAft>
                <a:spcPts val="0"/>
              </a:spcAft>
            </a:pPr>
            <a:r>
              <a:rPr sz="1400" dirty="0">
                <a:solidFill>
                  <a:srgbClr val="595959"/>
                </a:solidFill>
                <a:latin typeface="ITQKWN+Wingdings-Regular"/>
                <a:cs typeface="ITQKWN+Wingdings-Regular"/>
              </a:rPr>
              <a:t>§</a:t>
            </a:r>
            <a:r>
              <a:rPr sz="1400" spc="809" dirty="0">
                <a:solidFill>
                  <a:srgbClr val="595959"/>
                </a:solidFill>
                <a:latin typeface="Times New Roman"/>
                <a:cs typeface="Times New Roman"/>
              </a:rPr>
              <a:t> </a:t>
            </a:r>
            <a:r>
              <a:rPr sz="1800" dirty="0">
                <a:solidFill>
                  <a:srgbClr val="000000"/>
                </a:solidFill>
                <a:latin typeface="CTJNHW+ArialMT"/>
                <a:cs typeface="CTJNHW+ArialMT"/>
              </a:rPr>
              <a:t>High</a:t>
            </a:r>
            <a:r>
              <a:rPr sz="1800" spc="49" dirty="0">
                <a:solidFill>
                  <a:srgbClr val="000000"/>
                </a:solidFill>
                <a:latin typeface="Times New Roman"/>
                <a:cs typeface="Times New Roman"/>
              </a:rPr>
              <a:t> </a:t>
            </a:r>
            <a:r>
              <a:rPr sz="1800" dirty="0">
                <a:solidFill>
                  <a:srgbClr val="000000"/>
                </a:solidFill>
                <a:latin typeface="CTJNHW+ArialMT"/>
                <a:cs typeface="CTJNHW+ArialMT"/>
              </a:rPr>
              <a:t>performance</a:t>
            </a:r>
            <a:r>
              <a:rPr sz="1800" spc="49" dirty="0">
                <a:solidFill>
                  <a:srgbClr val="000000"/>
                </a:solidFill>
                <a:latin typeface="Times New Roman"/>
                <a:cs typeface="Times New Roman"/>
              </a:rPr>
              <a:t> </a:t>
            </a:r>
            <a:r>
              <a:rPr sz="1800" dirty="0">
                <a:solidFill>
                  <a:srgbClr val="000000"/>
                </a:solidFill>
                <a:latin typeface="CTJNHW+ArialMT"/>
                <a:cs typeface="CTJNHW+ArialMT"/>
              </a:rPr>
              <a:t>merging</a:t>
            </a:r>
            <a:r>
              <a:rPr sz="1800" spc="49" dirty="0">
                <a:solidFill>
                  <a:srgbClr val="000000"/>
                </a:solidFill>
                <a:latin typeface="Times New Roman"/>
                <a:cs typeface="Times New Roman"/>
              </a:rPr>
              <a:t> </a:t>
            </a:r>
            <a:r>
              <a:rPr sz="1800" dirty="0">
                <a:solidFill>
                  <a:srgbClr val="000000"/>
                </a:solidFill>
                <a:latin typeface="CTJNHW+ArialMT"/>
                <a:cs typeface="CTJNHW+ArialMT"/>
              </a:rPr>
              <a:t>and</a:t>
            </a:r>
            <a:r>
              <a:rPr sz="1800" spc="49" dirty="0">
                <a:solidFill>
                  <a:srgbClr val="000000"/>
                </a:solidFill>
                <a:latin typeface="Times New Roman"/>
                <a:cs typeface="Times New Roman"/>
              </a:rPr>
              <a:t> </a:t>
            </a:r>
            <a:r>
              <a:rPr sz="1800" dirty="0">
                <a:solidFill>
                  <a:srgbClr val="000000"/>
                </a:solidFill>
                <a:latin typeface="CTJNHW+ArialMT"/>
                <a:cs typeface="CTJNHW+ArialMT"/>
              </a:rPr>
              <a:t>joining</a:t>
            </a:r>
            <a:r>
              <a:rPr sz="1800" spc="49" dirty="0">
                <a:solidFill>
                  <a:srgbClr val="000000"/>
                </a:solidFill>
                <a:latin typeface="Times New Roman"/>
                <a:cs typeface="Times New Roman"/>
              </a:rPr>
              <a:t> </a:t>
            </a:r>
            <a:r>
              <a:rPr sz="1800" dirty="0">
                <a:solidFill>
                  <a:srgbClr val="000000"/>
                </a:solidFill>
                <a:latin typeface="CTJNHW+ArialMT"/>
                <a:cs typeface="CTJNHW+ArialMT"/>
              </a:rPr>
              <a:t>of</a:t>
            </a:r>
            <a:r>
              <a:rPr sz="1800" spc="46" dirty="0">
                <a:solidFill>
                  <a:srgbClr val="000000"/>
                </a:solidFill>
                <a:latin typeface="Times New Roman"/>
                <a:cs typeface="Times New Roman"/>
              </a:rPr>
              <a:t> </a:t>
            </a:r>
            <a:r>
              <a:rPr sz="1800" dirty="0">
                <a:solidFill>
                  <a:srgbClr val="000000"/>
                </a:solidFill>
                <a:latin typeface="CTJNHW+ArialMT"/>
                <a:cs typeface="CTJNHW+ArialMT"/>
              </a:rPr>
              <a:t>data</a:t>
            </a:r>
          </a:p>
        </p:txBody>
      </p:sp>
      <p:sp>
        <p:nvSpPr>
          <p:cNvPr id="5" name="object 5"/>
          <p:cNvSpPr txBox="1"/>
          <p:nvPr/>
        </p:nvSpPr>
        <p:spPr>
          <a:xfrm>
            <a:off x="8454905" y="4825974"/>
            <a:ext cx="384125" cy="253863"/>
          </a:xfrm>
          <a:prstGeom prst="rect">
            <a:avLst/>
          </a:prstGeom>
        </p:spPr>
        <p:txBody>
          <a:bodyPr vert="horz" wrap="square" lIns="0" tIns="0" rIns="0" bIns="0" rtlCol="0">
            <a:spAutoFit/>
          </a:bodyPr>
          <a:lstStyle/>
          <a:p>
            <a:pPr marL="0" marR="0">
              <a:lnSpc>
                <a:spcPts val="1698"/>
              </a:lnSpc>
              <a:spcBef>
                <a:spcPts val="0"/>
              </a:spcBef>
              <a:spcAft>
                <a:spcPts val="0"/>
              </a:spcAft>
            </a:pPr>
            <a:r>
              <a:rPr sz="1800" dirty="0">
                <a:solidFill>
                  <a:srgbClr val="888888"/>
                </a:solidFill>
                <a:latin typeface="Calibri"/>
                <a:cs typeface="Calibri"/>
              </a:rPr>
              <a:t>10</a:t>
            </a:r>
          </a:p>
        </p:txBody>
      </p:sp>
    </p:spTree>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1"/>
          <p:cNvSpPr/>
          <p:nvPr/>
        </p:nvSpPr>
        <p:spPr>
          <a:xfrm>
            <a:off x="0" y="0"/>
            <a:ext cx="9144000" cy="5143500"/>
          </a:xfrm>
          <a:prstGeom prst="rect">
            <a:avLst/>
          </a:prstGeom>
          <a:blipFill>
            <a:blip r:embed="rId2" cstate="print"/>
            <a:stretch>
              <a:fillRect/>
            </a:stretch>
          </a:blipFill>
        </p:spPr>
        <p:txBody>
          <a:bodyPr wrap="square" lIns="0" tIns="0" rIns="0" bIns="0" rtlCol="0">
            <a:spAutoFit/>
          </a:bodyPr>
          <a:lstStyle/>
          <a:p>
            <a:endParaRPr/>
          </a:p>
        </p:txBody>
      </p:sp>
      <p:sp>
        <p:nvSpPr>
          <p:cNvPr id="3" name="object 3"/>
          <p:cNvSpPr txBox="1"/>
          <p:nvPr/>
        </p:nvSpPr>
        <p:spPr>
          <a:xfrm>
            <a:off x="628650" y="334951"/>
            <a:ext cx="1461045" cy="293489"/>
          </a:xfrm>
          <a:prstGeom prst="rect">
            <a:avLst/>
          </a:prstGeom>
        </p:spPr>
        <p:txBody>
          <a:bodyPr vert="horz" wrap="square" lIns="0" tIns="0" rIns="0" bIns="0" rtlCol="0">
            <a:spAutoFit/>
          </a:bodyPr>
          <a:lstStyle/>
          <a:p>
            <a:pPr marL="0" marR="0">
              <a:lnSpc>
                <a:spcPts val="2010"/>
              </a:lnSpc>
              <a:spcBef>
                <a:spcPts val="0"/>
              </a:spcBef>
              <a:spcAft>
                <a:spcPts val="0"/>
              </a:spcAft>
            </a:pPr>
            <a:r>
              <a:rPr sz="1800" dirty="0">
                <a:solidFill>
                  <a:srgbClr val="000000"/>
                </a:solidFill>
                <a:latin typeface="JMIVUR+Arial-ItalicMT"/>
                <a:cs typeface="JMIVUR+Arial-ItalicMT"/>
              </a:rPr>
              <a:t>SciKit-Learn:</a:t>
            </a:r>
          </a:p>
        </p:txBody>
      </p:sp>
      <p:sp>
        <p:nvSpPr>
          <p:cNvPr id="4" name="object 4"/>
          <p:cNvSpPr txBox="1"/>
          <p:nvPr/>
        </p:nvSpPr>
        <p:spPr>
          <a:xfrm>
            <a:off x="1314450" y="605862"/>
            <a:ext cx="6801029" cy="236735"/>
          </a:xfrm>
          <a:prstGeom prst="rect">
            <a:avLst/>
          </a:prstGeom>
        </p:spPr>
        <p:txBody>
          <a:bodyPr vert="horz" wrap="square" lIns="0" tIns="0" rIns="0" bIns="0" rtlCol="0">
            <a:spAutoFit/>
          </a:bodyPr>
          <a:lstStyle/>
          <a:p>
            <a:pPr marL="0" marR="0">
              <a:lnSpc>
                <a:spcPts val="1564"/>
              </a:lnSpc>
              <a:spcBef>
                <a:spcPts val="0"/>
              </a:spcBef>
              <a:spcAft>
                <a:spcPts val="0"/>
              </a:spcAft>
            </a:pPr>
            <a:r>
              <a:rPr sz="1400" dirty="0">
                <a:solidFill>
                  <a:srgbClr val="595959"/>
                </a:solidFill>
                <a:latin typeface="ITQKWN+Wingdings-Regular"/>
                <a:cs typeface="ITQKWN+Wingdings-Regular"/>
              </a:rPr>
              <a:t>§</a:t>
            </a:r>
            <a:r>
              <a:rPr sz="1400" spc="809" dirty="0">
                <a:solidFill>
                  <a:srgbClr val="595959"/>
                </a:solidFill>
                <a:latin typeface="Times New Roman"/>
                <a:cs typeface="Times New Roman"/>
              </a:rPr>
              <a:t> </a:t>
            </a:r>
            <a:r>
              <a:rPr sz="1400" dirty="0">
                <a:solidFill>
                  <a:srgbClr val="595959"/>
                </a:solidFill>
                <a:latin typeface="CTJNHW+ArialMT"/>
                <a:cs typeface="CTJNHW+ArialMT"/>
              </a:rPr>
              <a:t>provides</a:t>
            </a:r>
            <a:r>
              <a:rPr sz="1400" spc="37" dirty="0">
                <a:solidFill>
                  <a:srgbClr val="595959"/>
                </a:solidFill>
                <a:latin typeface="Times New Roman"/>
                <a:cs typeface="Times New Roman"/>
              </a:rPr>
              <a:t> </a:t>
            </a:r>
            <a:r>
              <a:rPr sz="1400" dirty="0">
                <a:solidFill>
                  <a:srgbClr val="595959"/>
                </a:solidFill>
                <a:latin typeface="CTJNHW+ArialMT"/>
                <a:cs typeface="CTJNHW+ArialMT"/>
              </a:rPr>
              <a:t>machine</a:t>
            </a:r>
            <a:r>
              <a:rPr sz="1400" spc="37" dirty="0">
                <a:solidFill>
                  <a:srgbClr val="595959"/>
                </a:solidFill>
                <a:latin typeface="Times New Roman"/>
                <a:cs typeface="Times New Roman"/>
              </a:rPr>
              <a:t> </a:t>
            </a:r>
            <a:r>
              <a:rPr sz="1400" dirty="0">
                <a:solidFill>
                  <a:srgbClr val="595959"/>
                </a:solidFill>
                <a:latin typeface="CTJNHW+ArialMT"/>
                <a:cs typeface="CTJNHW+ArialMT"/>
              </a:rPr>
              <a:t>learning</a:t>
            </a:r>
            <a:r>
              <a:rPr sz="1400" spc="37" dirty="0">
                <a:solidFill>
                  <a:srgbClr val="595959"/>
                </a:solidFill>
                <a:latin typeface="Times New Roman"/>
                <a:cs typeface="Times New Roman"/>
              </a:rPr>
              <a:t> </a:t>
            </a:r>
            <a:r>
              <a:rPr sz="1400" dirty="0">
                <a:solidFill>
                  <a:srgbClr val="595959"/>
                </a:solidFill>
                <a:latin typeface="CTJNHW+ArialMT"/>
                <a:cs typeface="CTJNHW+ArialMT"/>
              </a:rPr>
              <a:t>algorithms:</a:t>
            </a:r>
            <a:r>
              <a:rPr sz="1400" spc="37" dirty="0">
                <a:solidFill>
                  <a:srgbClr val="595959"/>
                </a:solidFill>
                <a:latin typeface="Times New Roman"/>
                <a:cs typeface="Times New Roman"/>
              </a:rPr>
              <a:t> </a:t>
            </a:r>
            <a:r>
              <a:rPr sz="1400" dirty="0">
                <a:solidFill>
                  <a:srgbClr val="595959"/>
                </a:solidFill>
                <a:latin typeface="CTJNHW+ArialMT"/>
                <a:cs typeface="CTJNHW+ArialMT"/>
              </a:rPr>
              <a:t>classification,</a:t>
            </a:r>
            <a:r>
              <a:rPr sz="1400" spc="37" dirty="0">
                <a:solidFill>
                  <a:srgbClr val="595959"/>
                </a:solidFill>
                <a:latin typeface="Times New Roman"/>
                <a:cs typeface="Times New Roman"/>
              </a:rPr>
              <a:t> </a:t>
            </a:r>
            <a:r>
              <a:rPr sz="1400" dirty="0">
                <a:solidFill>
                  <a:srgbClr val="595959"/>
                </a:solidFill>
                <a:latin typeface="CTJNHW+ArialMT"/>
                <a:cs typeface="CTJNHW+ArialMT"/>
              </a:rPr>
              <a:t>regression,</a:t>
            </a:r>
            <a:r>
              <a:rPr sz="1400" spc="37" dirty="0">
                <a:solidFill>
                  <a:srgbClr val="595959"/>
                </a:solidFill>
                <a:latin typeface="Times New Roman"/>
                <a:cs typeface="Times New Roman"/>
              </a:rPr>
              <a:t> </a:t>
            </a:r>
            <a:r>
              <a:rPr sz="1400" dirty="0">
                <a:solidFill>
                  <a:srgbClr val="595959"/>
                </a:solidFill>
                <a:latin typeface="CTJNHW+ArialMT"/>
                <a:cs typeface="CTJNHW+ArialMT"/>
              </a:rPr>
              <a:t>clustering,</a:t>
            </a:r>
            <a:r>
              <a:rPr sz="1400" spc="37" dirty="0">
                <a:solidFill>
                  <a:srgbClr val="595959"/>
                </a:solidFill>
                <a:latin typeface="Times New Roman"/>
                <a:cs typeface="Times New Roman"/>
              </a:rPr>
              <a:t> </a:t>
            </a:r>
            <a:r>
              <a:rPr sz="1400" dirty="0">
                <a:solidFill>
                  <a:srgbClr val="595959"/>
                </a:solidFill>
                <a:latin typeface="CTJNHW+ArialMT"/>
                <a:cs typeface="CTJNHW+ArialMT"/>
              </a:rPr>
              <a:t>model</a:t>
            </a:r>
          </a:p>
        </p:txBody>
      </p:sp>
      <p:sp>
        <p:nvSpPr>
          <p:cNvPr id="5" name="object 5"/>
          <p:cNvSpPr txBox="1"/>
          <p:nvPr/>
        </p:nvSpPr>
        <p:spPr>
          <a:xfrm>
            <a:off x="1543050" y="819222"/>
            <a:ext cx="1238905" cy="236735"/>
          </a:xfrm>
          <a:prstGeom prst="rect">
            <a:avLst/>
          </a:prstGeom>
        </p:spPr>
        <p:txBody>
          <a:bodyPr vert="horz" wrap="square" lIns="0" tIns="0" rIns="0" bIns="0" rtlCol="0">
            <a:spAutoFit/>
          </a:bodyPr>
          <a:lstStyle/>
          <a:p>
            <a:pPr marL="0" marR="0">
              <a:lnSpc>
                <a:spcPts val="1564"/>
              </a:lnSpc>
              <a:spcBef>
                <a:spcPts val="0"/>
              </a:spcBef>
              <a:spcAft>
                <a:spcPts val="0"/>
              </a:spcAft>
            </a:pPr>
            <a:r>
              <a:rPr sz="1400" dirty="0">
                <a:solidFill>
                  <a:srgbClr val="595959"/>
                </a:solidFill>
                <a:latin typeface="CTJNHW+ArialMT"/>
                <a:cs typeface="CTJNHW+ArialMT"/>
              </a:rPr>
              <a:t>validation</a:t>
            </a:r>
            <a:r>
              <a:rPr sz="1400" spc="37" dirty="0">
                <a:solidFill>
                  <a:srgbClr val="595959"/>
                </a:solidFill>
                <a:latin typeface="Times New Roman"/>
                <a:cs typeface="Times New Roman"/>
              </a:rPr>
              <a:t> </a:t>
            </a:r>
            <a:r>
              <a:rPr sz="1400" dirty="0">
                <a:solidFill>
                  <a:srgbClr val="595959"/>
                </a:solidFill>
                <a:latin typeface="CTJNHW+ArialMT"/>
                <a:cs typeface="CTJNHW+ArialMT"/>
              </a:rPr>
              <a:t>etc.</a:t>
            </a:r>
          </a:p>
        </p:txBody>
      </p:sp>
      <p:sp>
        <p:nvSpPr>
          <p:cNvPr id="6" name="object 6"/>
          <p:cNvSpPr txBox="1"/>
          <p:nvPr/>
        </p:nvSpPr>
        <p:spPr>
          <a:xfrm>
            <a:off x="1314450" y="1245942"/>
            <a:ext cx="3293924" cy="236735"/>
          </a:xfrm>
          <a:prstGeom prst="rect">
            <a:avLst/>
          </a:prstGeom>
        </p:spPr>
        <p:txBody>
          <a:bodyPr vert="horz" wrap="square" lIns="0" tIns="0" rIns="0" bIns="0" rtlCol="0">
            <a:spAutoFit/>
          </a:bodyPr>
          <a:lstStyle/>
          <a:p>
            <a:pPr marL="0" marR="0">
              <a:lnSpc>
                <a:spcPts val="1564"/>
              </a:lnSpc>
              <a:spcBef>
                <a:spcPts val="0"/>
              </a:spcBef>
              <a:spcAft>
                <a:spcPts val="0"/>
              </a:spcAft>
            </a:pPr>
            <a:r>
              <a:rPr sz="1400" dirty="0">
                <a:solidFill>
                  <a:srgbClr val="595959"/>
                </a:solidFill>
                <a:latin typeface="ITQKWN+Wingdings-Regular"/>
                <a:cs typeface="ITQKWN+Wingdings-Regular"/>
              </a:rPr>
              <a:t>§</a:t>
            </a:r>
            <a:r>
              <a:rPr sz="1400" spc="809" dirty="0">
                <a:solidFill>
                  <a:srgbClr val="595959"/>
                </a:solidFill>
                <a:latin typeface="Times New Roman"/>
                <a:cs typeface="Times New Roman"/>
              </a:rPr>
              <a:t> </a:t>
            </a:r>
            <a:r>
              <a:rPr sz="1400" dirty="0">
                <a:solidFill>
                  <a:srgbClr val="595959"/>
                </a:solidFill>
                <a:latin typeface="CTJNHW+ArialMT"/>
                <a:cs typeface="CTJNHW+ArialMT"/>
              </a:rPr>
              <a:t>built</a:t>
            </a:r>
            <a:r>
              <a:rPr sz="1400" spc="37" dirty="0">
                <a:solidFill>
                  <a:srgbClr val="595959"/>
                </a:solidFill>
                <a:latin typeface="Times New Roman"/>
                <a:cs typeface="Times New Roman"/>
              </a:rPr>
              <a:t> </a:t>
            </a:r>
            <a:r>
              <a:rPr sz="1400" dirty="0">
                <a:solidFill>
                  <a:srgbClr val="595959"/>
                </a:solidFill>
                <a:latin typeface="CTJNHW+ArialMT"/>
                <a:cs typeface="CTJNHW+ArialMT"/>
              </a:rPr>
              <a:t>on</a:t>
            </a:r>
            <a:r>
              <a:rPr sz="1400" spc="37" dirty="0">
                <a:solidFill>
                  <a:srgbClr val="595959"/>
                </a:solidFill>
                <a:latin typeface="Times New Roman"/>
                <a:cs typeface="Times New Roman"/>
              </a:rPr>
              <a:t> </a:t>
            </a:r>
            <a:r>
              <a:rPr sz="1400" dirty="0">
                <a:solidFill>
                  <a:srgbClr val="595959"/>
                </a:solidFill>
                <a:latin typeface="CTJNHW+ArialMT"/>
                <a:cs typeface="CTJNHW+ArialMT"/>
              </a:rPr>
              <a:t>NumPy,</a:t>
            </a:r>
            <a:r>
              <a:rPr sz="1400" spc="37" dirty="0">
                <a:solidFill>
                  <a:srgbClr val="595959"/>
                </a:solidFill>
                <a:latin typeface="Times New Roman"/>
                <a:cs typeface="Times New Roman"/>
              </a:rPr>
              <a:t> </a:t>
            </a:r>
            <a:r>
              <a:rPr sz="1400" dirty="0">
                <a:solidFill>
                  <a:srgbClr val="595959"/>
                </a:solidFill>
                <a:latin typeface="CTJNHW+ArialMT"/>
                <a:cs typeface="CTJNHW+ArialMT"/>
              </a:rPr>
              <a:t>SciPy</a:t>
            </a:r>
            <a:r>
              <a:rPr sz="1400" spc="38" dirty="0">
                <a:solidFill>
                  <a:srgbClr val="595959"/>
                </a:solidFill>
                <a:latin typeface="Times New Roman"/>
                <a:cs typeface="Times New Roman"/>
              </a:rPr>
              <a:t> </a:t>
            </a:r>
            <a:r>
              <a:rPr sz="1400" dirty="0">
                <a:solidFill>
                  <a:srgbClr val="595959"/>
                </a:solidFill>
                <a:latin typeface="CTJNHW+ArialMT"/>
                <a:cs typeface="CTJNHW+ArialMT"/>
              </a:rPr>
              <a:t>and</a:t>
            </a:r>
            <a:r>
              <a:rPr sz="1400" spc="37" dirty="0">
                <a:solidFill>
                  <a:srgbClr val="595959"/>
                </a:solidFill>
                <a:latin typeface="Times New Roman"/>
                <a:cs typeface="Times New Roman"/>
              </a:rPr>
              <a:t> </a:t>
            </a:r>
            <a:r>
              <a:rPr sz="1400" dirty="0">
                <a:solidFill>
                  <a:srgbClr val="595959"/>
                </a:solidFill>
                <a:latin typeface="CTJNHW+ArialMT"/>
                <a:cs typeface="CTJNHW+ArialMT"/>
              </a:rPr>
              <a:t>matplotlib</a:t>
            </a:r>
          </a:p>
        </p:txBody>
      </p:sp>
      <p:sp>
        <p:nvSpPr>
          <p:cNvPr id="7" name="object 7"/>
          <p:cNvSpPr txBox="1"/>
          <p:nvPr/>
        </p:nvSpPr>
        <p:spPr>
          <a:xfrm>
            <a:off x="692657" y="4401944"/>
            <a:ext cx="2272774" cy="236735"/>
          </a:xfrm>
          <a:prstGeom prst="rect">
            <a:avLst/>
          </a:prstGeom>
        </p:spPr>
        <p:txBody>
          <a:bodyPr vert="horz" wrap="square" lIns="0" tIns="0" rIns="0" bIns="0" rtlCol="0">
            <a:spAutoFit/>
          </a:bodyPr>
          <a:lstStyle/>
          <a:p>
            <a:pPr marL="0" marR="0">
              <a:lnSpc>
                <a:spcPts val="1564"/>
              </a:lnSpc>
              <a:spcBef>
                <a:spcPts val="0"/>
              </a:spcBef>
              <a:spcAft>
                <a:spcPts val="0"/>
              </a:spcAft>
            </a:pPr>
            <a:r>
              <a:rPr sz="1400" b="1" dirty="0">
                <a:solidFill>
                  <a:srgbClr val="000000"/>
                </a:solidFill>
                <a:latin typeface="WRDBSD+Arial-BoldMT"/>
                <a:cs typeface="WRDBSD+Arial-BoldMT"/>
              </a:rPr>
              <a:t>Link:</a:t>
            </a:r>
            <a:r>
              <a:rPr sz="1400" b="1" spc="23" dirty="0">
                <a:solidFill>
                  <a:srgbClr val="000000"/>
                </a:solidFill>
                <a:latin typeface="Times New Roman"/>
                <a:cs typeface="Times New Roman"/>
              </a:rPr>
              <a:t> </a:t>
            </a:r>
            <a:r>
              <a:rPr sz="1400" u="sng" dirty="0">
                <a:solidFill>
                  <a:srgbClr val="0097A7"/>
                </a:solidFill>
                <a:latin typeface="CTJNHW+ArialMT"/>
                <a:cs typeface="CTJNHW+ArialMT"/>
                <a:hlinkClick r:id="rId3">
                  <a:extLst>
                    <a:ext uri="{A12FA001-AC4F-418D-AE19-62706E023703}">
                      <ahyp:hlinkClr xmlns:ahyp="http://schemas.microsoft.com/office/drawing/2018/hyperlinkcolor" xmlns="" val="tx"/>
                    </a:ext>
                  </a:extLst>
                </a:hlinkClick>
              </a:rPr>
              <a:t>http://scikit-learn.org/</a:t>
            </a:r>
          </a:p>
        </p:txBody>
      </p:sp>
      <p:sp>
        <p:nvSpPr>
          <p:cNvPr id="8" name="object 8"/>
          <p:cNvSpPr txBox="1"/>
          <p:nvPr/>
        </p:nvSpPr>
        <p:spPr>
          <a:xfrm>
            <a:off x="8454905" y="4825974"/>
            <a:ext cx="384125" cy="253863"/>
          </a:xfrm>
          <a:prstGeom prst="rect">
            <a:avLst/>
          </a:prstGeom>
        </p:spPr>
        <p:txBody>
          <a:bodyPr vert="horz" wrap="square" lIns="0" tIns="0" rIns="0" bIns="0" rtlCol="0">
            <a:spAutoFit/>
          </a:bodyPr>
          <a:lstStyle/>
          <a:p>
            <a:pPr marL="0" marR="0">
              <a:lnSpc>
                <a:spcPts val="1698"/>
              </a:lnSpc>
              <a:spcBef>
                <a:spcPts val="0"/>
              </a:spcBef>
              <a:spcAft>
                <a:spcPts val="0"/>
              </a:spcAft>
            </a:pPr>
            <a:r>
              <a:rPr sz="1800" dirty="0">
                <a:solidFill>
                  <a:srgbClr val="888888"/>
                </a:solidFill>
                <a:latin typeface="Calibri"/>
                <a:cs typeface="Calibri"/>
              </a:rPr>
              <a:t>11</a:t>
            </a:r>
          </a:p>
        </p:txBody>
      </p:sp>
    </p:spTree>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1"/>
          <p:cNvSpPr/>
          <p:nvPr/>
        </p:nvSpPr>
        <p:spPr>
          <a:xfrm>
            <a:off x="0" y="0"/>
            <a:ext cx="9144000" cy="5143500"/>
          </a:xfrm>
          <a:prstGeom prst="rect">
            <a:avLst/>
          </a:prstGeom>
          <a:blipFill>
            <a:blip r:embed="rId2" cstate="print"/>
            <a:stretch>
              <a:fillRect/>
            </a:stretch>
          </a:blipFill>
        </p:spPr>
        <p:txBody>
          <a:bodyPr wrap="square" lIns="0" tIns="0" rIns="0" bIns="0" rtlCol="0">
            <a:spAutoFit/>
          </a:bodyPr>
          <a:lstStyle/>
          <a:p>
            <a:endParaRPr/>
          </a:p>
        </p:txBody>
      </p:sp>
      <p:sp>
        <p:nvSpPr>
          <p:cNvPr id="3" name="object 3"/>
          <p:cNvSpPr txBox="1"/>
          <p:nvPr/>
        </p:nvSpPr>
        <p:spPr>
          <a:xfrm>
            <a:off x="1314450" y="370657"/>
            <a:ext cx="7354622" cy="876816"/>
          </a:xfrm>
          <a:prstGeom prst="rect">
            <a:avLst/>
          </a:prstGeom>
        </p:spPr>
        <p:txBody>
          <a:bodyPr vert="horz" wrap="square" lIns="0" tIns="0" rIns="0" bIns="0" rtlCol="0">
            <a:spAutoFit/>
          </a:bodyPr>
          <a:lstStyle/>
          <a:p>
            <a:pPr marL="0" marR="0">
              <a:lnSpc>
                <a:spcPts val="1564"/>
              </a:lnSpc>
              <a:spcBef>
                <a:spcPts val="0"/>
              </a:spcBef>
              <a:spcAft>
                <a:spcPts val="0"/>
              </a:spcAft>
            </a:pPr>
            <a:r>
              <a:rPr sz="1400" dirty="0">
                <a:solidFill>
                  <a:srgbClr val="595959"/>
                </a:solidFill>
                <a:latin typeface="ITQKWN+Wingdings-Regular"/>
                <a:cs typeface="ITQKWN+Wingdings-Regular"/>
              </a:rPr>
              <a:t>§</a:t>
            </a:r>
            <a:r>
              <a:rPr sz="1400" spc="809" dirty="0">
                <a:solidFill>
                  <a:srgbClr val="595959"/>
                </a:solidFill>
                <a:latin typeface="Times New Roman"/>
                <a:cs typeface="Times New Roman"/>
              </a:rPr>
              <a:t> </a:t>
            </a:r>
            <a:r>
              <a:rPr sz="1400" dirty="0">
                <a:solidFill>
                  <a:srgbClr val="595959"/>
                </a:solidFill>
                <a:latin typeface="CTJNHW+ArialMT"/>
                <a:cs typeface="CTJNHW+ArialMT"/>
              </a:rPr>
              <a:t>It</a:t>
            </a:r>
            <a:r>
              <a:rPr sz="1400" spc="184" dirty="0">
                <a:solidFill>
                  <a:srgbClr val="595959"/>
                </a:solidFill>
                <a:latin typeface="Times New Roman"/>
                <a:cs typeface="Times New Roman"/>
              </a:rPr>
              <a:t> </a:t>
            </a:r>
            <a:r>
              <a:rPr sz="1400" dirty="0">
                <a:solidFill>
                  <a:srgbClr val="595959"/>
                </a:solidFill>
                <a:latin typeface="CTJNHW+ArialMT"/>
                <a:cs typeface="CTJNHW+ArialMT"/>
              </a:rPr>
              <a:t>features</a:t>
            </a:r>
            <a:r>
              <a:rPr sz="1400" spc="166" dirty="0">
                <a:solidFill>
                  <a:srgbClr val="595959"/>
                </a:solidFill>
                <a:latin typeface="Times New Roman"/>
                <a:cs typeface="Times New Roman"/>
              </a:rPr>
              <a:t> </a:t>
            </a:r>
            <a:r>
              <a:rPr sz="1400" dirty="0">
                <a:solidFill>
                  <a:srgbClr val="595959"/>
                </a:solidFill>
                <a:latin typeface="CTJNHW+ArialMT"/>
                <a:cs typeface="CTJNHW+ArialMT"/>
              </a:rPr>
              <a:t>various</a:t>
            </a:r>
            <a:r>
              <a:rPr sz="1400" spc="173" dirty="0">
                <a:solidFill>
                  <a:srgbClr val="595959"/>
                </a:solidFill>
                <a:latin typeface="Times New Roman"/>
                <a:cs typeface="Times New Roman"/>
              </a:rPr>
              <a:t> </a:t>
            </a:r>
            <a:r>
              <a:rPr sz="1400" dirty="0">
                <a:solidFill>
                  <a:srgbClr val="595959"/>
                </a:solidFill>
                <a:latin typeface="CTJNHW+ArialMT"/>
                <a:cs typeface="CTJNHW+ArialMT"/>
              </a:rPr>
              <a:t>classification,</a:t>
            </a:r>
            <a:r>
              <a:rPr sz="1400" spc="175" dirty="0">
                <a:solidFill>
                  <a:srgbClr val="595959"/>
                </a:solidFill>
                <a:latin typeface="Times New Roman"/>
                <a:cs typeface="Times New Roman"/>
              </a:rPr>
              <a:t> </a:t>
            </a:r>
            <a:r>
              <a:rPr sz="1400" dirty="0">
                <a:solidFill>
                  <a:srgbClr val="595959"/>
                </a:solidFill>
                <a:latin typeface="CTJNHW+ArialMT"/>
                <a:cs typeface="CTJNHW+ArialMT"/>
              </a:rPr>
              <a:t>regression</a:t>
            </a:r>
            <a:r>
              <a:rPr sz="1400" spc="162" dirty="0">
                <a:solidFill>
                  <a:srgbClr val="595959"/>
                </a:solidFill>
                <a:latin typeface="Times New Roman"/>
                <a:cs typeface="Times New Roman"/>
              </a:rPr>
              <a:t> </a:t>
            </a:r>
            <a:r>
              <a:rPr sz="1400" dirty="0">
                <a:solidFill>
                  <a:srgbClr val="595959"/>
                </a:solidFill>
                <a:latin typeface="CTJNHW+ArialMT"/>
                <a:cs typeface="CTJNHW+ArialMT"/>
              </a:rPr>
              <a:t>and</a:t>
            </a:r>
            <a:r>
              <a:rPr sz="1400" spc="175" dirty="0">
                <a:solidFill>
                  <a:srgbClr val="595959"/>
                </a:solidFill>
                <a:latin typeface="Times New Roman"/>
                <a:cs typeface="Times New Roman"/>
              </a:rPr>
              <a:t> </a:t>
            </a:r>
            <a:r>
              <a:rPr sz="1400" dirty="0">
                <a:solidFill>
                  <a:srgbClr val="595959"/>
                </a:solidFill>
                <a:latin typeface="CTJNHW+ArialMT"/>
                <a:cs typeface="CTJNHW+ArialMT"/>
              </a:rPr>
              <a:t>clustering</a:t>
            </a:r>
            <a:r>
              <a:rPr sz="1400" spc="171" dirty="0">
                <a:solidFill>
                  <a:srgbClr val="595959"/>
                </a:solidFill>
                <a:latin typeface="Times New Roman"/>
                <a:cs typeface="Times New Roman"/>
              </a:rPr>
              <a:t> </a:t>
            </a:r>
            <a:r>
              <a:rPr sz="1400" dirty="0">
                <a:solidFill>
                  <a:srgbClr val="595959"/>
                </a:solidFill>
                <a:latin typeface="CTJNHW+ArialMT"/>
                <a:cs typeface="CTJNHW+ArialMT"/>
              </a:rPr>
              <a:t>algorithms</a:t>
            </a:r>
            <a:r>
              <a:rPr sz="1400" spc="166" dirty="0">
                <a:solidFill>
                  <a:srgbClr val="595959"/>
                </a:solidFill>
                <a:latin typeface="Times New Roman"/>
                <a:cs typeface="Times New Roman"/>
              </a:rPr>
              <a:t> </a:t>
            </a:r>
            <a:r>
              <a:rPr sz="1400" dirty="0">
                <a:solidFill>
                  <a:srgbClr val="595959"/>
                </a:solidFill>
                <a:latin typeface="CTJNHW+ArialMT"/>
                <a:cs typeface="CTJNHW+ArialMT"/>
              </a:rPr>
              <a:t>including</a:t>
            </a:r>
            <a:r>
              <a:rPr sz="1400" spc="173" dirty="0">
                <a:solidFill>
                  <a:srgbClr val="595959"/>
                </a:solidFill>
                <a:latin typeface="Times New Roman"/>
                <a:cs typeface="Times New Roman"/>
              </a:rPr>
              <a:t> </a:t>
            </a:r>
            <a:r>
              <a:rPr sz="1400" dirty="0">
                <a:solidFill>
                  <a:srgbClr val="595959"/>
                </a:solidFill>
                <a:latin typeface="CTJNHW+ArialMT"/>
                <a:cs typeface="CTJNHW+ArialMT"/>
              </a:rPr>
              <a:t>support</a:t>
            </a:r>
          </a:p>
          <a:p>
            <a:pPr marL="228600" marR="0">
              <a:lnSpc>
                <a:spcPts val="1564"/>
              </a:lnSpc>
              <a:spcBef>
                <a:spcPts val="65"/>
              </a:spcBef>
              <a:spcAft>
                <a:spcPts val="0"/>
              </a:spcAft>
            </a:pPr>
            <a:r>
              <a:rPr sz="1400" dirty="0">
                <a:solidFill>
                  <a:srgbClr val="595959"/>
                </a:solidFill>
                <a:latin typeface="CTJNHW+ArialMT"/>
                <a:cs typeface="CTJNHW+ArialMT"/>
              </a:rPr>
              <a:t>vector</a:t>
            </a:r>
            <a:r>
              <a:rPr sz="1400" spc="388" dirty="0">
                <a:solidFill>
                  <a:srgbClr val="595959"/>
                </a:solidFill>
                <a:latin typeface="Times New Roman"/>
                <a:cs typeface="Times New Roman"/>
              </a:rPr>
              <a:t> </a:t>
            </a:r>
            <a:r>
              <a:rPr sz="1400" dirty="0">
                <a:solidFill>
                  <a:srgbClr val="595959"/>
                </a:solidFill>
                <a:latin typeface="CTJNHW+ArialMT"/>
                <a:cs typeface="CTJNHW+ArialMT"/>
              </a:rPr>
              <a:t>machines,</a:t>
            </a:r>
            <a:r>
              <a:rPr sz="1400" spc="381" dirty="0">
                <a:solidFill>
                  <a:srgbClr val="595959"/>
                </a:solidFill>
                <a:latin typeface="Times New Roman"/>
                <a:cs typeface="Times New Roman"/>
              </a:rPr>
              <a:t> </a:t>
            </a:r>
            <a:r>
              <a:rPr sz="1400" dirty="0">
                <a:solidFill>
                  <a:srgbClr val="595959"/>
                </a:solidFill>
                <a:latin typeface="CTJNHW+ArialMT"/>
                <a:cs typeface="CTJNHW+ArialMT"/>
              </a:rPr>
              <a:t>random</a:t>
            </a:r>
            <a:r>
              <a:rPr sz="1400" spc="377" dirty="0">
                <a:solidFill>
                  <a:srgbClr val="595959"/>
                </a:solidFill>
                <a:latin typeface="Times New Roman"/>
                <a:cs typeface="Times New Roman"/>
              </a:rPr>
              <a:t> </a:t>
            </a:r>
            <a:r>
              <a:rPr sz="1400" dirty="0">
                <a:solidFill>
                  <a:srgbClr val="595959"/>
                </a:solidFill>
                <a:latin typeface="CTJNHW+ArialMT"/>
                <a:cs typeface="CTJNHW+ArialMT"/>
              </a:rPr>
              <a:t>forests,</a:t>
            </a:r>
            <a:r>
              <a:rPr sz="1400" spc="386" dirty="0">
                <a:solidFill>
                  <a:srgbClr val="595959"/>
                </a:solidFill>
                <a:latin typeface="Times New Roman"/>
                <a:cs typeface="Times New Roman"/>
              </a:rPr>
              <a:t> </a:t>
            </a:r>
            <a:r>
              <a:rPr sz="1400" dirty="0">
                <a:solidFill>
                  <a:srgbClr val="595959"/>
                </a:solidFill>
                <a:latin typeface="CTJNHW+ArialMT"/>
                <a:cs typeface="CTJNHW+ArialMT"/>
              </a:rPr>
              <a:t>gradient</a:t>
            </a:r>
            <a:r>
              <a:rPr sz="1400" spc="377" dirty="0">
                <a:solidFill>
                  <a:srgbClr val="595959"/>
                </a:solidFill>
                <a:latin typeface="Times New Roman"/>
                <a:cs typeface="Times New Roman"/>
              </a:rPr>
              <a:t> </a:t>
            </a:r>
            <a:r>
              <a:rPr sz="1400" dirty="0">
                <a:solidFill>
                  <a:srgbClr val="595959"/>
                </a:solidFill>
                <a:latin typeface="CTJNHW+ArialMT"/>
                <a:cs typeface="CTJNHW+ArialMT"/>
              </a:rPr>
              <a:t>boosting,</a:t>
            </a:r>
            <a:r>
              <a:rPr sz="1400" spc="381" dirty="0">
                <a:solidFill>
                  <a:srgbClr val="595959"/>
                </a:solidFill>
                <a:latin typeface="Times New Roman"/>
                <a:cs typeface="Times New Roman"/>
              </a:rPr>
              <a:t> </a:t>
            </a:r>
            <a:r>
              <a:rPr sz="1400" dirty="0">
                <a:solidFill>
                  <a:srgbClr val="595959"/>
                </a:solidFill>
                <a:latin typeface="CTJNHW+ArialMT"/>
                <a:cs typeface="CTJNHW+ArialMT"/>
              </a:rPr>
              <a:t>k-means</a:t>
            </a:r>
            <a:r>
              <a:rPr sz="1400" spc="380" dirty="0">
                <a:solidFill>
                  <a:srgbClr val="595959"/>
                </a:solidFill>
                <a:latin typeface="Times New Roman"/>
                <a:cs typeface="Times New Roman"/>
              </a:rPr>
              <a:t> </a:t>
            </a:r>
            <a:r>
              <a:rPr sz="1400" dirty="0">
                <a:solidFill>
                  <a:srgbClr val="595959"/>
                </a:solidFill>
                <a:latin typeface="CTJNHW+ArialMT"/>
                <a:cs typeface="CTJNHW+ArialMT"/>
              </a:rPr>
              <a:t>and</a:t>
            </a:r>
            <a:r>
              <a:rPr sz="1400" spc="389" dirty="0">
                <a:solidFill>
                  <a:srgbClr val="595959"/>
                </a:solidFill>
                <a:latin typeface="Times New Roman"/>
                <a:cs typeface="Times New Roman"/>
              </a:rPr>
              <a:t> </a:t>
            </a:r>
            <a:r>
              <a:rPr sz="1400" dirty="0">
                <a:solidFill>
                  <a:srgbClr val="595959"/>
                </a:solidFill>
                <a:latin typeface="CTJNHW+ArialMT"/>
                <a:cs typeface="CTJNHW+ArialMT"/>
              </a:rPr>
              <a:t>DBSCAN,</a:t>
            </a:r>
            <a:r>
              <a:rPr sz="1400" spc="417" dirty="0">
                <a:solidFill>
                  <a:srgbClr val="595959"/>
                </a:solidFill>
                <a:latin typeface="Times New Roman"/>
                <a:cs typeface="Times New Roman"/>
              </a:rPr>
              <a:t> </a:t>
            </a:r>
            <a:r>
              <a:rPr sz="1400" dirty="0">
                <a:solidFill>
                  <a:srgbClr val="595959"/>
                </a:solidFill>
                <a:latin typeface="CTJNHW+ArialMT"/>
                <a:cs typeface="CTJNHW+ArialMT"/>
              </a:rPr>
              <a:t>and</a:t>
            </a:r>
            <a:r>
              <a:rPr sz="1400" spc="389" dirty="0">
                <a:solidFill>
                  <a:srgbClr val="595959"/>
                </a:solidFill>
                <a:latin typeface="Times New Roman"/>
                <a:cs typeface="Times New Roman"/>
              </a:rPr>
              <a:t> </a:t>
            </a:r>
            <a:r>
              <a:rPr sz="1400" dirty="0">
                <a:solidFill>
                  <a:srgbClr val="595959"/>
                </a:solidFill>
                <a:latin typeface="CTJNHW+ArialMT"/>
                <a:cs typeface="CTJNHW+ArialMT"/>
              </a:rPr>
              <a:t>is</a:t>
            </a:r>
          </a:p>
          <a:p>
            <a:pPr marL="228600" marR="0">
              <a:lnSpc>
                <a:spcPts val="1564"/>
              </a:lnSpc>
              <a:spcBef>
                <a:spcPts val="115"/>
              </a:spcBef>
              <a:spcAft>
                <a:spcPts val="0"/>
              </a:spcAft>
            </a:pPr>
            <a:r>
              <a:rPr sz="1400" dirty="0">
                <a:solidFill>
                  <a:srgbClr val="595959"/>
                </a:solidFill>
                <a:latin typeface="CTJNHW+ArialMT"/>
                <a:cs typeface="CTJNHW+ArialMT"/>
              </a:rPr>
              <a:t>designed</a:t>
            </a:r>
            <a:r>
              <a:rPr sz="1400" spc="205" dirty="0">
                <a:solidFill>
                  <a:srgbClr val="595959"/>
                </a:solidFill>
                <a:latin typeface="Times New Roman"/>
                <a:cs typeface="Times New Roman"/>
              </a:rPr>
              <a:t> </a:t>
            </a:r>
            <a:r>
              <a:rPr sz="1400" dirty="0">
                <a:solidFill>
                  <a:srgbClr val="595959"/>
                </a:solidFill>
                <a:latin typeface="CTJNHW+ArialMT"/>
                <a:cs typeface="CTJNHW+ArialMT"/>
              </a:rPr>
              <a:t>to</a:t>
            </a:r>
            <a:r>
              <a:rPr sz="1400" spc="222" dirty="0">
                <a:solidFill>
                  <a:srgbClr val="595959"/>
                </a:solidFill>
                <a:latin typeface="Times New Roman"/>
                <a:cs typeface="Times New Roman"/>
              </a:rPr>
              <a:t> </a:t>
            </a:r>
            <a:r>
              <a:rPr sz="1400" dirty="0">
                <a:solidFill>
                  <a:srgbClr val="595959"/>
                </a:solidFill>
                <a:latin typeface="CTJNHW+ArialMT"/>
                <a:cs typeface="CTJNHW+ArialMT"/>
              </a:rPr>
              <a:t>interoperate</a:t>
            </a:r>
            <a:r>
              <a:rPr sz="1400" spc="195" dirty="0">
                <a:solidFill>
                  <a:srgbClr val="595959"/>
                </a:solidFill>
                <a:latin typeface="Times New Roman"/>
                <a:cs typeface="Times New Roman"/>
              </a:rPr>
              <a:t> </a:t>
            </a:r>
            <a:r>
              <a:rPr sz="1400" dirty="0">
                <a:solidFill>
                  <a:srgbClr val="595959"/>
                </a:solidFill>
                <a:latin typeface="CTJNHW+ArialMT"/>
                <a:cs typeface="CTJNHW+ArialMT"/>
              </a:rPr>
              <a:t>with</a:t>
            </a:r>
            <a:r>
              <a:rPr sz="1400" spc="225" dirty="0">
                <a:solidFill>
                  <a:srgbClr val="595959"/>
                </a:solidFill>
                <a:latin typeface="Times New Roman"/>
                <a:cs typeface="Times New Roman"/>
              </a:rPr>
              <a:t> </a:t>
            </a:r>
            <a:r>
              <a:rPr sz="1400" dirty="0">
                <a:solidFill>
                  <a:srgbClr val="595959"/>
                </a:solidFill>
                <a:latin typeface="CTJNHW+ArialMT"/>
                <a:cs typeface="CTJNHW+ArialMT"/>
              </a:rPr>
              <a:t>the</a:t>
            </a:r>
            <a:r>
              <a:rPr sz="1400" spc="218" dirty="0">
                <a:solidFill>
                  <a:srgbClr val="595959"/>
                </a:solidFill>
                <a:latin typeface="Times New Roman"/>
                <a:cs typeface="Times New Roman"/>
              </a:rPr>
              <a:t> </a:t>
            </a:r>
            <a:r>
              <a:rPr sz="1400" dirty="0">
                <a:solidFill>
                  <a:srgbClr val="595959"/>
                </a:solidFill>
                <a:latin typeface="CTJNHW+ArialMT"/>
                <a:cs typeface="CTJNHW+ArialMT"/>
              </a:rPr>
              <a:t>Python</a:t>
            </a:r>
            <a:r>
              <a:rPr sz="1400" spc="220" dirty="0">
                <a:solidFill>
                  <a:srgbClr val="595959"/>
                </a:solidFill>
                <a:latin typeface="Times New Roman"/>
                <a:cs typeface="Times New Roman"/>
              </a:rPr>
              <a:t> </a:t>
            </a:r>
            <a:r>
              <a:rPr sz="1400" dirty="0">
                <a:solidFill>
                  <a:srgbClr val="595959"/>
                </a:solidFill>
                <a:latin typeface="CTJNHW+ArialMT"/>
                <a:cs typeface="CTJNHW+ArialMT"/>
              </a:rPr>
              <a:t>numerical</a:t>
            </a:r>
            <a:r>
              <a:rPr sz="1400" spc="206" dirty="0">
                <a:solidFill>
                  <a:srgbClr val="595959"/>
                </a:solidFill>
                <a:latin typeface="Times New Roman"/>
                <a:cs typeface="Times New Roman"/>
              </a:rPr>
              <a:t> </a:t>
            </a:r>
            <a:r>
              <a:rPr sz="1400" dirty="0">
                <a:solidFill>
                  <a:srgbClr val="595959"/>
                </a:solidFill>
                <a:latin typeface="CTJNHW+ArialMT"/>
                <a:cs typeface="CTJNHW+ArialMT"/>
              </a:rPr>
              <a:t>and</a:t>
            </a:r>
            <a:r>
              <a:rPr sz="1400" spc="215" dirty="0">
                <a:solidFill>
                  <a:srgbClr val="595959"/>
                </a:solidFill>
                <a:latin typeface="Times New Roman"/>
                <a:cs typeface="Times New Roman"/>
              </a:rPr>
              <a:t> </a:t>
            </a:r>
            <a:r>
              <a:rPr sz="1400" dirty="0">
                <a:solidFill>
                  <a:srgbClr val="595959"/>
                </a:solidFill>
                <a:latin typeface="CTJNHW+ArialMT"/>
                <a:cs typeface="CTJNHW+ArialMT"/>
              </a:rPr>
              <a:t>scientific</a:t>
            </a:r>
            <a:r>
              <a:rPr sz="1400" spc="223" dirty="0">
                <a:solidFill>
                  <a:srgbClr val="595959"/>
                </a:solidFill>
                <a:latin typeface="Times New Roman"/>
                <a:cs typeface="Times New Roman"/>
              </a:rPr>
              <a:t> </a:t>
            </a:r>
            <a:r>
              <a:rPr sz="1400" dirty="0">
                <a:solidFill>
                  <a:srgbClr val="595959"/>
                </a:solidFill>
                <a:latin typeface="CTJNHW+ArialMT"/>
                <a:cs typeface="CTJNHW+ArialMT"/>
              </a:rPr>
              <a:t>libraries</a:t>
            </a:r>
            <a:r>
              <a:rPr sz="1400" spc="213" dirty="0">
                <a:solidFill>
                  <a:srgbClr val="595959"/>
                </a:solidFill>
                <a:latin typeface="Times New Roman"/>
                <a:cs typeface="Times New Roman"/>
              </a:rPr>
              <a:t> </a:t>
            </a:r>
            <a:r>
              <a:rPr sz="1400" dirty="0">
                <a:solidFill>
                  <a:srgbClr val="595959"/>
                </a:solidFill>
                <a:latin typeface="CTJNHW+ArialMT"/>
                <a:cs typeface="CTJNHW+ArialMT"/>
              </a:rPr>
              <a:t>NumPy</a:t>
            </a:r>
            <a:r>
              <a:rPr sz="1400" spc="225" dirty="0">
                <a:solidFill>
                  <a:srgbClr val="595959"/>
                </a:solidFill>
                <a:latin typeface="Times New Roman"/>
                <a:cs typeface="Times New Roman"/>
              </a:rPr>
              <a:t> </a:t>
            </a:r>
            <a:r>
              <a:rPr sz="1400" dirty="0">
                <a:solidFill>
                  <a:srgbClr val="595959"/>
                </a:solidFill>
                <a:latin typeface="CTJNHW+ArialMT"/>
                <a:cs typeface="CTJNHW+ArialMT"/>
              </a:rPr>
              <a:t>and</a:t>
            </a:r>
          </a:p>
          <a:p>
            <a:pPr marL="228600" marR="0">
              <a:lnSpc>
                <a:spcPts val="1564"/>
              </a:lnSpc>
              <a:spcBef>
                <a:spcPts val="115"/>
              </a:spcBef>
              <a:spcAft>
                <a:spcPts val="0"/>
              </a:spcAft>
            </a:pPr>
            <a:r>
              <a:rPr sz="1400" dirty="0">
                <a:solidFill>
                  <a:srgbClr val="595959"/>
                </a:solidFill>
                <a:latin typeface="CTJNHW+ArialMT"/>
                <a:cs typeface="CTJNHW+ArialMT"/>
              </a:rPr>
              <a:t>SciPy.</a:t>
            </a:r>
          </a:p>
        </p:txBody>
      </p:sp>
      <p:sp>
        <p:nvSpPr>
          <p:cNvPr id="4" name="object 4"/>
          <p:cNvSpPr txBox="1"/>
          <p:nvPr/>
        </p:nvSpPr>
        <p:spPr>
          <a:xfrm>
            <a:off x="1314450" y="1224098"/>
            <a:ext cx="3028056" cy="236735"/>
          </a:xfrm>
          <a:prstGeom prst="rect">
            <a:avLst/>
          </a:prstGeom>
        </p:spPr>
        <p:txBody>
          <a:bodyPr vert="horz" wrap="square" lIns="0" tIns="0" rIns="0" bIns="0" rtlCol="0">
            <a:spAutoFit/>
          </a:bodyPr>
          <a:lstStyle/>
          <a:p>
            <a:pPr marL="0" marR="0">
              <a:lnSpc>
                <a:spcPts val="1564"/>
              </a:lnSpc>
              <a:spcBef>
                <a:spcPts val="0"/>
              </a:spcBef>
              <a:spcAft>
                <a:spcPts val="0"/>
              </a:spcAft>
            </a:pPr>
            <a:r>
              <a:rPr sz="1400" dirty="0">
                <a:solidFill>
                  <a:srgbClr val="595959"/>
                </a:solidFill>
                <a:latin typeface="ITQKWN+Wingdings-Regular"/>
                <a:cs typeface="ITQKWN+Wingdings-Regular"/>
              </a:rPr>
              <a:t>§</a:t>
            </a:r>
            <a:r>
              <a:rPr sz="1400" spc="809" dirty="0">
                <a:solidFill>
                  <a:srgbClr val="595959"/>
                </a:solidFill>
                <a:latin typeface="Times New Roman"/>
                <a:cs typeface="Times New Roman"/>
              </a:rPr>
              <a:t> </a:t>
            </a:r>
            <a:r>
              <a:rPr sz="1400" dirty="0">
                <a:solidFill>
                  <a:srgbClr val="595959"/>
                </a:solidFill>
                <a:latin typeface="CTJNHW+ArialMT"/>
                <a:cs typeface="CTJNHW+ArialMT"/>
              </a:rPr>
              <a:t>Advantages</a:t>
            </a:r>
            <a:r>
              <a:rPr sz="1400" spc="37" dirty="0">
                <a:solidFill>
                  <a:srgbClr val="595959"/>
                </a:solidFill>
                <a:latin typeface="Times New Roman"/>
                <a:cs typeface="Times New Roman"/>
              </a:rPr>
              <a:t> </a:t>
            </a:r>
            <a:r>
              <a:rPr sz="1400" dirty="0">
                <a:solidFill>
                  <a:srgbClr val="595959"/>
                </a:solidFill>
                <a:latin typeface="CTJNHW+ArialMT"/>
                <a:cs typeface="CTJNHW+ArialMT"/>
              </a:rPr>
              <a:t>of</a:t>
            </a:r>
            <a:r>
              <a:rPr sz="1400" spc="37" dirty="0">
                <a:solidFill>
                  <a:srgbClr val="595959"/>
                </a:solidFill>
                <a:latin typeface="Times New Roman"/>
                <a:cs typeface="Times New Roman"/>
              </a:rPr>
              <a:t> </a:t>
            </a:r>
            <a:r>
              <a:rPr sz="1400" dirty="0">
                <a:solidFill>
                  <a:srgbClr val="595959"/>
                </a:solidFill>
                <a:latin typeface="CTJNHW+ArialMT"/>
                <a:cs typeface="CTJNHW+ArialMT"/>
              </a:rPr>
              <a:t>using</a:t>
            </a:r>
            <a:r>
              <a:rPr sz="1400" spc="37" dirty="0">
                <a:solidFill>
                  <a:srgbClr val="595959"/>
                </a:solidFill>
                <a:latin typeface="Times New Roman"/>
                <a:cs typeface="Times New Roman"/>
              </a:rPr>
              <a:t> </a:t>
            </a:r>
            <a:r>
              <a:rPr sz="1400" dirty="0">
                <a:solidFill>
                  <a:srgbClr val="595959"/>
                </a:solidFill>
                <a:latin typeface="CTJNHW+ArialMT"/>
                <a:cs typeface="CTJNHW+ArialMT"/>
              </a:rPr>
              <a:t>Scikit-Learn:</a:t>
            </a:r>
          </a:p>
        </p:txBody>
      </p:sp>
      <p:sp>
        <p:nvSpPr>
          <p:cNvPr id="5" name="object 5"/>
          <p:cNvSpPr txBox="1"/>
          <p:nvPr/>
        </p:nvSpPr>
        <p:spPr>
          <a:xfrm>
            <a:off x="1314450" y="1437457"/>
            <a:ext cx="7347381" cy="876816"/>
          </a:xfrm>
          <a:prstGeom prst="rect">
            <a:avLst/>
          </a:prstGeom>
        </p:spPr>
        <p:txBody>
          <a:bodyPr vert="horz" wrap="square" lIns="0" tIns="0" rIns="0" bIns="0" rtlCol="0">
            <a:spAutoFit/>
          </a:bodyPr>
          <a:lstStyle/>
          <a:p>
            <a:pPr marL="0" marR="0">
              <a:lnSpc>
                <a:spcPts val="1564"/>
              </a:lnSpc>
              <a:spcBef>
                <a:spcPts val="0"/>
              </a:spcBef>
              <a:spcAft>
                <a:spcPts val="0"/>
              </a:spcAft>
            </a:pPr>
            <a:r>
              <a:rPr sz="1400" dirty="0">
                <a:solidFill>
                  <a:srgbClr val="595959"/>
                </a:solidFill>
                <a:latin typeface="ITQKWN+Wingdings-Regular"/>
                <a:cs typeface="ITQKWN+Wingdings-Regular"/>
              </a:rPr>
              <a:t>§</a:t>
            </a:r>
            <a:r>
              <a:rPr sz="1400" spc="809" dirty="0">
                <a:solidFill>
                  <a:srgbClr val="595959"/>
                </a:solidFill>
                <a:latin typeface="Times New Roman"/>
                <a:cs typeface="Times New Roman"/>
              </a:rPr>
              <a:t> </a:t>
            </a:r>
            <a:r>
              <a:rPr sz="1400" dirty="0">
                <a:solidFill>
                  <a:srgbClr val="595959"/>
                </a:solidFill>
                <a:latin typeface="CTJNHW+ArialMT"/>
                <a:cs typeface="CTJNHW+ArialMT"/>
              </a:rPr>
              <a:t>Scikit-learn</a:t>
            </a:r>
            <a:r>
              <a:rPr sz="1400" spc="37" dirty="0">
                <a:solidFill>
                  <a:srgbClr val="595959"/>
                </a:solidFill>
                <a:latin typeface="Times New Roman"/>
                <a:cs typeface="Times New Roman"/>
              </a:rPr>
              <a:t> </a:t>
            </a:r>
            <a:r>
              <a:rPr sz="1400" dirty="0">
                <a:solidFill>
                  <a:srgbClr val="595959"/>
                </a:solidFill>
                <a:latin typeface="CTJNHW+ArialMT"/>
                <a:cs typeface="CTJNHW+ArialMT"/>
              </a:rPr>
              <a:t>provides</a:t>
            </a:r>
            <a:r>
              <a:rPr sz="1400" spc="37" dirty="0">
                <a:solidFill>
                  <a:srgbClr val="595959"/>
                </a:solidFill>
                <a:latin typeface="Times New Roman"/>
                <a:cs typeface="Times New Roman"/>
              </a:rPr>
              <a:t> </a:t>
            </a:r>
            <a:r>
              <a:rPr sz="1400" dirty="0">
                <a:solidFill>
                  <a:srgbClr val="595959"/>
                </a:solidFill>
                <a:latin typeface="CTJNHW+ArialMT"/>
                <a:cs typeface="CTJNHW+ArialMT"/>
              </a:rPr>
              <a:t>a</a:t>
            </a:r>
            <a:r>
              <a:rPr sz="1400" spc="37" dirty="0">
                <a:solidFill>
                  <a:srgbClr val="595959"/>
                </a:solidFill>
                <a:latin typeface="Times New Roman"/>
                <a:cs typeface="Times New Roman"/>
              </a:rPr>
              <a:t> </a:t>
            </a:r>
            <a:r>
              <a:rPr sz="1400" dirty="0">
                <a:solidFill>
                  <a:srgbClr val="595959"/>
                </a:solidFill>
                <a:latin typeface="CTJNHW+ArialMT"/>
                <a:cs typeface="CTJNHW+ArialMT"/>
              </a:rPr>
              <a:t>clean</a:t>
            </a:r>
            <a:r>
              <a:rPr sz="1400" spc="37" dirty="0">
                <a:solidFill>
                  <a:srgbClr val="595959"/>
                </a:solidFill>
                <a:latin typeface="Times New Roman"/>
                <a:cs typeface="Times New Roman"/>
              </a:rPr>
              <a:t> </a:t>
            </a:r>
            <a:r>
              <a:rPr sz="1400" dirty="0">
                <a:solidFill>
                  <a:srgbClr val="595959"/>
                </a:solidFill>
                <a:latin typeface="CTJNHW+ArialMT"/>
                <a:cs typeface="CTJNHW+ArialMT"/>
              </a:rPr>
              <a:t>and</a:t>
            </a:r>
            <a:r>
              <a:rPr sz="1400" spc="37" dirty="0">
                <a:solidFill>
                  <a:srgbClr val="595959"/>
                </a:solidFill>
                <a:latin typeface="Times New Roman"/>
                <a:cs typeface="Times New Roman"/>
              </a:rPr>
              <a:t> </a:t>
            </a:r>
            <a:r>
              <a:rPr sz="1400" dirty="0">
                <a:solidFill>
                  <a:srgbClr val="595959"/>
                </a:solidFill>
                <a:latin typeface="CTJNHW+ArialMT"/>
                <a:cs typeface="CTJNHW+ArialMT"/>
              </a:rPr>
              <a:t>consistent</a:t>
            </a:r>
            <a:r>
              <a:rPr sz="1400" spc="37" dirty="0">
                <a:solidFill>
                  <a:srgbClr val="595959"/>
                </a:solidFill>
                <a:latin typeface="Times New Roman"/>
                <a:cs typeface="Times New Roman"/>
              </a:rPr>
              <a:t> </a:t>
            </a:r>
            <a:r>
              <a:rPr sz="1400" dirty="0">
                <a:solidFill>
                  <a:srgbClr val="595959"/>
                </a:solidFill>
                <a:latin typeface="CTJNHW+ArialMT"/>
                <a:cs typeface="CTJNHW+ArialMT"/>
              </a:rPr>
              <a:t>interface</a:t>
            </a:r>
            <a:r>
              <a:rPr sz="1400" spc="37" dirty="0">
                <a:solidFill>
                  <a:srgbClr val="595959"/>
                </a:solidFill>
                <a:latin typeface="Times New Roman"/>
                <a:cs typeface="Times New Roman"/>
              </a:rPr>
              <a:t> </a:t>
            </a:r>
            <a:r>
              <a:rPr sz="1400" dirty="0">
                <a:solidFill>
                  <a:srgbClr val="595959"/>
                </a:solidFill>
                <a:latin typeface="CTJNHW+ArialMT"/>
                <a:cs typeface="CTJNHW+ArialMT"/>
              </a:rPr>
              <a:t>to</a:t>
            </a:r>
            <a:r>
              <a:rPr sz="1400" spc="38" dirty="0">
                <a:solidFill>
                  <a:srgbClr val="595959"/>
                </a:solidFill>
                <a:latin typeface="Times New Roman"/>
                <a:cs typeface="Times New Roman"/>
              </a:rPr>
              <a:t> </a:t>
            </a:r>
            <a:r>
              <a:rPr sz="1400" dirty="0">
                <a:solidFill>
                  <a:srgbClr val="595959"/>
                </a:solidFill>
                <a:latin typeface="CTJNHW+ArialMT"/>
                <a:cs typeface="CTJNHW+ArialMT"/>
              </a:rPr>
              <a:t>tons</a:t>
            </a:r>
            <a:r>
              <a:rPr sz="1400" spc="37" dirty="0">
                <a:solidFill>
                  <a:srgbClr val="595959"/>
                </a:solidFill>
                <a:latin typeface="Times New Roman"/>
                <a:cs typeface="Times New Roman"/>
              </a:rPr>
              <a:t> </a:t>
            </a:r>
            <a:r>
              <a:rPr sz="1400" dirty="0">
                <a:solidFill>
                  <a:srgbClr val="595959"/>
                </a:solidFill>
                <a:latin typeface="CTJNHW+ArialMT"/>
                <a:cs typeface="CTJNHW+ArialMT"/>
              </a:rPr>
              <a:t>of</a:t>
            </a:r>
            <a:r>
              <a:rPr sz="1400" spc="37" dirty="0">
                <a:solidFill>
                  <a:srgbClr val="595959"/>
                </a:solidFill>
                <a:latin typeface="Times New Roman"/>
                <a:cs typeface="Times New Roman"/>
              </a:rPr>
              <a:t> </a:t>
            </a:r>
            <a:r>
              <a:rPr sz="1400" dirty="0">
                <a:solidFill>
                  <a:srgbClr val="595959"/>
                </a:solidFill>
                <a:latin typeface="CTJNHW+ArialMT"/>
                <a:cs typeface="CTJNHW+ArialMT"/>
              </a:rPr>
              <a:t>different</a:t>
            </a:r>
            <a:r>
              <a:rPr sz="1400" spc="37" dirty="0">
                <a:solidFill>
                  <a:srgbClr val="595959"/>
                </a:solidFill>
                <a:latin typeface="Times New Roman"/>
                <a:cs typeface="Times New Roman"/>
              </a:rPr>
              <a:t> </a:t>
            </a:r>
            <a:r>
              <a:rPr sz="1400" dirty="0">
                <a:solidFill>
                  <a:srgbClr val="595959"/>
                </a:solidFill>
                <a:latin typeface="CTJNHW+ArialMT"/>
                <a:cs typeface="CTJNHW+ArialMT"/>
              </a:rPr>
              <a:t>models.</a:t>
            </a:r>
          </a:p>
          <a:p>
            <a:pPr marL="0" marR="0">
              <a:lnSpc>
                <a:spcPts val="1564"/>
              </a:lnSpc>
              <a:spcBef>
                <a:spcPts val="65"/>
              </a:spcBef>
              <a:spcAft>
                <a:spcPts val="0"/>
              </a:spcAft>
            </a:pPr>
            <a:r>
              <a:rPr sz="1400" dirty="0">
                <a:solidFill>
                  <a:srgbClr val="595959"/>
                </a:solidFill>
                <a:latin typeface="ITQKWN+Wingdings-Regular"/>
                <a:cs typeface="ITQKWN+Wingdings-Regular"/>
              </a:rPr>
              <a:t>§</a:t>
            </a:r>
            <a:r>
              <a:rPr sz="1400" spc="809" dirty="0">
                <a:solidFill>
                  <a:srgbClr val="595959"/>
                </a:solidFill>
                <a:latin typeface="Times New Roman"/>
                <a:cs typeface="Times New Roman"/>
              </a:rPr>
              <a:t> </a:t>
            </a:r>
            <a:r>
              <a:rPr sz="1400" dirty="0">
                <a:solidFill>
                  <a:srgbClr val="595959"/>
                </a:solidFill>
                <a:latin typeface="CTJNHW+ArialMT"/>
                <a:cs typeface="CTJNHW+ArialMT"/>
              </a:rPr>
              <a:t>It</a:t>
            </a:r>
            <a:r>
              <a:rPr sz="1400" spc="37" dirty="0">
                <a:solidFill>
                  <a:srgbClr val="595959"/>
                </a:solidFill>
                <a:latin typeface="Times New Roman"/>
                <a:cs typeface="Times New Roman"/>
              </a:rPr>
              <a:t> </a:t>
            </a:r>
            <a:r>
              <a:rPr sz="1400" dirty="0">
                <a:solidFill>
                  <a:srgbClr val="595959"/>
                </a:solidFill>
                <a:latin typeface="CTJNHW+ArialMT"/>
                <a:cs typeface="CTJNHW+ArialMT"/>
              </a:rPr>
              <a:t>provides</a:t>
            </a:r>
            <a:r>
              <a:rPr sz="1400" spc="37" dirty="0">
                <a:solidFill>
                  <a:srgbClr val="595959"/>
                </a:solidFill>
                <a:latin typeface="Times New Roman"/>
                <a:cs typeface="Times New Roman"/>
              </a:rPr>
              <a:t> </a:t>
            </a:r>
            <a:r>
              <a:rPr sz="1400" dirty="0">
                <a:solidFill>
                  <a:srgbClr val="595959"/>
                </a:solidFill>
                <a:latin typeface="CTJNHW+ArialMT"/>
                <a:cs typeface="CTJNHW+ArialMT"/>
              </a:rPr>
              <a:t>you</a:t>
            </a:r>
            <a:r>
              <a:rPr sz="1400" spc="37" dirty="0">
                <a:solidFill>
                  <a:srgbClr val="595959"/>
                </a:solidFill>
                <a:latin typeface="Times New Roman"/>
                <a:cs typeface="Times New Roman"/>
              </a:rPr>
              <a:t> </a:t>
            </a:r>
            <a:r>
              <a:rPr sz="1400" dirty="0">
                <a:solidFill>
                  <a:srgbClr val="595959"/>
                </a:solidFill>
                <a:latin typeface="CTJNHW+ArialMT"/>
                <a:cs typeface="CTJNHW+ArialMT"/>
              </a:rPr>
              <a:t>with</a:t>
            </a:r>
            <a:r>
              <a:rPr sz="1400" spc="37" dirty="0">
                <a:solidFill>
                  <a:srgbClr val="595959"/>
                </a:solidFill>
                <a:latin typeface="Times New Roman"/>
                <a:cs typeface="Times New Roman"/>
              </a:rPr>
              <a:t> </a:t>
            </a:r>
            <a:r>
              <a:rPr sz="1400" dirty="0">
                <a:solidFill>
                  <a:srgbClr val="595959"/>
                </a:solidFill>
                <a:latin typeface="CTJNHW+ArialMT"/>
                <a:cs typeface="CTJNHW+ArialMT"/>
              </a:rPr>
              <a:t>many</a:t>
            </a:r>
            <a:r>
              <a:rPr sz="1400" spc="37" dirty="0">
                <a:solidFill>
                  <a:srgbClr val="595959"/>
                </a:solidFill>
                <a:latin typeface="Times New Roman"/>
                <a:cs typeface="Times New Roman"/>
              </a:rPr>
              <a:t> </a:t>
            </a:r>
            <a:r>
              <a:rPr sz="1400" dirty="0">
                <a:solidFill>
                  <a:srgbClr val="595959"/>
                </a:solidFill>
                <a:latin typeface="CTJNHW+ArialMT"/>
                <a:cs typeface="CTJNHW+ArialMT"/>
              </a:rPr>
              <a:t>options</a:t>
            </a:r>
            <a:r>
              <a:rPr sz="1400" spc="37" dirty="0">
                <a:solidFill>
                  <a:srgbClr val="595959"/>
                </a:solidFill>
                <a:latin typeface="Times New Roman"/>
                <a:cs typeface="Times New Roman"/>
              </a:rPr>
              <a:t> </a:t>
            </a:r>
            <a:r>
              <a:rPr sz="1400" dirty="0">
                <a:solidFill>
                  <a:srgbClr val="595959"/>
                </a:solidFill>
                <a:latin typeface="CTJNHW+ArialMT"/>
                <a:cs typeface="CTJNHW+ArialMT"/>
              </a:rPr>
              <a:t>for</a:t>
            </a:r>
            <a:r>
              <a:rPr sz="1400" spc="37" dirty="0">
                <a:solidFill>
                  <a:srgbClr val="595959"/>
                </a:solidFill>
                <a:latin typeface="Times New Roman"/>
                <a:cs typeface="Times New Roman"/>
              </a:rPr>
              <a:t> </a:t>
            </a:r>
            <a:r>
              <a:rPr sz="1400" dirty="0">
                <a:solidFill>
                  <a:srgbClr val="595959"/>
                </a:solidFill>
                <a:latin typeface="CTJNHW+ArialMT"/>
                <a:cs typeface="CTJNHW+ArialMT"/>
              </a:rPr>
              <a:t>each</a:t>
            </a:r>
            <a:r>
              <a:rPr sz="1400" spc="37" dirty="0">
                <a:solidFill>
                  <a:srgbClr val="595959"/>
                </a:solidFill>
                <a:latin typeface="Times New Roman"/>
                <a:cs typeface="Times New Roman"/>
              </a:rPr>
              <a:t> </a:t>
            </a:r>
            <a:r>
              <a:rPr sz="1400" dirty="0">
                <a:solidFill>
                  <a:srgbClr val="595959"/>
                </a:solidFill>
                <a:latin typeface="CTJNHW+ArialMT"/>
                <a:cs typeface="CTJNHW+ArialMT"/>
              </a:rPr>
              <a:t>model,</a:t>
            </a:r>
            <a:r>
              <a:rPr sz="1400" spc="37" dirty="0">
                <a:solidFill>
                  <a:srgbClr val="595959"/>
                </a:solidFill>
                <a:latin typeface="Times New Roman"/>
                <a:cs typeface="Times New Roman"/>
              </a:rPr>
              <a:t> </a:t>
            </a:r>
            <a:r>
              <a:rPr sz="1400" dirty="0">
                <a:solidFill>
                  <a:srgbClr val="595959"/>
                </a:solidFill>
                <a:latin typeface="CTJNHW+ArialMT"/>
                <a:cs typeface="CTJNHW+ArialMT"/>
              </a:rPr>
              <a:t>but</a:t>
            </a:r>
            <a:r>
              <a:rPr sz="1400" spc="37" dirty="0">
                <a:solidFill>
                  <a:srgbClr val="595959"/>
                </a:solidFill>
                <a:latin typeface="Times New Roman"/>
                <a:cs typeface="Times New Roman"/>
              </a:rPr>
              <a:t> </a:t>
            </a:r>
            <a:r>
              <a:rPr sz="1400" dirty="0">
                <a:solidFill>
                  <a:srgbClr val="595959"/>
                </a:solidFill>
                <a:latin typeface="CTJNHW+ArialMT"/>
                <a:cs typeface="CTJNHW+ArialMT"/>
              </a:rPr>
              <a:t>also</a:t>
            </a:r>
            <a:r>
              <a:rPr sz="1400" spc="37" dirty="0">
                <a:solidFill>
                  <a:srgbClr val="595959"/>
                </a:solidFill>
                <a:latin typeface="Times New Roman"/>
                <a:cs typeface="Times New Roman"/>
              </a:rPr>
              <a:t> </a:t>
            </a:r>
            <a:r>
              <a:rPr sz="1400" dirty="0">
                <a:solidFill>
                  <a:srgbClr val="595959"/>
                </a:solidFill>
                <a:latin typeface="CTJNHW+ArialMT"/>
                <a:cs typeface="CTJNHW+ArialMT"/>
              </a:rPr>
              <a:t>chooses</a:t>
            </a:r>
            <a:r>
              <a:rPr sz="1400" spc="37" dirty="0">
                <a:solidFill>
                  <a:srgbClr val="595959"/>
                </a:solidFill>
                <a:latin typeface="Times New Roman"/>
                <a:cs typeface="Times New Roman"/>
              </a:rPr>
              <a:t> </a:t>
            </a:r>
            <a:r>
              <a:rPr sz="1400" dirty="0">
                <a:solidFill>
                  <a:srgbClr val="595959"/>
                </a:solidFill>
                <a:latin typeface="CTJNHW+ArialMT"/>
                <a:cs typeface="CTJNHW+ArialMT"/>
              </a:rPr>
              <a:t>sensible</a:t>
            </a:r>
            <a:r>
              <a:rPr sz="1400" spc="37" dirty="0">
                <a:solidFill>
                  <a:srgbClr val="595959"/>
                </a:solidFill>
                <a:latin typeface="Times New Roman"/>
                <a:cs typeface="Times New Roman"/>
              </a:rPr>
              <a:t> </a:t>
            </a:r>
            <a:r>
              <a:rPr sz="1400" dirty="0">
                <a:solidFill>
                  <a:srgbClr val="595959"/>
                </a:solidFill>
                <a:latin typeface="CTJNHW+ArialMT"/>
                <a:cs typeface="CTJNHW+ArialMT"/>
              </a:rPr>
              <a:t>defaults.</a:t>
            </a:r>
          </a:p>
          <a:p>
            <a:pPr marL="0" marR="0">
              <a:lnSpc>
                <a:spcPts val="1564"/>
              </a:lnSpc>
              <a:spcBef>
                <a:spcPts val="115"/>
              </a:spcBef>
              <a:spcAft>
                <a:spcPts val="0"/>
              </a:spcAft>
            </a:pPr>
            <a:r>
              <a:rPr sz="1400" dirty="0">
                <a:solidFill>
                  <a:srgbClr val="595959"/>
                </a:solidFill>
                <a:latin typeface="ITQKWN+Wingdings-Regular"/>
                <a:cs typeface="ITQKWN+Wingdings-Regular"/>
              </a:rPr>
              <a:t>§</a:t>
            </a:r>
            <a:r>
              <a:rPr sz="1400" spc="809" dirty="0">
                <a:solidFill>
                  <a:srgbClr val="595959"/>
                </a:solidFill>
                <a:latin typeface="Times New Roman"/>
                <a:cs typeface="Times New Roman"/>
              </a:rPr>
              <a:t> </a:t>
            </a:r>
            <a:r>
              <a:rPr sz="1400" dirty="0">
                <a:solidFill>
                  <a:srgbClr val="595959"/>
                </a:solidFill>
                <a:latin typeface="CTJNHW+ArialMT"/>
                <a:cs typeface="CTJNHW+ArialMT"/>
              </a:rPr>
              <a:t>Its</a:t>
            </a:r>
            <a:r>
              <a:rPr sz="1400" spc="165" dirty="0">
                <a:solidFill>
                  <a:srgbClr val="595959"/>
                </a:solidFill>
                <a:latin typeface="Times New Roman"/>
                <a:cs typeface="Times New Roman"/>
              </a:rPr>
              <a:t> </a:t>
            </a:r>
            <a:r>
              <a:rPr sz="1400" dirty="0">
                <a:solidFill>
                  <a:srgbClr val="595959"/>
                </a:solidFill>
                <a:latin typeface="CTJNHW+ArialMT"/>
                <a:cs typeface="CTJNHW+ArialMT"/>
              </a:rPr>
              <a:t>documentation</a:t>
            </a:r>
            <a:r>
              <a:rPr sz="1400" spc="136" dirty="0">
                <a:solidFill>
                  <a:srgbClr val="595959"/>
                </a:solidFill>
                <a:latin typeface="Times New Roman"/>
                <a:cs typeface="Times New Roman"/>
              </a:rPr>
              <a:t> </a:t>
            </a:r>
            <a:r>
              <a:rPr sz="1400" dirty="0">
                <a:solidFill>
                  <a:srgbClr val="595959"/>
                </a:solidFill>
                <a:latin typeface="CTJNHW+ArialMT"/>
                <a:cs typeface="CTJNHW+ArialMT"/>
              </a:rPr>
              <a:t>is</a:t>
            </a:r>
            <a:r>
              <a:rPr sz="1400" spc="166" dirty="0">
                <a:solidFill>
                  <a:srgbClr val="595959"/>
                </a:solidFill>
                <a:latin typeface="Times New Roman"/>
                <a:cs typeface="Times New Roman"/>
              </a:rPr>
              <a:t> </a:t>
            </a:r>
            <a:r>
              <a:rPr sz="1400" dirty="0">
                <a:solidFill>
                  <a:srgbClr val="595959"/>
                </a:solidFill>
                <a:latin typeface="CTJNHW+ArialMT"/>
                <a:cs typeface="CTJNHW+ArialMT"/>
              </a:rPr>
              <a:t>exceptional,</a:t>
            </a:r>
            <a:r>
              <a:rPr sz="1400" spc="147" dirty="0">
                <a:solidFill>
                  <a:srgbClr val="595959"/>
                </a:solidFill>
                <a:latin typeface="Times New Roman"/>
                <a:cs typeface="Times New Roman"/>
              </a:rPr>
              <a:t> </a:t>
            </a:r>
            <a:r>
              <a:rPr sz="1400" dirty="0">
                <a:solidFill>
                  <a:srgbClr val="595959"/>
                </a:solidFill>
                <a:latin typeface="CTJNHW+ArialMT"/>
                <a:cs typeface="CTJNHW+ArialMT"/>
              </a:rPr>
              <a:t>and</a:t>
            </a:r>
            <a:r>
              <a:rPr sz="1400" spc="154" dirty="0">
                <a:solidFill>
                  <a:srgbClr val="595959"/>
                </a:solidFill>
                <a:latin typeface="Times New Roman"/>
                <a:cs typeface="Times New Roman"/>
              </a:rPr>
              <a:t> </a:t>
            </a:r>
            <a:r>
              <a:rPr sz="1400" dirty="0">
                <a:solidFill>
                  <a:srgbClr val="595959"/>
                </a:solidFill>
                <a:latin typeface="CTJNHW+ArialMT"/>
                <a:cs typeface="CTJNHW+ArialMT"/>
              </a:rPr>
              <a:t>it</a:t>
            </a:r>
            <a:r>
              <a:rPr sz="1400" spc="165" dirty="0">
                <a:solidFill>
                  <a:srgbClr val="595959"/>
                </a:solidFill>
                <a:latin typeface="Times New Roman"/>
                <a:cs typeface="Times New Roman"/>
              </a:rPr>
              <a:t> </a:t>
            </a:r>
            <a:r>
              <a:rPr sz="1400" dirty="0">
                <a:solidFill>
                  <a:srgbClr val="595959"/>
                </a:solidFill>
                <a:latin typeface="CTJNHW+ArialMT"/>
                <a:cs typeface="CTJNHW+ArialMT"/>
              </a:rPr>
              <a:t>helps</a:t>
            </a:r>
            <a:r>
              <a:rPr sz="1400" spc="157" dirty="0">
                <a:solidFill>
                  <a:srgbClr val="595959"/>
                </a:solidFill>
                <a:latin typeface="Times New Roman"/>
                <a:cs typeface="Times New Roman"/>
              </a:rPr>
              <a:t> </a:t>
            </a:r>
            <a:r>
              <a:rPr sz="1400" dirty="0">
                <a:solidFill>
                  <a:srgbClr val="595959"/>
                </a:solidFill>
                <a:latin typeface="CTJNHW+ArialMT"/>
                <a:cs typeface="CTJNHW+ArialMT"/>
              </a:rPr>
              <a:t>you</a:t>
            </a:r>
            <a:r>
              <a:rPr sz="1400" spc="158" dirty="0">
                <a:solidFill>
                  <a:srgbClr val="595959"/>
                </a:solidFill>
                <a:latin typeface="Times New Roman"/>
                <a:cs typeface="Times New Roman"/>
              </a:rPr>
              <a:t> </a:t>
            </a:r>
            <a:r>
              <a:rPr sz="1400" dirty="0">
                <a:solidFill>
                  <a:srgbClr val="595959"/>
                </a:solidFill>
                <a:latin typeface="CTJNHW+ArialMT"/>
                <a:cs typeface="CTJNHW+ArialMT"/>
              </a:rPr>
              <a:t>to</a:t>
            </a:r>
            <a:r>
              <a:rPr sz="1400" spc="162" dirty="0">
                <a:solidFill>
                  <a:srgbClr val="595959"/>
                </a:solidFill>
                <a:latin typeface="Times New Roman"/>
                <a:cs typeface="Times New Roman"/>
              </a:rPr>
              <a:t> </a:t>
            </a:r>
            <a:r>
              <a:rPr sz="1400" dirty="0">
                <a:solidFill>
                  <a:srgbClr val="595959"/>
                </a:solidFill>
                <a:latin typeface="CTJNHW+ArialMT"/>
                <a:cs typeface="CTJNHW+ArialMT"/>
              </a:rPr>
              <a:t>understand</a:t>
            </a:r>
            <a:r>
              <a:rPr sz="1400" spc="137" dirty="0">
                <a:solidFill>
                  <a:srgbClr val="595959"/>
                </a:solidFill>
                <a:latin typeface="Times New Roman"/>
                <a:cs typeface="Times New Roman"/>
              </a:rPr>
              <a:t> </a:t>
            </a:r>
            <a:r>
              <a:rPr sz="1400" dirty="0">
                <a:solidFill>
                  <a:srgbClr val="595959"/>
                </a:solidFill>
                <a:latin typeface="CTJNHW+ArialMT"/>
                <a:cs typeface="CTJNHW+ArialMT"/>
              </a:rPr>
              <a:t>the</a:t>
            </a:r>
            <a:r>
              <a:rPr sz="1400" spc="159" dirty="0">
                <a:solidFill>
                  <a:srgbClr val="595959"/>
                </a:solidFill>
                <a:latin typeface="Times New Roman"/>
                <a:cs typeface="Times New Roman"/>
              </a:rPr>
              <a:t> </a:t>
            </a:r>
            <a:r>
              <a:rPr sz="1400" dirty="0">
                <a:solidFill>
                  <a:srgbClr val="595959"/>
                </a:solidFill>
                <a:latin typeface="CTJNHW+ArialMT"/>
                <a:cs typeface="CTJNHW+ArialMT"/>
              </a:rPr>
              <a:t>models</a:t>
            </a:r>
            <a:r>
              <a:rPr sz="1400" spc="152" dirty="0">
                <a:solidFill>
                  <a:srgbClr val="595959"/>
                </a:solidFill>
                <a:latin typeface="Times New Roman"/>
                <a:cs typeface="Times New Roman"/>
              </a:rPr>
              <a:t> </a:t>
            </a:r>
            <a:r>
              <a:rPr sz="1400" dirty="0">
                <a:solidFill>
                  <a:srgbClr val="595959"/>
                </a:solidFill>
                <a:latin typeface="CTJNHW+ArialMT"/>
                <a:cs typeface="CTJNHW+ArialMT"/>
              </a:rPr>
              <a:t>as</a:t>
            </a:r>
            <a:r>
              <a:rPr sz="1400" spc="162" dirty="0">
                <a:solidFill>
                  <a:srgbClr val="595959"/>
                </a:solidFill>
                <a:latin typeface="Times New Roman"/>
                <a:cs typeface="Times New Roman"/>
              </a:rPr>
              <a:t> </a:t>
            </a:r>
            <a:r>
              <a:rPr sz="1400" dirty="0">
                <a:solidFill>
                  <a:srgbClr val="595959"/>
                </a:solidFill>
                <a:latin typeface="CTJNHW+ArialMT"/>
                <a:cs typeface="CTJNHW+ArialMT"/>
              </a:rPr>
              <a:t>well</a:t>
            </a:r>
            <a:r>
              <a:rPr sz="1400" spc="166" dirty="0">
                <a:solidFill>
                  <a:srgbClr val="595959"/>
                </a:solidFill>
                <a:latin typeface="Times New Roman"/>
                <a:cs typeface="Times New Roman"/>
              </a:rPr>
              <a:t> </a:t>
            </a:r>
            <a:r>
              <a:rPr sz="1400" dirty="0">
                <a:solidFill>
                  <a:srgbClr val="595959"/>
                </a:solidFill>
                <a:latin typeface="CTJNHW+ArialMT"/>
                <a:cs typeface="CTJNHW+ArialMT"/>
              </a:rPr>
              <a:t>as</a:t>
            </a:r>
          </a:p>
          <a:p>
            <a:pPr marL="228600" marR="0">
              <a:lnSpc>
                <a:spcPts val="1564"/>
              </a:lnSpc>
              <a:spcBef>
                <a:spcPts val="115"/>
              </a:spcBef>
              <a:spcAft>
                <a:spcPts val="0"/>
              </a:spcAft>
            </a:pPr>
            <a:r>
              <a:rPr sz="1400" dirty="0">
                <a:solidFill>
                  <a:srgbClr val="595959"/>
                </a:solidFill>
                <a:latin typeface="CTJNHW+ArialMT"/>
                <a:cs typeface="CTJNHW+ArialMT"/>
              </a:rPr>
              <a:t>how</a:t>
            </a:r>
            <a:r>
              <a:rPr sz="1400" spc="37" dirty="0">
                <a:solidFill>
                  <a:srgbClr val="595959"/>
                </a:solidFill>
                <a:latin typeface="Times New Roman"/>
                <a:cs typeface="Times New Roman"/>
              </a:rPr>
              <a:t> </a:t>
            </a:r>
            <a:r>
              <a:rPr sz="1400" dirty="0">
                <a:solidFill>
                  <a:srgbClr val="595959"/>
                </a:solidFill>
                <a:latin typeface="CTJNHW+ArialMT"/>
                <a:cs typeface="CTJNHW+ArialMT"/>
              </a:rPr>
              <a:t>to</a:t>
            </a:r>
            <a:r>
              <a:rPr sz="1400" spc="38" dirty="0">
                <a:solidFill>
                  <a:srgbClr val="595959"/>
                </a:solidFill>
                <a:latin typeface="Times New Roman"/>
                <a:cs typeface="Times New Roman"/>
              </a:rPr>
              <a:t> </a:t>
            </a:r>
            <a:r>
              <a:rPr sz="1400" dirty="0">
                <a:solidFill>
                  <a:srgbClr val="595959"/>
                </a:solidFill>
                <a:latin typeface="CTJNHW+ArialMT"/>
                <a:cs typeface="CTJNHW+ArialMT"/>
              </a:rPr>
              <a:t>use</a:t>
            </a:r>
            <a:r>
              <a:rPr sz="1400" spc="37" dirty="0">
                <a:solidFill>
                  <a:srgbClr val="595959"/>
                </a:solidFill>
                <a:latin typeface="Times New Roman"/>
                <a:cs typeface="Times New Roman"/>
              </a:rPr>
              <a:t> </a:t>
            </a:r>
            <a:r>
              <a:rPr sz="1400" dirty="0">
                <a:solidFill>
                  <a:srgbClr val="595959"/>
                </a:solidFill>
                <a:latin typeface="CTJNHW+ArialMT"/>
                <a:cs typeface="CTJNHW+ArialMT"/>
              </a:rPr>
              <a:t>them</a:t>
            </a:r>
            <a:r>
              <a:rPr sz="1400" spc="37" dirty="0">
                <a:solidFill>
                  <a:srgbClr val="595959"/>
                </a:solidFill>
                <a:latin typeface="Times New Roman"/>
                <a:cs typeface="Times New Roman"/>
              </a:rPr>
              <a:t> </a:t>
            </a:r>
            <a:r>
              <a:rPr sz="1400" dirty="0">
                <a:solidFill>
                  <a:srgbClr val="595959"/>
                </a:solidFill>
                <a:latin typeface="CTJNHW+ArialMT"/>
                <a:cs typeface="CTJNHW+ArialMT"/>
              </a:rPr>
              <a:t>properly.</a:t>
            </a:r>
          </a:p>
        </p:txBody>
      </p:sp>
      <p:sp>
        <p:nvSpPr>
          <p:cNvPr id="6" name="object 6"/>
          <p:cNvSpPr txBox="1"/>
          <p:nvPr/>
        </p:nvSpPr>
        <p:spPr>
          <a:xfrm>
            <a:off x="1314450" y="2290897"/>
            <a:ext cx="3028113" cy="236735"/>
          </a:xfrm>
          <a:prstGeom prst="rect">
            <a:avLst/>
          </a:prstGeom>
        </p:spPr>
        <p:txBody>
          <a:bodyPr vert="horz" wrap="square" lIns="0" tIns="0" rIns="0" bIns="0" rtlCol="0">
            <a:spAutoFit/>
          </a:bodyPr>
          <a:lstStyle/>
          <a:p>
            <a:pPr marL="0" marR="0">
              <a:lnSpc>
                <a:spcPts val="1564"/>
              </a:lnSpc>
              <a:spcBef>
                <a:spcPts val="0"/>
              </a:spcBef>
              <a:spcAft>
                <a:spcPts val="0"/>
              </a:spcAft>
            </a:pPr>
            <a:r>
              <a:rPr sz="1400" dirty="0">
                <a:solidFill>
                  <a:srgbClr val="595959"/>
                </a:solidFill>
                <a:latin typeface="ITQKWN+Wingdings-Regular"/>
                <a:cs typeface="ITQKWN+Wingdings-Regular"/>
              </a:rPr>
              <a:t>§</a:t>
            </a:r>
            <a:r>
              <a:rPr sz="1400" spc="809" dirty="0">
                <a:solidFill>
                  <a:srgbClr val="595959"/>
                </a:solidFill>
                <a:latin typeface="Times New Roman"/>
                <a:cs typeface="Times New Roman"/>
              </a:rPr>
              <a:t> </a:t>
            </a:r>
            <a:r>
              <a:rPr sz="1400" dirty="0">
                <a:solidFill>
                  <a:srgbClr val="595959"/>
                </a:solidFill>
                <a:latin typeface="CTJNHW+ArialMT"/>
                <a:cs typeface="CTJNHW+ArialMT"/>
              </a:rPr>
              <a:t>It</a:t>
            </a:r>
            <a:r>
              <a:rPr sz="1400" spc="37" dirty="0">
                <a:solidFill>
                  <a:srgbClr val="595959"/>
                </a:solidFill>
                <a:latin typeface="Times New Roman"/>
                <a:cs typeface="Times New Roman"/>
              </a:rPr>
              <a:t> </a:t>
            </a:r>
            <a:r>
              <a:rPr sz="1400" dirty="0">
                <a:solidFill>
                  <a:srgbClr val="595959"/>
                </a:solidFill>
                <a:latin typeface="CTJNHW+ArialMT"/>
                <a:cs typeface="CTJNHW+ArialMT"/>
              </a:rPr>
              <a:t>is</a:t>
            </a:r>
            <a:r>
              <a:rPr sz="1400" spc="37" dirty="0">
                <a:solidFill>
                  <a:srgbClr val="595959"/>
                </a:solidFill>
                <a:latin typeface="Times New Roman"/>
                <a:cs typeface="Times New Roman"/>
              </a:rPr>
              <a:t> </a:t>
            </a:r>
            <a:r>
              <a:rPr sz="1400" dirty="0">
                <a:solidFill>
                  <a:srgbClr val="595959"/>
                </a:solidFill>
                <a:latin typeface="CTJNHW+ArialMT"/>
                <a:cs typeface="CTJNHW+ArialMT"/>
              </a:rPr>
              <a:t>also</a:t>
            </a:r>
            <a:r>
              <a:rPr sz="1400" spc="37" dirty="0">
                <a:solidFill>
                  <a:srgbClr val="595959"/>
                </a:solidFill>
                <a:latin typeface="Times New Roman"/>
                <a:cs typeface="Times New Roman"/>
              </a:rPr>
              <a:t> </a:t>
            </a:r>
            <a:r>
              <a:rPr sz="1400" dirty="0">
                <a:solidFill>
                  <a:srgbClr val="595959"/>
                </a:solidFill>
                <a:latin typeface="CTJNHW+ArialMT"/>
                <a:cs typeface="CTJNHW+ArialMT"/>
              </a:rPr>
              <a:t>actively</a:t>
            </a:r>
            <a:r>
              <a:rPr sz="1400" spc="37" dirty="0">
                <a:solidFill>
                  <a:srgbClr val="595959"/>
                </a:solidFill>
                <a:latin typeface="Times New Roman"/>
                <a:cs typeface="Times New Roman"/>
              </a:rPr>
              <a:t> </a:t>
            </a:r>
            <a:r>
              <a:rPr sz="1400" dirty="0">
                <a:solidFill>
                  <a:srgbClr val="595959"/>
                </a:solidFill>
                <a:latin typeface="CTJNHW+ArialMT"/>
                <a:cs typeface="CTJNHW+ArialMT"/>
              </a:rPr>
              <a:t>being</a:t>
            </a:r>
            <a:r>
              <a:rPr sz="1400" spc="37" dirty="0">
                <a:solidFill>
                  <a:srgbClr val="595959"/>
                </a:solidFill>
                <a:latin typeface="Times New Roman"/>
                <a:cs typeface="Times New Roman"/>
              </a:rPr>
              <a:t> </a:t>
            </a:r>
            <a:r>
              <a:rPr sz="1400" dirty="0">
                <a:solidFill>
                  <a:srgbClr val="595959"/>
                </a:solidFill>
                <a:latin typeface="CTJNHW+ArialMT"/>
                <a:cs typeface="CTJNHW+ArialMT"/>
              </a:rPr>
              <a:t>developed</a:t>
            </a:r>
          </a:p>
        </p:txBody>
      </p:sp>
      <p:sp>
        <p:nvSpPr>
          <p:cNvPr id="7" name="object 7"/>
          <p:cNvSpPr txBox="1"/>
          <p:nvPr/>
        </p:nvSpPr>
        <p:spPr>
          <a:xfrm>
            <a:off x="8454905" y="4825974"/>
            <a:ext cx="384125" cy="253863"/>
          </a:xfrm>
          <a:prstGeom prst="rect">
            <a:avLst/>
          </a:prstGeom>
        </p:spPr>
        <p:txBody>
          <a:bodyPr vert="horz" wrap="square" lIns="0" tIns="0" rIns="0" bIns="0" rtlCol="0">
            <a:spAutoFit/>
          </a:bodyPr>
          <a:lstStyle/>
          <a:p>
            <a:pPr marL="0" marR="0">
              <a:lnSpc>
                <a:spcPts val="1698"/>
              </a:lnSpc>
              <a:spcBef>
                <a:spcPts val="0"/>
              </a:spcBef>
              <a:spcAft>
                <a:spcPts val="0"/>
              </a:spcAft>
            </a:pPr>
            <a:r>
              <a:rPr sz="1800" dirty="0">
                <a:solidFill>
                  <a:srgbClr val="888888"/>
                </a:solidFill>
                <a:latin typeface="Calibri"/>
                <a:cs typeface="Calibri"/>
              </a:rPr>
              <a:t>12</a:t>
            </a:r>
          </a:p>
        </p:txBody>
      </p:sp>
    </p:spTree>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1"/>
          <p:cNvSpPr/>
          <p:nvPr/>
        </p:nvSpPr>
        <p:spPr>
          <a:xfrm>
            <a:off x="0" y="0"/>
            <a:ext cx="9144000" cy="5143500"/>
          </a:xfrm>
          <a:prstGeom prst="rect">
            <a:avLst/>
          </a:prstGeom>
          <a:blipFill>
            <a:blip r:embed="rId2" cstate="print"/>
            <a:stretch>
              <a:fillRect/>
            </a:stretch>
          </a:blipFill>
        </p:spPr>
        <p:txBody>
          <a:bodyPr wrap="square" lIns="0" tIns="0" rIns="0" bIns="0" rtlCol="0">
            <a:spAutoFit/>
          </a:bodyPr>
          <a:lstStyle/>
          <a:p>
            <a:endParaRPr/>
          </a:p>
        </p:txBody>
      </p:sp>
      <p:sp>
        <p:nvSpPr>
          <p:cNvPr id="3" name="object 3"/>
          <p:cNvSpPr txBox="1"/>
          <p:nvPr/>
        </p:nvSpPr>
        <p:spPr>
          <a:xfrm>
            <a:off x="624078" y="289184"/>
            <a:ext cx="1194271" cy="293489"/>
          </a:xfrm>
          <a:prstGeom prst="rect">
            <a:avLst/>
          </a:prstGeom>
        </p:spPr>
        <p:txBody>
          <a:bodyPr vert="horz" wrap="square" lIns="0" tIns="0" rIns="0" bIns="0" rtlCol="0">
            <a:spAutoFit/>
          </a:bodyPr>
          <a:lstStyle/>
          <a:p>
            <a:pPr marL="0" marR="0">
              <a:lnSpc>
                <a:spcPts val="2010"/>
              </a:lnSpc>
              <a:spcBef>
                <a:spcPts val="0"/>
              </a:spcBef>
              <a:spcAft>
                <a:spcPts val="0"/>
              </a:spcAft>
            </a:pPr>
            <a:r>
              <a:rPr sz="1800" dirty="0">
                <a:solidFill>
                  <a:srgbClr val="000000"/>
                </a:solidFill>
                <a:latin typeface="JMIVUR+Arial-ItalicMT"/>
                <a:cs typeface="JMIVUR+Arial-ItalicMT"/>
              </a:rPr>
              <a:t>matplotlib:</a:t>
            </a:r>
          </a:p>
        </p:txBody>
      </p:sp>
      <p:sp>
        <p:nvSpPr>
          <p:cNvPr id="4" name="object 4"/>
          <p:cNvSpPr txBox="1"/>
          <p:nvPr/>
        </p:nvSpPr>
        <p:spPr>
          <a:xfrm>
            <a:off x="1309878" y="560095"/>
            <a:ext cx="6781056" cy="236735"/>
          </a:xfrm>
          <a:prstGeom prst="rect">
            <a:avLst/>
          </a:prstGeom>
        </p:spPr>
        <p:txBody>
          <a:bodyPr vert="horz" wrap="square" lIns="0" tIns="0" rIns="0" bIns="0" rtlCol="0">
            <a:spAutoFit/>
          </a:bodyPr>
          <a:lstStyle/>
          <a:p>
            <a:pPr marL="0" marR="0">
              <a:lnSpc>
                <a:spcPts val="1564"/>
              </a:lnSpc>
              <a:spcBef>
                <a:spcPts val="0"/>
              </a:spcBef>
              <a:spcAft>
                <a:spcPts val="0"/>
              </a:spcAft>
            </a:pPr>
            <a:r>
              <a:rPr sz="1400" dirty="0">
                <a:solidFill>
                  <a:srgbClr val="595959"/>
                </a:solidFill>
                <a:latin typeface="ITQKWN+Wingdings-Regular"/>
                <a:cs typeface="ITQKWN+Wingdings-Regular"/>
              </a:rPr>
              <a:t>§</a:t>
            </a:r>
            <a:r>
              <a:rPr sz="1400" spc="809" dirty="0">
                <a:solidFill>
                  <a:srgbClr val="595959"/>
                </a:solidFill>
                <a:latin typeface="Times New Roman"/>
                <a:cs typeface="Times New Roman"/>
              </a:rPr>
              <a:t> </a:t>
            </a:r>
            <a:r>
              <a:rPr sz="1400" dirty="0">
                <a:solidFill>
                  <a:srgbClr val="595959"/>
                </a:solidFill>
                <a:latin typeface="CTJNHW+ArialMT"/>
                <a:cs typeface="CTJNHW+ArialMT"/>
              </a:rPr>
              <a:t>python</a:t>
            </a:r>
            <a:r>
              <a:rPr sz="1400" spc="37" dirty="0">
                <a:solidFill>
                  <a:srgbClr val="595959"/>
                </a:solidFill>
                <a:latin typeface="Times New Roman"/>
                <a:cs typeface="Times New Roman"/>
              </a:rPr>
              <a:t> </a:t>
            </a:r>
            <a:r>
              <a:rPr sz="1400" dirty="0">
                <a:solidFill>
                  <a:srgbClr val="595959"/>
                </a:solidFill>
                <a:latin typeface="CTJNHW+ArialMT"/>
                <a:cs typeface="CTJNHW+ArialMT"/>
              </a:rPr>
              <a:t>2D</a:t>
            </a:r>
            <a:r>
              <a:rPr sz="1400" spc="37" dirty="0">
                <a:solidFill>
                  <a:srgbClr val="595959"/>
                </a:solidFill>
                <a:latin typeface="Times New Roman"/>
                <a:cs typeface="Times New Roman"/>
              </a:rPr>
              <a:t> </a:t>
            </a:r>
            <a:r>
              <a:rPr sz="1400" dirty="0">
                <a:solidFill>
                  <a:srgbClr val="595959"/>
                </a:solidFill>
                <a:latin typeface="CTJNHW+ArialMT"/>
                <a:cs typeface="CTJNHW+ArialMT"/>
              </a:rPr>
              <a:t>plotting</a:t>
            </a:r>
            <a:r>
              <a:rPr sz="1400" spc="37" dirty="0">
                <a:solidFill>
                  <a:srgbClr val="595959"/>
                </a:solidFill>
                <a:latin typeface="Times New Roman"/>
                <a:cs typeface="Times New Roman"/>
              </a:rPr>
              <a:t> </a:t>
            </a:r>
            <a:r>
              <a:rPr sz="1400" dirty="0">
                <a:solidFill>
                  <a:srgbClr val="595959"/>
                </a:solidFill>
                <a:latin typeface="CTJNHW+ArialMT"/>
                <a:cs typeface="CTJNHW+ArialMT"/>
              </a:rPr>
              <a:t>library</a:t>
            </a:r>
            <a:r>
              <a:rPr sz="1400" spc="37" dirty="0">
                <a:solidFill>
                  <a:srgbClr val="595959"/>
                </a:solidFill>
                <a:latin typeface="Times New Roman"/>
                <a:cs typeface="Times New Roman"/>
              </a:rPr>
              <a:t> </a:t>
            </a:r>
            <a:r>
              <a:rPr sz="1400" dirty="0">
                <a:solidFill>
                  <a:srgbClr val="595959"/>
                </a:solidFill>
                <a:latin typeface="CTJNHW+ArialMT"/>
                <a:cs typeface="CTJNHW+ArialMT"/>
              </a:rPr>
              <a:t>which</a:t>
            </a:r>
            <a:r>
              <a:rPr sz="1400" spc="37" dirty="0">
                <a:solidFill>
                  <a:srgbClr val="595959"/>
                </a:solidFill>
                <a:latin typeface="Times New Roman"/>
                <a:cs typeface="Times New Roman"/>
              </a:rPr>
              <a:t> </a:t>
            </a:r>
            <a:r>
              <a:rPr sz="1400" dirty="0">
                <a:solidFill>
                  <a:srgbClr val="595959"/>
                </a:solidFill>
                <a:latin typeface="CTJNHW+ArialMT"/>
                <a:cs typeface="CTJNHW+ArialMT"/>
              </a:rPr>
              <a:t>produces</a:t>
            </a:r>
            <a:r>
              <a:rPr sz="1400" spc="37" dirty="0">
                <a:solidFill>
                  <a:srgbClr val="595959"/>
                </a:solidFill>
                <a:latin typeface="Times New Roman"/>
                <a:cs typeface="Times New Roman"/>
              </a:rPr>
              <a:t> </a:t>
            </a:r>
            <a:r>
              <a:rPr sz="1400" dirty="0">
                <a:solidFill>
                  <a:srgbClr val="595959"/>
                </a:solidFill>
                <a:latin typeface="CTJNHW+ArialMT"/>
                <a:cs typeface="CTJNHW+ArialMT"/>
              </a:rPr>
              <a:t>publication</a:t>
            </a:r>
            <a:r>
              <a:rPr sz="1400" spc="37" dirty="0">
                <a:solidFill>
                  <a:srgbClr val="595959"/>
                </a:solidFill>
                <a:latin typeface="Times New Roman"/>
                <a:cs typeface="Times New Roman"/>
              </a:rPr>
              <a:t> </a:t>
            </a:r>
            <a:r>
              <a:rPr sz="1400" dirty="0">
                <a:solidFill>
                  <a:srgbClr val="595959"/>
                </a:solidFill>
                <a:latin typeface="CTJNHW+ArialMT"/>
                <a:cs typeface="CTJNHW+ArialMT"/>
              </a:rPr>
              <a:t>quality</a:t>
            </a:r>
            <a:r>
              <a:rPr sz="1400" spc="37" dirty="0">
                <a:solidFill>
                  <a:srgbClr val="595959"/>
                </a:solidFill>
                <a:latin typeface="Times New Roman"/>
                <a:cs typeface="Times New Roman"/>
              </a:rPr>
              <a:t> </a:t>
            </a:r>
            <a:r>
              <a:rPr sz="1400" dirty="0">
                <a:solidFill>
                  <a:srgbClr val="595959"/>
                </a:solidFill>
                <a:latin typeface="CTJNHW+ArialMT"/>
                <a:cs typeface="CTJNHW+ArialMT"/>
              </a:rPr>
              <a:t>figures</a:t>
            </a:r>
            <a:r>
              <a:rPr sz="1400" spc="37" dirty="0">
                <a:solidFill>
                  <a:srgbClr val="595959"/>
                </a:solidFill>
                <a:latin typeface="Times New Roman"/>
                <a:cs typeface="Times New Roman"/>
              </a:rPr>
              <a:t> </a:t>
            </a:r>
            <a:r>
              <a:rPr sz="1400" dirty="0">
                <a:solidFill>
                  <a:srgbClr val="595959"/>
                </a:solidFill>
                <a:latin typeface="CTJNHW+ArialMT"/>
                <a:cs typeface="CTJNHW+ArialMT"/>
              </a:rPr>
              <a:t>in</a:t>
            </a:r>
            <a:r>
              <a:rPr sz="1400" spc="37" dirty="0">
                <a:solidFill>
                  <a:srgbClr val="595959"/>
                </a:solidFill>
                <a:latin typeface="Times New Roman"/>
                <a:cs typeface="Times New Roman"/>
              </a:rPr>
              <a:t> </a:t>
            </a:r>
            <a:r>
              <a:rPr sz="1400" dirty="0">
                <a:solidFill>
                  <a:srgbClr val="595959"/>
                </a:solidFill>
                <a:latin typeface="CTJNHW+ArialMT"/>
                <a:cs typeface="CTJNHW+ArialMT"/>
              </a:rPr>
              <a:t>a</a:t>
            </a:r>
            <a:r>
              <a:rPr sz="1400" spc="37" dirty="0">
                <a:solidFill>
                  <a:srgbClr val="595959"/>
                </a:solidFill>
                <a:latin typeface="Times New Roman"/>
                <a:cs typeface="Times New Roman"/>
              </a:rPr>
              <a:t> </a:t>
            </a:r>
            <a:r>
              <a:rPr sz="1400" dirty="0">
                <a:solidFill>
                  <a:srgbClr val="595959"/>
                </a:solidFill>
                <a:latin typeface="CTJNHW+ArialMT"/>
                <a:cs typeface="CTJNHW+ArialMT"/>
              </a:rPr>
              <a:t>variety</a:t>
            </a:r>
            <a:r>
              <a:rPr sz="1400" spc="37" dirty="0">
                <a:solidFill>
                  <a:srgbClr val="595959"/>
                </a:solidFill>
                <a:latin typeface="Times New Roman"/>
                <a:cs typeface="Times New Roman"/>
              </a:rPr>
              <a:t> </a:t>
            </a:r>
            <a:r>
              <a:rPr sz="1400" dirty="0">
                <a:solidFill>
                  <a:srgbClr val="595959"/>
                </a:solidFill>
                <a:latin typeface="CTJNHW+ArialMT"/>
                <a:cs typeface="CTJNHW+ArialMT"/>
              </a:rPr>
              <a:t>of</a:t>
            </a:r>
          </a:p>
        </p:txBody>
      </p:sp>
      <p:sp>
        <p:nvSpPr>
          <p:cNvPr id="5" name="object 5"/>
          <p:cNvSpPr txBox="1"/>
          <p:nvPr/>
        </p:nvSpPr>
        <p:spPr>
          <a:xfrm>
            <a:off x="1538478" y="773455"/>
            <a:ext cx="1525371" cy="236735"/>
          </a:xfrm>
          <a:prstGeom prst="rect">
            <a:avLst/>
          </a:prstGeom>
        </p:spPr>
        <p:txBody>
          <a:bodyPr vert="horz" wrap="square" lIns="0" tIns="0" rIns="0" bIns="0" rtlCol="0">
            <a:spAutoFit/>
          </a:bodyPr>
          <a:lstStyle/>
          <a:p>
            <a:pPr marL="0" marR="0">
              <a:lnSpc>
                <a:spcPts val="1564"/>
              </a:lnSpc>
              <a:spcBef>
                <a:spcPts val="0"/>
              </a:spcBef>
              <a:spcAft>
                <a:spcPts val="0"/>
              </a:spcAft>
            </a:pPr>
            <a:r>
              <a:rPr sz="1400" dirty="0">
                <a:solidFill>
                  <a:srgbClr val="595959"/>
                </a:solidFill>
                <a:latin typeface="CTJNHW+ArialMT"/>
                <a:cs typeface="CTJNHW+ArialMT"/>
              </a:rPr>
              <a:t>hardcopy</a:t>
            </a:r>
            <a:r>
              <a:rPr sz="1400" spc="37" dirty="0">
                <a:solidFill>
                  <a:srgbClr val="595959"/>
                </a:solidFill>
                <a:latin typeface="Times New Roman"/>
                <a:cs typeface="Times New Roman"/>
              </a:rPr>
              <a:t> </a:t>
            </a:r>
            <a:r>
              <a:rPr sz="1400" dirty="0">
                <a:solidFill>
                  <a:srgbClr val="595959"/>
                </a:solidFill>
                <a:latin typeface="CTJNHW+ArialMT"/>
                <a:cs typeface="CTJNHW+ArialMT"/>
              </a:rPr>
              <a:t>formats</a:t>
            </a:r>
          </a:p>
        </p:txBody>
      </p:sp>
      <p:sp>
        <p:nvSpPr>
          <p:cNvPr id="6" name="object 6"/>
          <p:cNvSpPr txBox="1"/>
          <p:nvPr/>
        </p:nvSpPr>
        <p:spPr>
          <a:xfrm>
            <a:off x="1309878" y="1200175"/>
            <a:ext cx="6030621" cy="1090175"/>
          </a:xfrm>
          <a:prstGeom prst="rect">
            <a:avLst/>
          </a:prstGeom>
        </p:spPr>
        <p:txBody>
          <a:bodyPr vert="horz" wrap="square" lIns="0" tIns="0" rIns="0" bIns="0" rtlCol="0">
            <a:spAutoFit/>
          </a:bodyPr>
          <a:lstStyle/>
          <a:p>
            <a:pPr marL="0" marR="0">
              <a:lnSpc>
                <a:spcPts val="1564"/>
              </a:lnSpc>
              <a:spcBef>
                <a:spcPts val="0"/>
              </a:spcBef>
              <a:spcAft>
                <a:spcPts val="0"/>
              </a:spcAft>
            </a:pPr>
            <a:r>
              <a:rPr sz="1400" dirty="0">
                <a:solidFill>
                  <a:srgbClr val="595959"/>
                </a:solidFill>
                <a:latin typeface="ITQKWN+Wingdings-Regular"/>
                <a:cs typeface="ITQKWN+Wingdings-Regular"/>
              </a:rPr>
              <a:t>§</a:t>
            </a:r>
            <a:r>
              <a:rPr sz="1400" spc="809" dirty="0">
                <a:solidFill>
                  <a:srgbClr val="595959"/>
                </a:solidFill>
                <a:latin typeface="Times New Roman"/>
                <a:cs typeface="Times New Roman"/>
              </a:rPr>
              <a:t> </a:t>
            </a:r>
            <a:r>
              <a:rPr sz="1400" dirty="0">
                <a:solidFill>
                  <a:srgbClr val="595959"/>
                </a:solidFill>
                <a:latin typeface="CTJNHW+ArialMT"/>
                <a:cs typeface="CTJNHW+ArialMT"/>
              </a:rPr>
              <a:t>a</a:t>
            </a:r>
            <a:r>
              <a:rPr sz="1400" spc="37" dirty="0">
                <a:solidFill>
                  <a:srgbClr val="595959"/>
                </a:solidFill>
                <a:latin typeface="Times New Roman"/>
                <a:cs typeface="Times New Roman"/>
              </a:rPr>
              <a:t> </a:t>
            </a:r>
            <a:r>
              <a:rPr sz="1400" dirty="0">
                <a:solidFill>
                  <a:srgbClr val="595959"/>
                </a:solidFill>
                <a:latin typeface="CTJNHW+ArialMT"/>
                <a:cs typeface="CTJNHW+ArialMT"/>
              </a:rPr>
              <a:t>set</a:t>
            </a:r>
            <a:r>
              <a:rPr sz="1400" spc="37" dirty="0">
                <a:solidFill>
                  <a:srgbClr val="595959"/>
                </a:solidFill>
                <a:latin typeface="Times New Roman"/>
                <a:cs typeface="Times New Roman"/>
              </a:rPr>
              <a:t> </a:t>
            </a:r>
            <a:r>
              <a:rPr sz="1400" dirty="0">
                <a:solidFill>
                  <a:srgbClr val="595959"/>
                </a:solidFill>
                <a:latin typeface="CTJNHW+ArialMT"/>
                <a:cs typeface="CTJNHW+ArialMT"/>
              </a:rPr>
              <a:t>of</a:t>
            </a:r>
            <a:r>
              <a:rPr sz="1400" spc="37" dirty="0">
                <a:solidFill>
                  <a:srgbClr val="595959"/>
                </a:solidFill>
                <a:latin typeface="Times New Roman"/>
                <a:cs typeface="Times New Roman"/>
              </a:rPr>
              <a:t> </a:t>
            </a:r>
            <a:r>
              <a:rPr sz="1400" dirty="0">
                <a:solidFill>
                  <a:srgbClr val="595959"/>
                </a:solidFill>
                <a:latin typeface="CTJNHW+ArialMT"/>
                <a:cs typeface="CTJNHW+ArialMT"/>
              </a:rPr>
              <a:t>functionalities</a:t>
            </a:r>
            <a:r>
              <a:rPr sz="1400" spc="37" dirty="0">
                <a:solidFill>
                  <a:srgbClr val="595959"/>
                </a:solidFill>
                <a:latin typeface="Times New Roman"/>
                <a:cs typeface="Times New Roman"/>
              </a:rPr>
              <a:t> </a:t>
            </a:r>
            <a:r>
              <a:rPr sz="1400" dirty="0">
                <a:solidFill>
                  <a:srgbClr val="595959"/>
                </a:solidFill>
                <a:latin typeface="CTJNHW+ArialMT"/>
                <a:cs typeface="CTJNHW+ArialMT"/>
              </a:rPr>
              <a:t>similar</a:t>
            </a:r>
            <a:r>
              <a:rPr sz="1400" spc="37" dirty="0">
                <a:solidFill>
                  <a:srgbClr val="595959"/>
                </a:solidFill>
                <a:latin typeface="Times New Roman"/>
                <a:cs typeface="Times New Roman"/>
              </a:rPr>
              <a:t> </a:t>
            </a:r>
            <a:r>
              <a:rPr sz="1400" dirty="0">
                <a:solidFill>
                  <a:srgbClr val="595959"/>
                </a:solidFill>
                <a:latin typeface="CTJNHW+ArialMT"/>
                <a:cs typeface="CTJNHW+ArialMT"/>
              </a:rPr>
              <a:t>to</a:t>
            </a:r>
            <a:r>
              <a:rPr sz="1400" spc="38" dirty="0">
                <a:solidFill>
                  <a:srgbClr val="595959"/>
                </a:solidFill>
                <a:latin typeface="Times New Roman"/>
                <a:cs typeface="Times New Roman"/>
              </a:rPr>
              <a:t> </a:t>
            </a:r>
            <a:r>
              <a:rPr sz="1400" dirty="0">
                <a:solidFill>
                  <a:srgbClr val="595959"/>
                </a:solidFill>
                <a:latin typeface="CTJNHW+ArialMT"/>
                <a:cs typeface="CTJNHW+ArialMT"/>
              </a:rPr>
              <a:t>those</a:t>
            </a:r>
            <a:r>
              <a:rPr sz="1400" spc="37" dirty="0">
                <a:solidFill>
                  <a:srgbClr val="595959"/>
                </a:solidFill>
                <a:latin typeface="Times New Roman"/>
                <a:cs typeface="Times New Roman"/>
              </a:rPr>
              <a:t> </a:t>
            </a:r>
            <a:r>
              <a:rPr sz="1400" dirty="0">
                <a:solidFill>
                  <a:srgbClr val="595959"/>
                </a:solidFill>
                <a:latin typeface="CTJNHW+ArialMT"/>
                <a:cs typeface="CTJNHW+ArialMT"/>
              </a:rPr>
              <a:t>of</a:t>
            </a:r>
            <a:r>
              <a:rPr sz="1400" spc="37" dirty="0">
                <a:solidFill>
                  <a:srgbClr val="595959"/>
                </a:solidFill>
                <a:latin typeface="Times New Roman"/>
                <a:cs typeface="Times New Roman"/>
              </a:rPr>
              <a:t> </a:t>
            </a:r>
            <a:r>
              <a:rPr sz="1400" dirty="0">
                <a:solidFill>
                  <a:srgbClr val="595959"/>
                </a:solidFill>
                <a:latin typeface="CTJNHW+ArialMT"/>
                <a:cs typeface="CTJNHW+ArialMT"/>
              </a:rPr>
              <a:t>MATLAB</a:t>
            </a:r>
          </a:p>
          <a:p>
            <a:pPr marL="0" marR="0">
              <a:lnSpc>
                <a:spcPts val="1564"/>
              </a:lnSpc>
              <a:spcBef>
                <a:spcPts val="1745"/>
              </a:spcBef>
              <a:spcAft>
                <a:spcPts val="0"/>
              </a:spcAft>
            </a:pPr>
            <a:r>
              <a:rPr sz="1400" dirty="0">
                <a:solidFill>
                  <a:srgbClr val="595959"/>
                </a:solidFill>
                <a:latin typeface="ITQKWN+Wingdings-Regular"/>
                <a:cs typeface="ITQKWN+Wingdings-Regular"/>
              </a:rPr>
              <a:t>§</a:t>
            </a:r>
            <a:r>
              <a:rPr sz="1400" spc="809" dirty="0">
                <a:solidFill>
                  <a:srgbClr val="595959"/>
                </a:solidFill>
                <a:latin typeface="Times New Roman"/>
                <a:cs typeface="Times New Roman"/>
              </a:rPr>
              <a:t> </a:t>
            </a:r>
            <a:r>
              <a:rPr sz="1400" dirty="0">
                <a:solidFill>
                  <a:srgbClr val="595959"/>
                </a:solidFill>
                <a:latin typeface="CTJNHW+ArialMT"/>
                <a:cs typeface="CTJNHW+ArialMT"/>
              </a:rPr>
              <a:t>line</a:t>
            </a:r>
            <a:r>
              <a:rPr sz="1400" spc="37" dirty="0">
                <a:solidFill>
                  <a:srgbClr val="595959"/>
                </a:solidFill>
                <a:latin typeface="Times New Roman"/>
                <a:cs typeface="Times New Roman"/>
              </a:rPr>
              <a:t> </a:t>
            </a:r>
            <a:r>
              <a:rPr sz="1400" dirty="0">
                <a:solidFill>
                  <a:srgbClr val="595959"/>
                </a:solidFill>
                <a:latin typeface="CTJNHW+ArialMT"/>
                <a:cs typeface="CTJNHW+ArialMT"/>
              </a:rPr>
              <a:t>plots,</a:t>
            </a:r>
            <a:r>
              <a:rPr sz="1400" spc="37" dirty="0">
                <a:solidFill>
                  <a:srgbClr val="595959"/>
                </a:solidFill>
                <a:latin typeface="Times New Roman"/>
                <a:cs typeface="Times New Roman"/>
              </a:rPr>
              <a:t> </a:t>
            </a:r>
            <a:r>
              <a:rPr sz="1400" dirty="0">
                <a:solidFill>
                  <a:srgbClr val="595959"/>
                </a:solidFill>
                <a:latin typeface="CTJNHW+ArialMT"/>
                <a:cs typeface="CTJNHW+ArialMT"/>
              </a:rPr>
              <a:t>scatter</a:t>
            </a:r>
            <a:r>
              <a:rPr sz="1400" spc="37" dirty="0">
                <a:solidFill>
                  <a:srgbClr val="595959"/>
                </a:solidFill>
                <a:latin typeface="Times New Roman"/>
                <a:cs typeface="Times New Roman"/>
              </a:rPr>
              <a:t> </a:t>
            </a:r>
            <a:r>
              <a:rPr sz="1400" dirty="0">
                <a:solidFill>
                  <a:srgbClr val="595959"/>
                </a:solidFill>
                <a:latin typeface="CTJNHW+ArialMT"/>
                <a:cs typeface="CTJNHW+ArialMT"/>
              </a:rPr>
              <a:t>plots,</a:t>
            </a:r>
            <a:r>
              <a:rPr sz="1400" spc="37" dirty="0">
                <a:solidFill>
                  <a:srgbClr val="595959"/>
                </a:solidFill>
                <a:latin typeface="Times New Roman"/>
                <a:cs typeface="Times New Roman"/>
              </a:rPr>
              <a:t> </a:t>
            </a:r>
            <a:r>
              <a:rPr sz="1400" dirty="0">
                <a:solidFill>
                  <a:srgbClr val="595959"/>
                </a:solidFill>
                <a:latin typeface="CTJNHW+ArialMT"/>
                <a:cs typeface="CTJNHW+ArialMT"/>
              </a:rPr>
              <a:t>barcharts,</a:t>
            </a:r>
            <a:r>
              <a:rPr sz="1400" spc="37" dirty="0">
                <a:solidFill>
                  <a:srgbClr val="595959"/>
                </a:solidFill>
                <a:latin typeface="Times New Roman"/>
                <a:cs typeface="Times New Roman"/>
              </a:rPr>
              <a:t> </a:t>
            </a:r>
            <a:r>
              <a:rPr sz="1400" dirty="0">
                <a:solidFill>
                  <a:srgbClr val="595959"/>
                </a:solidFill>
                <a:latin typeface="CTJNHW+ArialMT"/>
                <a:cs typeface="CTJNHW+ArialMT"/>
              </a:rPr>
              <a:t>histograms,</a:t>
            </a:r>
            <a:r>
              <a:rPr sz="1400" spc="37" dirty="0">
                <a:solidFill>
                  <a:srgbClr val="595959"/>
                </a:solidFill>
                <a:latin typeface="Times New Roman"/>
                <a:cs typeface="Times New Roman"/>
              </a:rPr>
              <a:t> </a:t>
            </a:r>
            <a:r>
              <a:rPr sz="1400" dirty="0">
                <a:solidFill>
                  <a:srgbClr val="595959"/>
                </a:solidFill>
                <a:latin typeface="CTJNHW+ArialMT"/>
                <a:cs typeface="CTJNHW+ArialMT"/>
              </a:rPr>
              <a:t>pie</a:t>
            </a:r>
            <a:r>
              <a:rPr sz="1400" spc="37" dirty="0">
                <a:solidFill>
                  <a:srgbClr val="595959"/>
                </a:solidFill>
                <a:latin typeface="Times New Roman"/>
                <a:cs typeface="Times New Roman"/>
              </a:rPr>
              <a:t> </a:t>
            </a:r>
            <a:r>
              <a:rPr sz="1400" dirty="0">
                <a:solidFill>
                  <a:srgbClr val="595959"/>
                </a:solidFill>
                <a:latin typeface="CTJNHW+ArialMT"/>
                <a:cs typeface="CTJNHW+ArialMT"/>
              </a:rPr>
              <a:t>charts</a:t>
            </a:r>
            <a:r>
              <a:rPr sz="1400" spc="37" dirty="0">
                <a:solidFill>
                  <a:srgbClr val="595959"/>
                </a:solidFill>
                <a:latin typeface="Times New Roman"/>
                <a:cs typeface="Times New Roman"/>
              </a:rPr>
              <a:t> </a:t>
            </a:r>
            <a:r>
              <a:rPr sz="1400" dirty="0">
                <a:solidFill>
                  <a:srgbClr val="595959"/>
                </a:solidFill>
                <a:latin typeface="CTJNHW+ArialMT"/>
                <a:cs typeface="CTJNHW+ArialMT"/>
              </a:rPr>
              <a:t>etc.</a:t>
            </a:r>
          </a:p>
          <a:p>
            <a:pPr marL="0" marR="0">
              <a:lnSpc>
                <a:spcPts val="1564"/>
              </a:lnSpc>
              <a:spcBef>
                <a:spcPts val="1795"/>
              </a:spcBef>
              <a:spcAft>
                <a:spcPts val="0"/>
              </a:spcAft>
            </a:pPr>
            <a:r>
              <a:rPr sz="1400" dirty="0">
                <a:solidFill>
                  <a:srgbClr val="595959"/>
                </a:solidFill>
                <a:latin typeface="ITQKWN+Wingdings-Regular"/>
                <a:cs typeface="ITQKWN+Wingdings-Regular"/>
              </a:rPr>
              <a:t>§</a:t>
            </a:r>
            <a:r>
              <a:rPr sz="1400" spc="809" dirty="0">
                <a:solidFill>
                  <a:srgbClr val="595959"/>
                </a:solidFill>
                <a:latin typeface="Times New Roman"/>
                <a:cs typeface="Times New Roman"/>
              </a:rPr>
              <a:t> </a:t>
            </a:r>
            <a:r>
              <a:rPr sz="1400" dirty="0">
                <a:solidFill>
                  <a:srgbClr val="595959"/>
                </a:solidFill>
                <a:latin typeface="CTJNHW+ArialMT"/>
                <a:cs typeface="CTJNHW+ArialMT"/>
              </a:rPr>
              <a:t>relatively</a:t>
            </a:r>
            <a:r>
              <a:rPr sz="1400" spc="37" dirty="0">
                <a:solidFill>
                  <a:srgbClr val="595959"/>
                </a:solidFill>
                <a:latin typeface="Times New Roman"/>
                <a:cs typeface="Times New Roman"/>
              </a:rPr>
              <a:t> </a:t>
            </a:r>
            <a:r>
              <a:rPr sz="1400" dirty="0">
                <a:solidFill>
                  <a:srgbClr val="595959"/>
                </a:solidFill>
                <a:latin typeface="CTJNHW+ArialMT"/>
                <a:cs typeface="CTJNHW+ArialMT"/>
              </a:rPr>
              <a:t>low-level;</a:t>
            </a:r>
            <a:r>
              <a:rPr sz="1400" spc="37" dirty="0">
                <a:solidFill>
                  <a:srgbClr val="595959"/>
                </a:solidFill>
                <a:latin typeface="Times New Roman"/>
                <a:cs typeface="Times New Roman"/>
              </a:rPr>
              <a:t> </a:t>
            </a:r>
            <a:r>
              <a:rPr sz="1400" dirty="0">
                <a:solidFill>
                  <a:srgbClr val="595959"/>
                </a:solidFill>
                <a:latin typeface="CTJNHW+ArialMT"/>
                <a:cs typeface="CTJNHW+ArialMT"/>
              </a:rPr>
              <a:t>some</a:t>
            </a:r>
            <a:r>
              <a:rPr sz="1400" spc="37" dirty="0">
                <a:solidFill>
                  <a:srgbClr val="595959"/>
                </a:solidFill>
                <a:latin typeface="Times New Roman"/>
                <a:cs typeface="Times New Roman"/>
              </a:rPr>
              <a:t> </a:t>
            </a:r>
            <a:r>
              <a:rPr sz="1400" dirty="0">
                <a:solidFill>
                  <a:srgbClr val="595959"/>
                </a:solidFill>
                <a:latin typeface="CTJNHW+ArialMT"/>
                <a:cs typeface="CTJNHW+ArialMT"/>
              </a:rPr>
              <a:t>effort</a:t>
            </a:r>
            <a:r>
              <a:rPr sz="1400" spc="37" dirty="0">
                <a:solidFill>
                  <a:srgbClr val="595959"/>
                </a:solidFill>
                <a:latin typeface="Times New Roman"/>
                <a:cs typeface="Times New Roman"/>
              </a:rPr>
              <a:t> </a:t>
            </a:r>
            <a:r>
              <a:rPr sz="1400" dirty="0">
                <a:solidFill>
                  <a:srgbClr val="595959"/>
                </a:solidFill>
                <a:latin typeface="CTJNHW+ArialMT"/>
                <a:cs typeface="CTJNHW+ArialMT"/>
              </a:rPr>
              <a:t>needed</a:t>
            </a:r>
            <a:r>
              <a:rPr sz="1400" spc="37" dirty="0">
                <a:solidFill>
                  <a:srgbClr val="595959"/>
                </a:solidFill>
                <a:latin typeface="Times New Roman"/>
                <a:cs typeface="Times New Roman"/>
              </a:rPr>
              <a:t> </a:t>
            </a:r>
            <a:r>
              <a:rPr sz="1400" dirty="0">
                <a:solidFill>
                  <a:srgbClr val="595959"/>
                </a:solidFill>
                <a:latin typeface="CTJNHW+ArialMT"/>
                <a:cs typeface="CTJNHW+ArialMT"/>
              </a:rPr>
              <a:t>to</a:t>
            </a:r>
            <a:r>
              <a:rPr sz="1400" spc="38" dirty="0">
                <a:solidFill>
                  <a:srgbClr val="595959"/>
                </a:solidFill>
                <a:latin typeface="Times New Roman"/>
                <a:cs typeface="Times New Roman"/>
              </a:rPr>
              <a:t> </a:t>
            </a:r>
            <a:r>
              <a:rPr sz="1400" dirty="0">
                <a:solidFill>
                  <a:srgbClr val="595959"/>
                </a:solidFill>
                <a:latin typeface="CTJNHW+ArialMT"/>
                <a:cs typeface="CTJNHW+ArialMT"/>
              </a:rPr>
              <a:t>create</a:t>
            </a:r>
            <a:r>
              <a:rPr sz="1400" spc="37" dirty="0">
                <a:solidFill>
                  <a:srgbClr val="595959"/>
                </a:solidFill>
                <a:latin typeface="Times New Roman"/>
                <a:cs typeface="Times New Roman"/>
              </a:rPr>
              <a:t> </a:t>
            </a:r>
            <a:r>
              <a:rPr sz="1400" dirty="0">
                <a:solidFill>
                  <a:srgbClr val="595959"/>
                </a:solidFill>
                <a:latin typeface="CTJNHW+ArialMT"/>
                <a:cs typeface="CTJNHW+ArialMT"/>
              </a:rPr>
              <a:t>advanced</a:t>
            </a:r>
            <a:r>
              <a:rPr sz="1400" spc="37" dirty="0">
                <a:solidFill>
                  <a:srgbClr val="595959"/>
                </a:solidFill>
                <a:latin typeface="Times New Roman"/>
                <a:cs typeface="Times New Roman"/>
              </a:rPr>
              <a:t> </a:t>
            </a:r>
            <a:r>
              <a:rPr sz="1400" dirty="0">
                <a:solidFill>
                  <a:srgbClr val="595959"/>
                </a:solidFill>
                <a:latin typeface="CTJNHW+ArialMT"/>
                <a:cs typeface="CTJNHW+ArialMT"/>
              </a:rPr>
              <a:t>visualization</a:t>
            </a:r>
          </a:p>
        </p:txBody>
      </p:sp>
      <p:sp>
        <p:nvSpPr>
          <p:cNvPr id="7" name="object 7"/>
          <p:cNvSpPr txBox="1"/>
          <p:nvPr/>
        </p:nvSpPr>
        <p:spPr>
          <a:xfrm>
            <a:off x="692657" y="4401944"/>
            <a:ext cx="2272774" cy="236735"/>
          </a:xfrm>
          <a:prstGeom prst="rect">
            <a:avLst/>
          </a:prstGeom>
        </p:spPr>
        <p:txBody>
          <a:bodyPr vert="horz" wrap="square" lIns="0" tIns="0" rIns="0" bIns="0" rtlCol="0">
            <a:spAutoFit/>
          </a:bodyPr>
          <a:lstStyle/>
          <a:p>
            <a:pPr marL="0" marR="0">
              <a:lnSpc>
                <a:spcPts val="1564"/>
              </a:lnSpc>
              <a:spcBef>
                <a:spcPts val="0"/>
              </a:spcBef>
              <a:spcAft>
                <a:spcPts val="0"/>
              </a:spcAft>
            </a:pPr>
            <a:r>
              <a:rPr sz="1400" b="1" dirty="0">
                <a:solidFill>
                  <a:srgbClr val="000000"/>
                </a:solidFill>
                <a:latin typeface="WRDBSD+Arial-BoldMT"/>
                <a:cs typeface="WRDBSD+Arial-BoldMT"/>
              </a:rPr>
              <a:t>Link:</a:t>
            </a:r>
            <a:r>
              <a:rPr sz="1400" b="1" spc="23" dirty="0">
                <a:solidFill>
                  <a:srgbClr val="000000"/>
                </a:solidFill>
                <a:latin typeface="Times New Roman"/>
                <a:cs typeface="Times New Roman"/>
              </a:rPr>
              <a:t> </a:t>
            </a:r>
            <a:r>
              <a:rPr sz="1400" u="sng" dirty="0">
                <a:solidFill>
                  <a:srgbClr val="0097A7"/>
                </a:solidFill>
                <a:latin typeface="CTJNHW+ArialMT"/>
                <a:cs typeface="CTJNHW+ArialMT"/>
                <a:hlinkClick r:id="rId3">
                  <a:extLst>
                    <a:ext uri="{A12FA001-AC4F-418D-AE19-62706E023703}">
                      <ahyp:hlinkClr xmlns:ahyp="http://schemas.microsoft.com/office/drawing/2018/hyperlinkcolor" xmlns="" val="tx"/>
                    </a:ext>
                  </a:extLst>
                </a:hlinkClick>
              </a:rPr>
              <a:t>https://matplotlib.org/</a:t>
            </a:r>
          </a:p>
        </p:txBody>
      </p:sp>
      <p:sp>
        <p:nvSpPr>
          <p:cNvPr id="8" name="object 8"/>
          <p:cNvSpPr txBox="1"/>
          <p:nvPr/>
        </p:nvSpPr>
        <p:spPr>
          <a:xfrm>
            <a:off x="8454905" y="4825974"/>
            <a:ext cx="384125" cy="253863"/>
          </a:xfrm>
          <a:prstGeom prst="rect">
            <a:avLst/>
          </a:prstGeom>
        </p:spPr>
        <p:txBody>
          <a:bodyPr vert="horz" wrap="square" lIns="0" tIns="0" rIns="0" bIns="0" rtlCol="0">
            <a:spAutoFit/>
          </a:bodyPr>
          <a:lstStyle/>
          <a:p>
            <a:pPr marL="0" marR="0">
              <a:lnSpc>
                <a:spcPts val="1698"/>
              </a:lnSpc>
              <a:spcBef>
                <a:spcPts val="0"/>
              </a:spcBef>
              <a:spcAft>
                <a:spcPts val="0"/>
              </a:spcAft>
            </a:pPr>
            <a:r>
              <a:rPr sz="1800" dirty="0">
                <a:solidFill>
                  <a:srgbClr val="888888"/>
                </a:solidFill>
                <a:latin typeface="Calibri"/>
                <a:cs typeface="Calibri"/>
              </a:rPr>
              <a:t>13</a:t>
            </a:r>
          </a:p>
        </p:txBody>
      </p:sp>
    </p:spTree>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1"/>
          <p:cNvSpPr/>
          <p:nvPr/>
        </p:nvSpPr>
        <p:spPr>
          <a:xfrm>
            <a:off x="0" y="0"/>
            <a:ext cx="9144000" cy="5143500"/>
          </a:xfrm>
          <a:prstGeom prst="rect">
            <a:avLst/>
          </a:prstGeom>
          <a:blipFill>
            <a:blip r:embed="rId2" cstate="print"/>
            <a:stretch>
              <a:fillRect/>
            </a:stretch>
          </a:blipFill>
        </p:spPr>
        <p:txBody>
          <a:bodyPr wrap="square" lIns="0" tIns="0" rIns="0" bIns="0" rtlCol="0">
            <a:spAutoFit/>
          </a:bodyPr>
          <a:lstStyle/>
          <a:p>
            <a:endParaRPr/>
          </a:p>
        </p:txBody>
      </p:sp>
      <p:sp>
        <p:nvSpPr>
          <p:cNvPr id="3" name="object 3"/>
          <p:cNvSpPr txBox="1"/>
          <p:nvPr/>
        </p:nvSpPr>
        <p:spPr>
          <a:xfrm>
            <a:off x="8454905" y="4825974"/>
            <a:ext cx="384125" cy="253863"/>
          </a:xfrm>
          <a:prstGeom prst="rect">
            <a:avLst/>
          </a:prstGeom>
        </p:spPr>
        <p:txBody>
          <a:bodyPr vert="horz" wrap="square" lIns="0" tIns="0" rIns="0" bIns="0" rtlCol="0">
            <a:spAutoFit/>
          </a:bodyPr>
          <a:lstStyle/>
          <a:p>
            <a:pPr marL="0" marR="0">
              <a:lnSpc>
                <a:spcPts val="1698"/>
              </a:lnSpc>
              <a:spcBef>
                <a:spcPts val="0"/>
              </a:spcBef>
              <a:spcAft>
                <a:spcPts val="0"/>
              </a:spcAft>
            </a:pPr>
            <a:r>
              <a:rPr sz="1800" dirty="0">
                <a:solidFill>
                  <a:srgbClr val="888888"/>
                </a:solidFill>
                <a:latin typeface="Calibri"/>
                <a:cs typeface="Calibri"/>
              </a:rPr>
              <a:t>14</a:t>
            </a:r>
          </a:p>
        </p:txBody>
      </p:sp>
    </p:spTree>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1"/>
          <p:cNvSpPr/>
          <p:nvPr/>
        </p:nvSpPr>
        <p:spPr>
          <a:xfrm>
            <a:off x="0" y="0"/>
            <a:ext cx="9144000" cy="5143500"/>
          </a:xfrm>
          <a:prstGeom prst="rect">
            <a:avLst/>
          </a:prstGeom>
          <a:blipFill>
            <a:blip r:embed="rId2" cstate="print"/>
            <a:stretch>
              <a:fillRect/>
            </a:stretch>
          </a:blipFill>
        </p:spPr>
        <p:txBody>
          <a:bodyPr wrap="square" lIns="0" tIns="0" rIns="0" bIns="0" rtlCol="0">
            <a:spAutoFit/>
          </a:bodyPr>
          <a:lstStyle/>
          <a:p>
            <a:endParaRPr/>
          </a:p>
        </p:txBody>
      </p:sp>
      <p:sp>
        <p:nvSpPr>
          <p:cNvPr id="3" name="object 3"/>
          <p:cNvSpPr txBox="1"/>
          <p:nvPr/>
        </p:nvSpPr>
        <p:spPr>
          <a:xfrm>
            <a:off x="628650" y="396200"/>
            <a:ext cx="1080194" cy="293489"/>
          </a:xfrm>
          <a:prstGeom prst="rect">
            <a:avLst/>
          </a:prstGeom>
        </p:spPr>
        <p:txBody>
          <a:bodyPr vert="horz" wrap="square" lIns="0" tIns="0" rIns="0" bIns="0" rtlCol="0">
            <a:spAutoFit/>
          </a:bodyPr>
          <a:lstStyle/>
          <a:p>
            <a:pPr marL="0" marR="0">
              <a:lnSpc>
                <a:spcPts val="2010"/>
              </a:lnSpc>
              <a:spcBef>
                <a:spcPts val="0"/>
              </a:spcBef>
              <a:spcAft>
                <a:spcPts val="0"/>
              </a:spcAft>
            </a:pPr>
            <a:r>
              <a:rPr sz="1800" dirty="0">
                <a:solidFill>
                  <a:srgbClr val="000000"/>
                </a:solidFill>
                <a:latin typeface="JMIVUR+Arial-ItalicMT"/>
                <a:cs typeface="JMIVUR+Arial-ItalicMT"/>
              </a:rPr>
              <a:t>Seaborn:</a:t>
            </a:r>
          </a:p>
        </p:txBody>
      </p:sp>
      <p:sp>
        <p:nvSpPr>
          <p:cNvPr id="4" name="object 4"/>
          <p:cNvSpPr txBox="1"/>
          <p:nvPr/>
        </p:nvSpPr>
        <p:spPr>
          <a:xfrm>
            <a:off x="1314450" y="667111"/>
            <a:ext cx="1922019" cy="236735"/>
          </a:xfrm>
          <a:prstGeom prst="rect">
            <a:avLst/>
          </a:prstGeom>
        </p:spPr>
        <p:txBody>
          <a:bodyPr vert="horz" wrap="square" lIns="0" tIns="0" rIns="0" bIns="0" rtlCol="0">
            <a:spAutoFit/>
          </a:bodyPr>
          <a:lstStyle/>
          <a:p>
            <a:pPr marL="0" marR="0">
              <a:lnSpc>
                <a:spcPts val="1564"/>
              </a:lnSpc>
              <a:spcBef>
                <a:spcPts val="0"/>
              </a:spcBef>
              <a:spcAft>
                <a:spcPts val="0"/>
              </a:spcAft>
            </a:pPr>
            <a:r>
              <a:rPr sz="1400" dirty="0">
                <a:solidFill>
                  <a:srgbClr val="595959"/>
                </a:solidFill>
                <a:latin typeface="ITQKWN+Wingdings-Regular"/>
                <a:cs typeface="ITQKWN+Wingdings-Regular"/>
              </a:rPr>
              <a:t>§</a:t>
            </a:r>
            <a:r>
              <a:rPr sz="1400" spc="809" dirty="0">
                <a:solidFill>
                  <a:srgbClr val="595959"/>
                </a:solidFill>
                <a:latin typeface="Times New Roman"/>
                <a:cs typeface="Times New Roman"/>
              </a:rPr>
              <a:t> </a:t>
            </a:r>
            <a:r>
              <a:rPr sz="1400" dirty="0">
                <a:solidFill>
                  <a:srgbClr val="595959"/>
                </a:solidFill>
                <a:latin typeface="CTJNHW+ArialMT"/>
                <a:cs typeface="CTJNHW+ArialMT"/>
              </a:rPr>
              <a:t>based</a:t>
            </a:r>
            <a:r>
              <a:rPr sz="1400" spc="37" dirty="0">
                <a:solidFill>
                  <a:srgbClr val="595959"/>
                </a:solidFill>
                <a:latin typeface="Times New Roman"/>
                <a:cs typeface="Times New Roman"/>
              </a:rPr>
              <a:t> </a:t>
            </a:r>
            <a:r>
              <a:rPr sz="1400" dirty="0">
                <a:solidFill>
                  <a:srgbClr val="595959"/>
                </a:solidFill>
                <a:latin typeface="CTJNHW+ArialMT"/>
                <a:cs typeface="CTJNHW+ArialMT"/>
              </a:rPr>
              <a:t>on</a:t>
            </a:r>
            <a:r>
              <a:rPr sz="1400" spc="37" dirty="0">
                <a:solidFill>
                  <a:srgbClr val="595959"/>
                </a:solidFill>
                <a:latin typeface="Times New Roman"/>
                <a:cs typeface="Times New Roman"/>
              </a:rPr>
              <a:t> </a:t>
            </a:r>
            <a:r>
              <a:rPr sz="1400" dirty="0">
                <a:solidFill>
                  <a:srgbClr val="595959"/>
                </a:solidFill>
                <a:latin typeface="CTJNHW+ArialMT"/>
                <a:cs typeface="CTJNHW+ArialMT"/>
              </a:rPr>
              <a:t>matplotlib</a:t>
            </a:r>
          </a:p>
        </p:txBody>
      </p:sp>
      <p:sp>
        <p:nvSpPr>
          <p:cNvPr id="5" name="object 5"/>
          <p:cNvSpPr txBox="1"/>
          <p:nvPr/>
        </p:nvSpPr>
        <p:spPr>
          <a:xfrm>
            <a:off x="1314450" y="1093831"/>
            <a:ext cx="5783095" cy="663456"/>
          </a:xfrm>
          <a:prstGeom prst="rect">
            <a:avLst/>
          </a:prstGeom>
        </p:spPr>
        <p:txBody>
          <a:bodyPr vert="horz" wrap="square" lIns="0" tIns="0" rIns="0" bIns="0" rtlCol="0">
            <a:spAutoFit/>
          </a:bodyPr>
          <a:lstStyle/>
          <a:p>
            <a:pPr marL="0" marR="0">
              <a:lnSpc>
                <a:spcPts val="1564"/>
              </a:lnSpc>
              <a:spcBef>
                <a:spcPts val="0"/>
              </a:spcBef>
              <a:spcAft>
                <a:spcPts val="0"/>
              </a:spcAft>
            </a:pPr>
            <a:r>
              <a:rPr sz="1400" dirty="0">
                <a:solidFill>
                  <a:srgbClr val="595959"/>
                </a:solidFill>
                <a:latin typeface="ITQKWN+Wingdings-Regular"/>
                <a:cs typeface="ITQKWN+Wingdings-Regular"/>
              </a:rPr>
              <a:t>§</a:t>
            </a:r>
            <a:r>
              <a:rPr sz="1400" spc="809" dirty="0">
                <a:solidFill>
                  <a:srgbClr val="595959"/>
                </a:solidFill>
                <a:latin typeface="Times New Roman"/>
                <a:cs typeface="Times New Roman"/>
              </a:rPr>
              <a:t> </a:t>
            </a:r>
            <a:r>
              <a:rPr sz="1400" dirty="0">
                <a:solidFill>
                  <a:srgbClr val="595959"/>
                </a:solidFill>
                <a:latin typeface="CTJNHW+ArialMT"/>
                <a:cs typeface="CTJNHW+ArialMT"/>
              </a:rPr>
              <a:t>provides</a:t>
            </a:r>
            <a:r>
              <a:rPr sz="1400" spc="37" dirty="0">
                <a:solidFill>
                  <a:srgbClr val="595959"/>
                </a:solidFill>
                <a:latin typeface="Times New Roman"/>
                <a:cs typeface="Times New Roman"/>
              </a:rPr>
              <a:t> </a:t>
            </a:r>
            <a:r>
              <a:rPr sz="1400" dirty="0">
                <a:solidFill>
                  <a:srgbClr val="595959"/>
                </a:solidFill>
                <a:latin typeface="CTJNHW+ArialMT"/>
                <a:cs typeface="CTJNHW+ArialMT"/>
              </a:rPr>
              <a:t>high</a:t>
            </a:r>
            <a:r>
              <a:rPr sz="1400" spc="37" dirty="0">
                <a:solidFill>
                  <a:srgbClr val="595959"/>
                </a:solidFill>
                <a:latin typeface="Times New Roman"/>
                <a:cs typeface="Times New Roman"/>
              </a:rPr>
              <a:t> </a:t>
            </a:r>
            <a:r>
              <a:rPr sz="1400" dirty="0">
                <a:solidFill>
                  <a:srgbClr val="595959"/>
                </a:solidFill>
                <a:latin typeface="CTJNHW+ArialMT"/>
                <a:cs typeface="CTJNHW+ArialMT"/>
              </a:rPr>
              <a:t>level</a:t>
            </a:r>
            <a:r>
              <a:rPr sz="1400" spc="37" dirty="0">
                <a:solidFill>
                  <a:srgbClr val="595959"/>
                </a:solidFill>
                <a:latin typeface="Times New Roman"/>
                <a:cs typeface="Times New Roman"/>
              </a:rPr>
              <a:t> </a:t>
            </a:r>
            <a:r>
              <a:rPr sz="1400" dirty="0">
                <a:solidFill>
                  <a:srgbClr val="595959"/>
                </a:solidFill>
                <a:latin typeface="CTJNHW+ArialMT"/>
                <a:cs typeface="CTJNHW+ArialMT"/>
              </a:rPr>
              <a:t>interface</a:t>
            </a:r>
            <a:r>
              <a:rPr sz="1400" spc="37" dirty="0">
                <a:solidFill>
                  <a:srgbClr val="595959"/>
                </a:solidFill>
                <a:latin typeface="Times New Roman"/>
                <a:cs typeface="Times New Roman"/>
              </a:rPr>
              <a:t> </a:t>
            </a:r>
            <a:r>
              <a:rPr sz="1400" dirty="0">
                <a:solidFill>
                  <a:srgbClr val="595959"/>
                </a:solidFill>
                <a:latin typeface="CTJNHW+ArialMT"/>
                <a:cs typeface="CTJNHW+ArialMT"/>
              </a:rPr>
              <a:t>for</a:t>
            </a:r>
            <a:r>
              <a:rPr sz="1400" spc="37" dirty="0">
                <a:solidFill>
                  <a:srgbClr val="595959"/>
                </a:solidFill>
                <a:latin typeface="Times New Roman"/>
                <a:cs typeface="Times New Roman"/>
              </a:rPr>
              <a:t> </a:t>
            </a:r>
            <a:r>
              <a:rPr sz="1400" dirty="0">
                <a:solidFill>
                  <a:srgbClr val="595959"/>
                </a:solidFill>
                <a:latin typeface="CTJNHW+ArialMT"/>
                <a:cs typeface="CTJNHW+ArialMT"/>
              </a:rPr>
              <a:t>drawing</a:t>
            </a:r>
            <a:r>
              <a:rPr sz="1400" spc="37" dirty="0">
                <a:solidFill>
                  <a:srgbClr val="595959"/>
                </a:solidFill>
                <a:latin typeface="Times New Roman"/>
                <a:cs typeface="Times New Roman"/>
              </a:rPr>
              <a:t> </a:t>
            </a:r>
            <a:r>
              <a:rPr sz="1400" dirty="0">
                <a:solidFill>
                  <a:srgbClr val="595959"/>
                </a:solidFill>
                <a:latin typeface="CTJNHW+ArialMT"/>
                <a:cs typeface="CTJNHW+ArialMT"/>
              </a:rPr>
              <a:t>attractive</a:t>
            </a:r>
            <a:r>
              <a:rPr sz="1400" spc="37" dirty="0">
                <a:solidFill>
                  <a:srgbClr val="595959"/>
                </a:solidFill>
                <a:latin typeface="Times New Roman"/>
                <a:cs typeface="Times New Roman"/>
              </a:rPr>
              <a:t> </a:t>
            </a:r>
            <a:r>
              <a:rPr sz="1400" dirty="0">
                <a:solidFill>
                  <a:srgbClr val="595959"/>
                </a:solidFill>
                <a:latin typeface="CTJNHW+ArialMT"/>
                <a:cs typeface="CTJNHW+ArialMT"/>
              </a:rPr>
              <a:t>statistical</a:t>
            </a:r>
            <a:r>
              <a:rPr sz="1400" spc="37" dirty="0">
                <a:solidFill>
                  <a:srgbClr val="595959"/>
                </a:solidFill>
                <a:latin typeface="Times New Roman"/>
                <a:cs typeface="Times New Roman"/>
              </a:rPr>
              <a:t> </a:t>
            </a:r>
            <a:r>
              <a:rPr sz="1400" dirty="0">
                <a:solidFill>
                  <a:srgbClr val="595959"/>
                </a:solidFill>
                <a:latin typeface="CTJNHW+ArialMT"/>
                <a:cs typeface="CTJNHW+ArialMT"/>
              </a:rPr>
              <a:t>graphics</a:t>
            </a:r>
          </a:p>
          <a:p>
            <a:pPr marL="0" marR="0">
              <a:lnSpc>
                <a:spcPts val="1564"/>
              </a:lnSpc>
              <a:spcBef>
                <a:spcPts val="1745"/>
              </a:spcBef>
              <a:spcAft>
                <a:spcPts val="0"/>
              </a:spcAft>
            </a:pPr>
            <a:r>
              <a:rPr sz="1400" dirty="0">
                <a:solidFill>
                  <a:srgbClr val="595959"/>
                </a:solidFill>
                <a:latin typeface="ITQKWN+Wingdings-Regular"/>
                <a:cs typeface="ITQKWN+Wingdings-Regular"/>
              </a:rPr>
              <a:t>§</a:t>
            </a:r>
            <a:r>
              <a:rPr sz="1400" spc="809" dirty="0">
                <a:solidFill>
                  <a:srgbClr val="595959"/>
                </a:solidFill>
                <a:latin typeface="Times New Roman"/>
                <a:cs typeface="Times New Roman"/>
              </a:rPr>
              <a:t> </a:t>
            </a:r>
            <a:r>
              <a:rPr sz="1400" dirty="0">
                <a:solidFill>
                  <a:srgbClr val="595959"/>
                </a:solidFill>
                <a:latin typeface="CTJNHW+ArialMT"/>
                <a:cs typeface="CTJNHW+ArialMT"/>
              </a:rPr>
              <a:t>Similar</a:t>
            </a:r>
            <a:r>
              <a:rPr sz="1400" spc="37" dirty="0">
                <a:solidFill>
                  <a:srgbClr val="595959"/>
                </a:solidFill>
                <a:latin typeface="Times New Roman"/>
                <a:cs typeface="Times New Roman"/>
              </a:rPr>
              <a:t> </a:t>
            </a:r>
            <a:r>
              <a:rPr sz="1400" dirty="0">
                <a:solidFill>
                  <a:srgbClr val="595959"/>
                </a:solidFill>
                <a:latin typeface="CTJNHW+ArialMT"/>
                <a:cs typeface="CTJNHW+ArialMT"/>
              </a:rPr>
              <a:t>(in</a:t>
            </a:r>
            <a:r>
              <a:rPr sz="1400" spc="37" dirty="0">
                <a:solidFill>
                  <a:srgbClr val="595959"/>
                </a:solidFill>
                <a:latin typeface="Times New Roman"/>
                <a:cs typeface="Times New Roman"/>
              </a:rPr>
              <a:t> </a:t>
            </a:r>
            <a:r>
              <a:rPr sz="1400" dirty="0">
                <a:solidFill>
                  <a:srgbClr val="595959"/>
                </a:solidFill>
                <a:latin typeface="CTJNHW+ArialMT"/>
                <a:cs typeface="CTJNHW+ArialMT"/>
              </a:rPr>
              <a:t>style)</a:t>
            </a:r>
            <a:r>
              <a:rPr sz="1400" spc="37" dirty="0">
                <a:solidFill>
                  <a:srgbClr val="595959"/>
                </a:solidFill>
                <a:latin typeface="Times New Roman"/>
                <a:cs typeface="Times New Roman"/>
              </a:rPr>
              <a:t> </a:t>
            </a:r>
            <a:r>
              <a:rPr sz="1400" dirty="0">
                <a:solidFill>
                  <a:srgbClr val="595959"/>
                </a:solidFill>
                <a:latin typeface="CTJNHW+ArialMT"/>
                <a:cs typeface="CTJNHW+ArialMT"/>
              </a:rPr>
              <a:t>to</a:t>
            </a:r>
            <a:r>
              <a:rPr sz="1400" spc="38" dirty="0">
                <a:solidFill>
                  <a:srgbClr val="595959"/>
                </a:solidFill>
                <a:latin typeface="Times New Roman"/>
                <a:cs typeface="Times New Roman"/>
              </a:rPr>
              <a:t> </a:t>
            </a:r>
            <a:r>
              <a:rPr sz="1400" dirty="0">
                <a:solidFill>
                  <a:srgbClr val="595959"/>
                </a:solidFill>
                <a:latin typeface="CTJNHW+ArialMT"/>
                <a:cs typeface="CTJNHW+ArialMT"/>
              </a:rPr>
              <a:t>the</a:t>
            </a:r>
            <a:r>
              <a:rPr sz="1400" spc="37" dirty="0">
                <a:solidFill>
                  <a:srgbClr val="595959"/>
                </a:solidFill>
                <a:latin typeface="Times New Roman"/>
                <a:cs typeface="Times New Roman"/>
              </a:rPr>
              <a:t> </a:t>
            </a:r>
            <a:r>
              <a:rPr sz="1400" dirty="0">
                <a:solidFill>
                  <a:srgbClr val="595959"/>
                </a:solidFill>
                <a:latin typeface="CTJNHW+ArialMT"/>
                <a:cs typeface="CTJNHW+ArialMT"/>
              </a:rPr>
              <a:t>popular</a:t>
            </a:r>
            <a:r>
              <a:rPr sz="1400" spc="37" dirty="0">
                <a:solidFill>
                  <a:srgbClr val="595959"/>
                </a:solidFill>
                <a:latin typeface="Times New Roman"/>
                <a:cs typeface="Times New Roman"/>
              </a:rPr>
              <a:t> </a:t>
            </a:r>
            <a:r>
              <a:rPr sz="1400" dirty="0">
                <a:solidFill>
                  <a:srgbClr val="595959"/>
                </a:solidFill>
                <a:latin typeface="CTJNHW+ArialMT"/>
                <a:cs typeface="CTJNHW+ArialMT"/>
              </a:rPr>
              <a:t>ggplot2</a:t>
            </a:r>
            <a:r>
              <a:rPr sz="1400" spc="37" dirty="0">
                <a:solidFill>
                  <a:srgbClr val="595959"/>
                </a:solidFill>
                <a:latin typeface="Times New Roman"/>
                <a:cs typeface="Times New Roman"/>
              </a:rPr>
              <a:t> </a:t>
            </a:r>
            <a:r>
              <a:rPr sz="1400" dirty="0">
                <a:solidFill>
                  <a:srgbClr val="595959"/>
                </a:solidFill>
                <a:latin typeface="CTJNHW+ArialMT"/>
                <a:cs typeface="CTJNHW+ArialMT"/>
              </a:rPr>
              <a:t>library</a:t>
            </a:r>
            <a:r>
              <a:rPr sz="1400" spc="37" dirty="0">
                <a:solidFill>
                  <a:srgbClr val="595959"/>
                </a:solidFill>
                <a:latin typeface="Times New Roman"/>
                <a:cs typeface="Times New Roman"/>
              </a:rPr>
              <a:t> </a:t>
            </a:r>
            <a:r>
              <a:rPr sz="1400" dirty="0">
                <a:solidFill>
                  <a:srgbClr val="595959"/>
                </a:solidFill>
                <a:latin typeface="CTJNHW+ArialMT"/>
                <a:cs typeface="CTJNHW+ArialMT"/>
              </a:rPr>
              <a:t>in</a:t>
            </a:r>
            <a:r>
              <a:rPr sz="1400" spc="37" dirty="0">
                <a:solidFill>
                  <a:srgbClr val="595959"/>
                </a:solidFill>
                <a:latin typeface="Times New Roman"/>
                <a:cs typeface="Times New Roman"/>
              </a:rPr>
              <a:t> </a:t>
            </a:r>
            <a:r>
              <a:rPr sz="1400" dirty="0">
                <a:solidFill>
                  <a:srgbClr val="595959"/>
                </a:solidFill>
                <a:latin typeface="CTJNHW+ArialMT"/>
                <a:cs typeface="CTJNHW+ArialMT"/>
              </a:rPr>
              <a:t>R</a:t>
            </a:r>
          </a:p>
        </p:txBody>
      </p:sp>
      <p:sp>
        <p:nvSpPr>
          <p:cNvPr id="6" name="object 6"/>
          <p:cNvSpPr txBox="1"/>
          <p:nvPr/>
        </p:nvSpPr>
        <p:spPr>
          <a:xfrm>
            <a:off x="692657" y="4401944"/>
            <a:ext cx="2737543" cy="236735"/>
          </a:xfrm>
          <a:prstGeom prst="rect">
            <a:avLst/>
          </a:prstGeom>
        </p:spPr>
        <p:txBody>
          <a:bodyPr vert="horz" wrap="square" lIns="0" tIns="0" rIns="0" bIns="0" rtlCol="0">
            <a:spAutoFit/>
          </a:bodyPr>
          <a:lstStyle/>
          <a:p>
            <a:pPr marL="0" marR="0">
              <a:lnSpc>
                <a:spcPts val="1564"/>
              </a:lnSpc>
              <a:spcBef>
                <a:spcPts val="0"/>
              </a:spcBef>
              <a:spcAft>
                <a:spcPts val="0"/>
              </a:spcAft>
            </a:pPr>
            <a:r>
              <a:rPr sz="1400" b="1" dirty="0">
                <a:solidFill>
                  <a:srgbClr val="000000"/>
                </a:solidFill>
                <a:latin typeface="WRDBSD+Arial-BoldMT"/>
                <a:cs typeface="WRDBSD+Arial-BoldMT"/>
              </a:rPr>
              <a:t>Link:</a:t>
            </a:r>
            <a:r>
              <a:rPr sz="1400" b="1" spc="23" dirty="0">
                <a:solidFill>
                  <a:srgbClr val="000000"/>
                </a:solidFill>
                <a:latin typeface="Times New Roman"/>
                <a:cs typeface="Times New Roman"/>
              </a:rPr>
              <a:t> </a:t>
            </a:r>
            <a:r>
              <a:rPr sz="1400" u="sng" dirty="0">
                <a:solidFill>
                  <a:srgbClr val="0097A7"/>
                </a:solidFill>
                <a:latin typeface="CTJNHW+ArialMT"/>
                <a:cs typeface="CTJNHW+ArialMT"/>
                <a:hlinkClick r:id="rId3">
                  <a:extLst>
                    <a:ext uri="{A12FA001-AC4F-418D-AE19-62706E023703}">
                      <ahyp:hlinkClr xmlns:ahyp="http://schemas.microsoft.com/office/drawing/2018/hyperlinkcolor" xmlns="" val="tx"/>
                    </a:ext>
                  </a:extLst>
                </a:hlinkClick>
              </a:rPr>
              <a:t>https://seaborn.pydata.org</a:t>
            </a:r>
            <a:r>
              <a:rPr sz="1400" dirty="0">
                <a:solidFill>
                  <a:srgbClr val="0097A7"/>
                </a:solidFill>
                <a:latin typeface="CTJNHW+ArialMT"/>
                <a:cs typeface="CTJNHW+ArialMT"/>
                <a:hlinkClick r:id="rId3">
                  <a:extLst>
                    <a:ext uri="{A12FA001-AC4F-418D-AE19-62706E023703}">
                      <ahyp:hlinkClr xmlns:ahyp="http://schemas.microsoft.com/office/drawing/2018/hyperlinkcolor" xmlns="" val="tx"/>
                    </a:ext>
                  </a:extLst>
                </a:hlinkClick>
              </a:rPr>
              <a:t>/</a:t>
            </a:r>
          </a:p>
        </p:txBody>
      </p:sp>
      <p:sp>
        <p:nvSpPr>
          <p:cNvPr id="7" name="object 7"/>
          <p:cNvSpPr txBox="1"/>
          <p:nvPr/>
        </p:nvSpPr>
        <p:spPr>
          <a:xfrm>
            <a:off x="8454905" y="4825974"/>
            <a:ext cx="384125" cy="253863"/>
          </a:xfrm>
          <a:prstGeom prst="rect">
            <a:avLst/>
          </a:prstGeom>
        </p:spPr>
        <p:txBody>
          <a:bodyPr vert="horz" wrap="square" lIns="0" tIns="0" rIns="0" bIns="0" rtlCol="0">
            <a:spAutoFit/>
          </a:bodyPr>
          <a:lstStyle/>
          <a:p>
            <a:pPr marL="0" marR="0">
              <a:lnSpc>
                <a:spcPts val="1698"/>
              </a:lnSpc>
              <a:spcBef>
                <a:spcPts val="0"/>
              </a:spcBef>
              <a:spcAft>
                <a:spcPts val="0"/>
              </a:spcAft>
            </a:pPr>
            <a:r>
              <a:rPr sz="1800" dirty="0">
                <a:solidFill>
                  <a:srgbClr val="888888"/>
                </a:solidFill>
                <a:latin typeface="Calibri"/>
                <a:cs typeface="Calibri"/>
              </a:rPr>
              <a:t>15</a:t>
            </a:r>
          </a:p>
        </p:txBody>
      </p:sp>
    </p:spTree>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1"/>
          <p:cNvSpPr/>
          <p:nvPr/>
        </p:nvSpPr>
        <p:spPr>
          <a:xfrm>
            <a:off x="0" y="0"/>
            <a:ext cx="9144000" cy="5143500"/>
          </a:xfrm>
          <a:prstGeom prst="rect">
            <a:avLst/>
          </a:prstGeom>
          <a:blipFill>
            <a:blip r:embed="rId2" cstate="print"/>
            <a:stretch>
              <a:fillRect/>
            </a:stretch>
          </a:blipFill>
        </p:spPr>
        <p:txBody>
          <a:bodyPr wrap="square" lIns="0" tIns="0" rIns="0" bIns="0" rtlCol="0">
            <a:spAutoFit/>
          </a:bodyPr>
          <a:lstStyle/>
          <a:p>
            <a:endParaRPr/>
          </a:p>
        </p:txBody>
      </p:sp>
      <p:sp>
        <p:nvSpPr>
          <p:cNvPr id="3" name="object 3"/>
          <p:cNvSpPr txBox="1"/>
          <p:nvPr/>
        </p:nvSpPr>
        <p:spPr>
          <a:xfrm>
            <a:off x="1314450" y="275701"/>
            <a:ext cx="7314513" cy="876816"/>
          </a:xfrm>
          <a:prstGeom prst="rect">
            <a:avLst/>
          </a:prstGeom>
        </p:spPr>
        <p:txBody>
          <a:bodyPr vert="horz" wrap="square" lIns="0" tIns="0" rIns="0" bIns="0" rtlCol="0">
            <a:spAutoFit/>
          </a:bodyPr>
          <a:lstStyle/>
          <a:p>
            <a:pPr marL="0" marR="0">
              <a:lnSpc>
                <a:spcPts val="1564"/>
              </a:lnSpc>
              <a:spcBef>
                <a:spcPts val="0"/>
              </a:spcBef>
              <a:spcAft>
                <a:spcPts val="0"/>
              </a:spcAft>
            </a:pPr>
            <a:r>
              <a:rPr sz="1400" dirty="0">
                <a:solidFill>
                  <a:srgbClr val="595959"/>
                </a:solidFill>
                <a:latin typeface="ITQKWN+Wingdings-Regular"/>
                <a:cs typeface="ITQKWN+Wingdings-Regular"/>
              </a:rPr>
              <a:t>§</a:t>
            </a:r>
            <a:r>
              <a:rPr sz="1400" spc="809" dirty="0">
                <a:solidFill>
                  <a:srgbClr val="595959"/>
                </a:solidFill>
                <a:latin typeface="Times New Roman"/>
                <a:cs typeface="Times New Roman"/>
              </a:rPr>
              <a:t> </a:t>
            </a:r>
            <a:r>
              <a:rPr sz="1400" dirty="0">
                <a:solidFill>
                  <a:srgbClr val="595959"/>
                </a:solidFill>
                <a:latin typeface="CTJNHW+ArialMT"/>
                <a:cs typeface="CTJNHW+ArialMT"/>
              </a:rPr>
              <a:t>The</a:t>
            </a:r>
            <a:r>
              <a:rPr sz="1400" spc="37" dirty="0">
                <a:solidFill>
                  <a:srgbClr val="595959"/>
                </a:solidFill>
                <a:latin typeface="Times New Roman"/>
                <a:cs typeface="Times New Roman"/>
              </a:rPr>
              <a:t> </a:t>
            </a:r>
            <a:r>
              <a:rPr sz="1400" dirty="0">
                <a:solidFill>
                  <a:srgbClr val="595959"/>
                </a:solidFill>
                <a:latin typeface="CTJNHW+ArialMT"/>
                <a:cs typeface="CTJNHW+ArialMT"/>
              </a:rPr>
              <a:t>main</a:t>
            </a:r>
            <a:r>
              <a:rPr sz="1400" spc="37" dirty="0">
                <a:solidFill>
                  <a:srgbClr val="595959"/>
                </a:solidFill>
                <a:latin typeface="Times New Roman"/>
                <a:cs typeface="Times New Roman"/>
              </a:rPr>
              <a:t> </a:t>
            </a:r>
            <a:r>
              <a:rPr sz="1400" dirty="0">
                <a:solidFill>
                  <a:srgbClr val="595959"/>
                </a:solidFill>
                <a:latin typeface="CTJNHW+ArialMT"/>
                <a:cs typeface="CTJNHW+ArialMT"/>
              </a:rPr>
              <a:t>aim</a:t>
            </a:r>
            <a:r>
              <a:rPr sz="1400" spc="37" dirty="0">
                <a:solidFill>
                  <a:srgbClr val="595959"/>
                </a:solidFill>
                <a:latin typeface="Times New Roman"/>
                <a:cs typeface="Times New Roman"/>
              </a:rPr>
              <a:t> </a:t>
            </a:r>
            <a:r>
              <a:rPr sz="1400" dirty="0">
                <a:solidFill>
                  <a:srgbClr val="595959"/>
                </a:solidFill>
                <a:latin typeface="CTJNHW+ArialMT"/>
                <a:cs typeface="CTJNHW+ArialMT"/>
              </a:rPr>
              <a:t>of</a:t>
            </a:r>
            <a:r>
              <a:rPr sz="1400" spc="37" dirty="0">
                <a:solidFill>
                  <a:srgbClr val="595959"/>
                </a:solidFill>
                <a:latin typeface="Times New Roman"/>
                <a:cs typeface="Times New Roman"/>
              </a:rPr>
              <a:t> </a:t>
            </a:r>
            <a:r>
              <a:rPr sz="1400" dirty="0">
                <a:solidFill>
                  <a:srgbClr val="595959"/>
                </a:solidFill>
                <a:latin typeface="CTJNHW+ArialMT"/>
                <a:cs typeface="CTJNHW+ArialMT"/>
              </a:rPr>
              <a:t>Seaborn</a:t>
            </a:r>
            <a:r>
              <a:rPr sz="1400" spc="37" dirty="0">
                <a:solidFill>
                  <a:srgbClr val="595959"/>
                </a:solidFill>
                <a:latin typeface="Times New Roman"/>
                <a:cs typeface="Times New Roman"/>
              </a:rPr>
              <a:t> </a:t>
            </a:r>
            <a:r>
              <a:rPr sz="1400" dirty="0">
                <a:solidFill>
                  <a:srgbClr val="595959"/>
                </a:solidFill>
                <a:latin typeface="CTJNHW+ArialMT"/>
                <a:cs typeface="CTJNHW+ArialMT"/>
              </a:rPr>
              <a:t>is</a:t>
            </a:r>
            <a:r>
              <a:rPr sz="1400" spc="37" dirty="0">
                <a:solidFill>
                  <a:srgbClr val="595959"/>
                </a:solidFill>
                <a:latin typeface="Times New Roman"/>
                <a:cs typeface="Times New Roman"/>
              </a:rPr>
              <a:t> </a:t>
            </a:r>
            <a:r>
              <a:rPr sz="1400" dirty="0">
                <a:solidFill>
                  <a:srgbClr val="595959"/>
                </a:solidFill>
                <a:latin typeface="CTJNHW+ArialMT"/>
                <a:cs typeface="CTJNHW+ArialMT"/>
              </a:rPr>
              <a:t>to</a:t>
            </a:r>
            <a:r>
              <a:rPr sz="1400" spc="38" dirty="0">
                <a:solidFill>
                  <a:srgbClr val="595959"/>
                </a:solidFill>
                <a:latin typeface="Times New Roman"/>
                <a:cs typeface="Times New Roman"/>
              </a:rPr>
              <a:t> </a:t>
            </a:r>
            <a:r>
              <a:rPr sz="1400" dirty="0">
                <a:solidFill>
                  <a:srgbClr val="595959"/>
                </a:solidFill>
                <a:latin typeface="CTJNHW+ArialMT"/>
                <a:cs typeface="CTJNHW+ArialMT"/>
              </a:rPr>
              <a:t>make</a:t>
            </a:r>
            <a:r>
              <a:rPr sz="1400" spc="37" dirty="0">
                <a:solidFill>
                  <a:srgbClr val="595959"/>
                </a:solidFill>
                <a:latin typeface="Times New Roman"/>
                <a:cs typeface="Times New Roman"/>
              </a:rPr>
              <a:t> </a:t>
            </a:r>
            <a:r>
              <a:rPr sz="1400" dirty="0">
                <a:solidFill>
                  <a:srgbClr val="595959"/>
                </a:solidFill>
                <a:latin typeface="CTJNHW+ArialMT"/>
                <a:cs typeface="CTJNHW+ArialMT"/>
              </a:rPr>
              <a:t>visualization</a:t>
            </a:r>
            <a:r>
              <a:rPr sz="1400" spc="37" dirty="0">
                <a:solidFill>
                  <a:srgbClr val="595959"/>
                </a:solidFill>
                <a:latin typeface="Times New Roman"/>
                <a:cs typeface="Times New Roman"/>
              </a:rPr>
              <a:t> </a:t>
            </a:r>
            <a:r>
              <a:rPr sz="1400" dirty="0">
                <a:solidFill>
                  <a:srgbClr val="595959"/>
                </a:solidFill>
                <a:latin typeface="CTJNHW+ArialMT"/>
                <a:cs typeface="CTJNHW+ArialMT"/>
              </a:rPr>
              <a:t>a</a:t>
            </a:r>
            <a:r>
              <a:rPr sz="1400" spc="37" dirty="0">
                <a:solidFill>
                  <a:srgbClr val="595959"/>
                </a:solidFill>
                <a:latin typeface="Times New Roman"/>
                <a:cs typeface="Times New Roman"/>
              </a:rPr>
              <a:t> </a:t>
            </a:r>
            <a:r>
              <a:rPr sz="1400" dirty="0">
                <a:solidFill>
                  <a:srgbClr val="595959"/>
                </a:solidFill>
                <a:latin typeface="CTJNHW+ArialMT"/>
                <a:cs typeface="CTJNHW+ArialMT"/>
              </a:rPr>
              <a:t>vital</a:t>
            </a:r>
            <a:r>
              <a:rPr sz="1400" spc="37" dirty="0">
                <a:solidFill>
                  <a:srgbClr val="595959"/>
                </a:solidFill>
                <a:latin typeface="Times New Roman"/>
                <a:cs typeface="Times New Roman"/>
              </a:rPr>
              <a:t> </a:t>
            </a:r>
            <a:r>
              <a:rPr sz="1400" dirty="0">
                <a:solidFill>
                  <a:srgbClr val="595959"/>
                </a:solidFill>
                <a:latin typeface="CTJNHW+ArialMT"/>
                <a:cs typeface="CTJNHW+ArialMT"/>
              </a:rPr>
              <a:t>part</a:t>
            </a:r>
            <a:r>
              <a:rPr sz="1400" spc="37" dirty="0">
                <a:solidFill>
                  <a:srgbClr val="595959"/>
                </a:solidFill>
                <a:latin typeface="Times New Roman"/>
                <a:cs typeface="Times New Roman"/>
              </a:rPr>
              <a:t> </a:t>
            </a:r>
            <a:r>
              <a:rPr sz="1400" dirty="0">
                <a:solidFill>
                  <a:srgbClr val="595959"/>
                </a:solidFill>
                <a:latin typeface="CTJNHW+ArialMT"/>
                <a:cs typeface="CTJNHW+ArialMT"/>
              </a:rPr>
              <a:t>of</a:t>
            </a:r>
            <a:r>
              <a:rPr sz="1400" spc="37" dirty="0">
                <a:solidFill>
                  <a:srgbClr val="595959"/>
                </a:solidFill>
                <a:latin typeface="Times New Roman"/>
                <a:cs typeface="Times New Roman"/>
              </a:rPr>
              <a:t> </a:t>
            </a:r>
            <a:r>
              <a:rPr sz="1400" dirty="0">
                <a:solidFill>
                  <a:srgbClr val="595959"/>
                </a:solidFill>
                <a:latin typeface="CTJNHW+ArialMT"/>
                <a:cs typeface="CTJNHW+ArialMT"/>
              </a:rPr>
              <a:t>exploring</a:t>
            </a:r>
            <a:r>
              <a:rPr sz="1400" spc="37" dirty="0">
                <a:solidFill>
                  <a:srgbClr val="595959"/>
                </a:solidFill>
                <a:latin typeface="Times New Roman"/>
                <a:cs typeface="Times New Roman"/>
              </a:rPr>
              <a:t> </a:t>
            </a:r>
            <a:r>
              <a:rPr sz="1400" dirty="0">
                <a:solidFill>
                  <a:srgbClr val="595959"/>
                </a:solidFill>
                <a:latin typeface="CTJNHW+ArialMT"/>
                <a:cs typeface="CTJNHW+ArialMT"/>
              </a:rPr>
              <a:t>and</a:t>
            </a:r>
          </a:p>
          <a:p>
            <a:pPr marL="228600" marR="0">
              <a:lnSpc>
                <a:spcPts val="1564"/>
              </a:lnSpc>
              <a:spcBef>
                <a:spcPts val="65"/>
              </a:spcBef>
              <a:spcAft>
                <a:spcPts val="0"/>
              </a:spcAft>
            </a:pPr>
            <a:r>
              <a:rPr sz="1400" dirty="0">
                <a:solidFill>
                  <a:srgbClr val="595959"/>
                </a:solidFill>
                <a:latin typeface="CTJNHW+ArialMT"/>
                <a:cs typeface="CTJNHW+ArialMT"/>
              </a:rPr>
              <a:t>understanding</a:t>
            </a:r>
            <a:r>
              <a:rPr sz="1400" spc="37" dirty="0">
                <a:solidFill>
                  <a:srgbClr val="595959"/>
                </a:solidFill>
                <a:latin typeface="Times New Roman"/>
                <a:cs typeface="Times New Roman"/>
              </a:rPr>
              <a:t> </a:t>
            </a:r>
            <a:r>
              <a:rPr sz="1400" dirty="0">
                <a:solidFill>
                  <a:srgbClr val="595959"/>
                </a:solidFill>
                <a:latin typeface="CTJNHW+ArialMT"/>
                <a:cs typeface="CTJNHW+ArialMT"/>
              </a:rPr>
              <a:t>data.</a:t>
            </a:r>
            <a:r>
              <a:rPr sz="1400" spc="37" dirty="0">
                <a:solidFill>
                  <a:srgbClr val="595959"/>
                </a:solidFill>
                <a:latin typeface="Times New Roman"/>
                <a:cs typeface="Times New Roman"/>
              </a:rPr>
              <a:t> </a:t>
            </a:r>
            <a:r>
              <a:rPr sz="1400" dirty="0">
                <a:solidFill>
                  <a:srgbClr val="595959"/>
                </a:solidFill>
                <a:latin typeface="CTJNHW+ArialMT"/>
                <a:cs typeface="CTJNHW+ArialMT"/>
              </a:rPr>
              <a:t>Its</a:t>
            </a:r>
            <a:r>
              <a:rPr sz="1400" spc="38" dirty="0">
                <a:solidFill>
                  <a:srgbClr val="595959"/>
                </a:solidFill>
                <a:latin typeface="Times New Roman"/>
                <a:cs typeface="Times New Roman"/>
              </a:rPr>
              <a:t> </a:t>
            </a:r>
            <a:r>
              <a:rPr sz="1400" dirty="0">
                <a:solidFill>
                  <a:srgbClr val="595959"/>
                </a:solidFill>
                <a:latin typeface="CTJNHW+ArialMT"/>
                <a:cs typeface="CTJNHW+ArialMT"/>
              </a:rPr>
              <a:t>dataset-oriented</a:t>
            </a:r>
            <a:r>
              <a:rPr sz="1400" spc="37" dirty="0">
                <a:solidFill>
                  <a:srgbClr val="595959"/>
                </a:solidFill>
                <a:latin typeface="Times New Roman"/>
                <a:cs typeface="Times New Roman"/>
              </a:rPr>
              <a:t> </a:t>
            </a:r>
            <a:r>
              <a:rPr sz="1400" dirty="0">
                <a:solidFill>
                  <a:srgbClr val="595959"/>
                </a:solidFill>
                <a:latin typeface="CTJNHW+ArialMT"/>
                <a:cs typeface="CTJNHW+ArialMT"/>
              </a:rPr>
              <a:t>plotting</a:t>
            </a:r>
            <a:r>
              <a:rPr sz="1400" spc="37" dirty="0">
                <a:solidFill>
                  <a:srgbClr val="595959"/>
                </a:solidFill>
                <a:latin typeface="Times New Roman"/>
                <a:cs typeface="Times New Roman"/>
              </a:rPr>
              <a:t> </a:t>
            </a:r>
            <a:r>
              <a:rPr sz="1400" dirty="0">
                <a:solidFill>
                  <a:srgbClr val="595959"/>
                </a:solidFill>
                <a:latin typeface="CTJNHW+ArialMT"/>
                <a:cs typeface="CTJNHW+ArialMT"/>
              </a:rPr>
              <a:t>functions</a:t>
            </a:r>
            <a:r>
              <a:rPr sz="1400" spc="37" dirty="0">
                <a:solidFill>
                  <a:srgbClr val="595959"/>
                </a:solidFill>
                <a:latin typeface="Times New Roman"/>
                <a:cs typeface="Times New Roman"/>
              </a:rPr>
              <a:t> </a:t>
            </a:r>
            <a:r>
              <a:rPr sz="1400" dirty="0">
                <a:solidFill>
                  <a:srgbClr val="595959"/>
                </a:solidFill>
                <a:latin typeface="CTJNHW+ArialMT"/>
                <a:cs typeface="CTJNHW+ArialMT"/>
              </a:rPr>
              <a:t>operate</a:t>
            </a:r>
            <a:r>
              <a:rPr sz="1400" spc="37" dirty="0">
                <a:solidFill>
                  <a:srgbClr val="595959"/>
                </a:solidFill>
                <a:latin typeface="Times New Roman"/>
                <a:cs typeface="Times New Roman"/>
              </a:rPr>
              <a:t> </a:t>
            </a:r>
            <a:r>
              <a:rPr sz="1400" dirty="0">
                <a:solidFill>
                  <a:srgbClr val="595959"/>
                </a:solidFill>
                <a:latin typeface="CTJNHW+ArialMT"/>
                <a:cs typeface="CTJNHW+ArialMT"/>
              </a:rPr>
              <a:t>on</a:t>
            </a:r>
            <a:r>
              <a:rPr sz="1400" spc="37" dirty="0">
                <a:solidFill>
                  <a:srgbClr val="595959"/>
                </a:solidFill>
                <a:latin typeface="Times New Roman"/>
                <a:cs typeface="Times New Roman"/>
              </a:rPr>
              <a:t> </a:t>
            </a:r>
            <a:r>
              <a:rPr sz="1400" dirty="0">
                <a:solidFill>
                  <a:srgbClr val="595959"/>
                </a:solidFill>
                <a:latin typeface="CTJNHW+ArialMT"/>
                <a:cs typeface="CTJNHW+ArialMT"/>
              </a:rPr>
              <a:t>arrays</a:t>
            </a:r>
            <a:r>
              <a:rPr sz="1400" spc="37" dirty="0">
                <a:solidFill>
                  <a:srgbClr val="595959"/>
                </a:solidFill>
                <a:latin typeface="Times New Roman"/>
                <a:cs typeface="Times New Roman"/>
              </a:rPr>
              <a:t> </a:t>
            </a:r>
            <a:r>
              <a:rPr sz="1400" dirty="0">
                <a:solidFill>
                  <a:srgbClr val="595959"/>
                </a:solidFill>
                <a:latin typeface="CTJNHW+ArialMT"/>
                <a:cs typeface="CTJNHW+ArialMT"/>
              </a:rPr>
              <a:t>and</a:t>
            </a:r>
            <a:r>
              <a:rPr sz="1400" spc="37" dirty="0">
                <a:solidFill>
                  <a:srgbClr val="595959"/>
                </a:solidFill>
                <a:latin typeface="Times New Roman"/>
                <a:cs typeface="Times New Roman"/>
              </a:rPr>
              <a:t> </a:t>
            </a:r>
            <a:r>
              <a:rPr sz="1400" dirty="0">
                <a:solidFill>
                  <a:srgbClr val="595959"/>
                </a:solidFill>
                <a:latin typeface="CTJNHW+ArialMT"/>
                <a:cs typeface="CTJNHW+ArialMT"/>
              </a:rPr>
              <a:t>data-</a:t>
            </a:r>
          </a:p>
          <a:p>
            <a:pPr marL="228600" marR="0">
              <a:lnSpc>
                <a:spcPts val="1564"/>
              </a:lnSpc>
              <a:spcBef>
                <a:spcPts val="115"/>
              </a:spcBef>
              <a:spcAft>
                <a:spcPts val="0"/>
              </a:spcAft>
            </a:pPr>
            <a:r>
              <a:rPr sz="1400" dirty="0">
                <a:solidFill>
                  <a:srgbClr val="595959"/>
                </a:solidFill>
                <a:latin typeface="CTJNHW+ArialMT"/>
                <a:cs typeface="CTJNHW+ArialMT"/>
              </a:rPr>
              <a:t>frames</a:t>
            </a:r>
            <a:r>
              <a:rPr sz="1400" spc="37" dirty="0">
                <a:solidFill>
                  <a:srgbClr val="595959"/>
                </a:solidFill>
                <a:latin typeface="Times New Roman"/>
                <a:cs typeface="Times New Roman"/>
              </a:rPr>
              <a:t> </a:t>
            </a:r>
            <a:r>
              <a:rPr sz="1400" dirty="0">
                <a:solidFill>
                  <a:srgbClr val="595959"/>
                </a:solidFill>
                <a:latin typeface="CTJNHW+ArialMT"/>
                <a:cs typeface="CTJNHW+ArialMT"/>
              </a:rPr>
              <a:t>containing</a:t>
            </a:r>
            <a:r>
              <a:rPr sz="1400" spc="37" dirty="0">
                <a:solidFill>
                  <a:srgbClr val="595959"/>
                </a:solidFill>
                <a:latin typeface="Times New Roman"/>
                <a:cs typeface="Times New Roman"/>
              </a:rPr>
              <a:t> </a:t>
            </a:r>
            <a:r>
              <a:rPr sz="1400" dirty="0">
                <a:solidFill>
                  <a:srgbClr val="595959"/>
                </a:solidFill>
                <a:latin typeface="CTJNHW+ArialMT"/>
                <a:cs typeface="CTJNHW+ArialMT"/>
              </a:rPr>
              <a:t>whole</a:t>
            </a:r>
            <a:r>
              <a:rPr sz="1400" spc="37" dirty="0">
                <a:solidFill>
                  <a:srgbClr val="595959"/>
                </a:solidFill>
                <a:latin typeface="Times New Roman"/>
                <a:cs typeface="Times New Roman"/>
              </a:rPr>
              <a:t> </a:t>
            </a:r>
            <a:r>
              <a:rPr sz="1400" dirty="0">
                <a:solidFill>
                  <a:srgbClr val="595959"/>
                </a:solidFill>
                <a:latin typeface="CTJNHW+ArialMT"/>
                <a:cs typeface="CTJNHW+ArialMT"/>
              </a:rPr>
              <a:t>datasets.</a:t>
            </a:r>
            <a:r>
              <a:rPr sz="1400" spc="37" dirty="0">
                <a:solidFill>
                  <a:srgbClr val="595959"/>
                </a:solidFill>
                <a:latin typeface="Times New Roman"/>
                <a:cs typeface="Times New Roman"/>
              </a:rPr>
              <a:t> </a:t>
            </a:r>
            <a:r>
              <a:rPr sz="1400" dirty="0">
                <a:solidFill>
                  <a:srgbClr val="595959"/>
                </a:solidFill>
                <a:latin typeface="CTJNHW+ArialMT"/>
                <a:cs typeface="CTJNHW+ArialMT"/>
              </a:rPr>
              <a:t>The</a:t>
            </a:r>
            <a:r>
              <a:rPr sz="1400" spc="37" dirty="0">
                <a:solidFill>
                  <a:srgbClr val="595959"/>
                </a:solidFill>
                <a:latin typeface="Times New Roman"/>
                <a:cs typeface="Times New Roman"/>
              </a:rPr>
              <a:t> </a:t>
            </a:r>
            <a:r>
              <a:rPr sz="1400" dirty="0">
                <a:solidFill>
                  <a:srgbClr val="595959"/>
                </a:solidFill>
                <a:latin typeface="CTJNHW+ArialMT"/>
                <a:cs typeface="CTJNHW+ArialMT"/>
              </a:rPr>
              <a:t>library</a:t>
            </a:r>
            <a:r>
              <a:rPr sz="1400" spc="37" dirty="0">
                <a:solidFill>
                  <a:srgbClr val="595959"/>
                </a:solidFill>
                <a:latin typeface="Times New Roman"/>
                <a:cs typeface="Times New Roman"/>
              </a:rPr>
              <a:t> </a:t>
            </a:r>
            <a:r>
              <a:rPr sz="1400" dirty="0">
                <a:solidFill>
                  <a:srgbClr val="595959"/>
                </a:solidFill>
                <a:latin typeface="CTJNHW+ArialMT"/>
                <a:cs typeface="CTJNHW+ArialMT"/>
              </a:rPr>
              <a:t>is</a:t>
            </a:r>
            <a:r>
              <a:rPr sz="1400" spc="37" dirty="0">
                <a:solidFill>
                  <a:srgbClr val="595959"/>
                </a:solidFill>
                <a:latin typeface="Times New Roman"/>
                <a:cs typeface="Times New Roman"/>
              </a:rPr>
              <a:t> </a:t>
            </a:r>
            <a:r>
              <a:rPr sz="1400" dirty="0">
                <a:solidFill>
                  <a:srgbClr val="595959"/>
                </a:solidFill>
                <a:latin typeface="CTJNHW+ArialMT"/>
                <a:cs typeface="CTJNHW+ArialMT"/>
              </a:rPr>
              <a:t>ideal</a:t>
            </a:r>
            <a:r>
              <a:rPr sz="1400" spc="37" dirty="0">
                <a:solidFill>
                  <a:srgbClr val="595959"/>
                </a:solidFill>
                <a:latin typeface="Times New Roman"/>
                <a:cs typeface="Times New Roman"/>
              </a:rPr>
              <a:t> </a:t>
            </a:r>
            <a:r>
              <a:rPr sz="1400" dirty="0">
                <a:solidFill>
                  <a:srgbClr val="595959"/>
                </a:solidFill>
                <a:latin typeface="CTJNHW+ArialMT"/>
                <a:cs typeface="CTJNHW+ArialMT"/>
              </a:rPr>
              <a:t>for</a:t>
            </a:r>
            <a:r>
              <a:rPr sz="1400" spc="37" dirty="0">
                <a:solidFill>
                  <a:srgbClr val="595959"/>
                </a:solidFill>
                <a:latin typeface="Times New Roman"/>
                <a:cs typeface="Times New Roman"/>
              </a:rPr>
              <a:t> </a:t>
            </a:r>
            <a:r>
              <a:rPr sz="1400" dirty="0">
                <a:solidFill>
                  <a:srgbClr val="595959"/>
                </a:solidFill>
                <a:latin typeface="CTJNHW+ArialMT"/>
                <a:cs typeface="CTJNHW+ArialMT"/>
              </a:rPr>
              <a:t>examining</a:t>
            </a:r>
            <a:r>
              <a:rPr sz="1400" spc="37" dirty="0">
                <a:solidFill>
                  <a:srgbClr val="595959"/>
                </a:solidFill>
                <a:latin typeface="Times New Roman"/>
                <a:cs typeface="Times New Roman"/>
              </a:rPr>
              <a:t> </a:t>
            </a:r>
            <a:r>
              <a:rPr sz="1400" dirty="0">
                <a:solidFill>
                  <a:srgbClr val="595959"/>
                </a:solidFill>
                <a:latin typeface="CTJNHW+ArialMT"/>
                <a:cs typeface="CTJNHW+ArialMT"/>
              </a:rPr>
              <a:t>relationships</a:t>
            </a:r>
            <a:r>
              <a:rPr sz="1400" spc="37" dirty="0">
                <a:solidFill>
                  <a:srgbClr val="595959"/>
                </a:solidFill>
                <a:latin typeface="Times New Roman"/>
                <a:cs typeface="Times New Roman"/>
              </a:rPr>
              <a:t> </a:t>
            </a:r>
            <a:r>
              <a:rPr sz="1400" dirty="0">
                <a:solidFill>
                  <a:srgbClr val="595959"/>
                </a:solidFill>
                <a:latin typeface="CTJNHW+ArialMT"/>
                <a:cs typeface="CTJNHW+ArialMT"/>
              </a:rPr>
              <a:t>among</a:t>
            </a:r>
          </a:p>
          <a:p>
            <a:pPr marL="228600" marR="0">
              <a:lnSpc>
                <a:spcPts val="1564"/>
              </a:lnSpc>
              <a:spcBef>
                <a:spcPts val="115"/>
              </a:spcBef>
              <a:spcAft>
                <a:spcPts val="0"/>
              </a:spcAft>
            </a:pPr>
            <a:r>
              <a:rPr sz="1400" dirty="0">
                <a:solidFill>
                  <a:srgbClr val="595959"/>
                </a:solidFill>
                <a:latin typeface="CTJNHW+ArialMT"/>
                <a:cs typeface="CTJNHW+ArialMT"/>
              </a:rPr>
              <a:t>multiple</a:t>
            </a:r>
            <a:r>
              <a:rPr sz="1400" spc="37" dirty="0">
                <a:solidFill>
                  <a:srgbClr val="595959"/>
                </a:solidFill>
                <a:latin typeface="Times New Roman"/>
                <a:cs typeface="Times New Roman"/>
              </a:rPr>
              <a:t> </a:t>
            </a:r>
            <a:r>
              <a:rPr sz="1400" dirty="0">
                <a:solidFill>
                  <a:srgbClr val="595959"/>
                </a:solidFill>
                <a:latin typeface="CTJNHW+ArialMT"/>
                <a:cs typeface="CTJNHW+ArialMT"/>
              </a:rPr>
              <a:t>variables.</a:t>
            </a:r>
          </a:p>
        </p:txBody>
      </p:sp>
      <p:sp>
        <p:nvSpPr>
          <p:cNvPr id="4" name="object 4"/>
          <p:cNvSpPr txBox="1"/>
          <p:nvPr/>
        </p:nvSpPr>
        <p:spPr>
          <a:xfrm>
            <a:off x="1314450" y="1342501"/>
            <a:ext cx="1210762" cy="236735"/>
          </a:xfrm>
          <a:prstGeom prst="rect">
            <a:avLst/>
          </a:prstGeom>
        </p:spPr>
        <p:txBody>
          <a:bodyPr vert="horz" wrap="square" lIns="0" tIns="0" rIns="0" bIns="0" rtlCol="0">
            <a:spAutoFit/>
          </a:bodyPr>
          <a:lstStyle/>
          <a:p>
            <a:pPr marL="0" marR="0">
              <a:lnSpc>
                <a:spcPts val="1564"/>
              </a:lnSpc>
              <a:spcBef>
                <a:spcPts val="0"/>
              </a:spcBef>
              <a:spcAft>
                <a:spcPts val="0"/>
              </a:spcAft>
            </a:pPr>
            <a:r>
              <a:rPr sz="1400" dirty="0">
                <a:solidFill>
                  <a:srgbClr val="595959"/>
                </a:solidFill>
                <a:latin typeface="ITQKWN+Wingdings-Regular"/>
                <a:cs typeface="ITQKWN+Wingdings-Regular"/>
              </a:rPr>
              <a:t>§</a:t>
            </a:r>
            <a:r>
              <a:rPr sz="1400" spc="809" dirty="0">
                <a:solidFill>
                  <a:srgbClr val="595959"/>
                </a:solidFill>
                <a:latin typeface="Times New Roman"/>
                <a:cs typeface="Times New Roman"/>
              </a:rPr>
              <a:t> </a:t>
            </a:r>
            <a:r>
              <a:rPr sz="1400" dirty="0">
                <a:solidFill>
                  <a:srgbClr val="595959"/>
                </a:solidFill>
                <a:latin typeface="CTJNHW+ArialMT"/>
                <a:cs typeface="CTJNHW+ArialMT"/>
              </a:rPr>
              <a:t>Highlights:</a:t>
            </a:r>
          </a:p>
        </p:txBody>
      </p:sp>
      <p:sp>
        <p:nvSpPr>
          <p:cNvPr id="5" name="object 5"/>
          <p:cNvSpPr txBox="1"/>
          <p:nvPr/>
        </p:nvSpPr>
        <p:spPr>
          <a:xfrm>
            <a:off x="1413271" y="1555861"/>
            <a:ext cx="7205879" cy="1303535"/>
          </a:xfrm>
          <a:prstGeom prst="rect">
            <a:avLst/>
          </a:prstGeom>
        </p:spPr>
        <p:txBody>
          <a:bodyPr vert="horz" wrap="square" lIns="0" tIns="0" rIns="0" bIns="0" rtlCol="0">
            <a:spAutoFit/>
          </a:bodyPr>
          <a:lstStyle/>
          <a:p>
            <a:pPr marL="0" marR="0">
              <a:lnSpc>
                <a:spcPts val="1564"/>
              </a:lnSpc>
              <a:spcBef>
                <a:spcPts val="0"/>
              </a:spcBef>
              <a:spcAft>
                <a:spcPts val="0"/>
              </a:spcAft>
            </a:pPr>
            <a:r>
              <a:rPr sz="1400" dirty="0">
                <a:solidFill>
                  <a:srgbClr val="595959"/>
                </a:solidFill>
                <a:latin typeface="ITQKWN+Wingdings-Regular"/>
                <a:cs typeface="ITQKWN+Wingdings-Regular"/>
              </a:rPr>
              <a:t>§</a:t>
            </a:r>
            <a:r>
              <a:rPr sz="1400" spc="809" dirty="0">
                <a:solidFill>
                  <a:srgbClr val="595959"/>
                </a:solidFill>
                <a:latin typeface="Times New Roman"/>
                <a:cs typeface="Times New Roman"/>
              </a:rPr>
              <a:t> </a:t>
            </a:r>
            <a:r>
              <a:rPr sz="1400" dirty="0">
                <a:solidFill>
                  <a:srgbClr val="595959"/>
                </a:solidFill>
                <a:latin typeface="CTJNHW+ArialMT"/>
                <a:cs typeface="CTJNHW+ArialMT"/>
              </a:rPr>
              <a:t>Automatic</a:t>
            </a:r>
            <a:r>
              <a:rPr sz="1400" spc="37" dirty="0">
                <a:solidFill>
                  <a:srgbClr val="595959"/>
                </a:solidFill>
                <a:latin typeface="Times New Roman"/>
                <a:cs typeface="Times New Roman"/>
              </a:rPr>
              <a:t> </a:t>
            </a:r>
            <a:r>
              <a:rPr sz="1400" dirty="0">
                <a:solidFill>
                  <a:srgbClr val="595959"/>
                </a:solidFill>
                <a:latin typeface="CTJNHW+ArialMT"/>
                <a:cs typeface="CTJNHW+ArialMT"/>
              </a:rPr>
              <a:t>estimation</a:t>
            </a:r>
            <a:r>
              <a:rPr sz="1400" spc="37" dirty="0">
                <a:solidFill>
                  <a:srgbClr val="595959"/>
                </a:solidFill>
                <a:latin typeface="Times New Roman"/>
                <a:cs typeface="Times New Roman"/>
              </a:rPr>
              <a:t> </a:t>
            </a:r>
            <a:r>
              <a:rPr sz="1400" dirty="0">
                <a:solidFill>
                  <a:srgbClr val="595959"/>
                </a:solidFill>
                <a:latin typeface="CTJNHW+ArialMT"/>
                <a:cs typeface="CTJNHW+ArialMT"/>
              </a:rPr>
              <a:t>as</a:t>
            </a:r>
            <a:r>
              <a:rPr sz="1400" spc="37" dirty="0">
                <a:solidFill>
                  <a:srgbClr val="595959"/>
                </a:solidFill>
                <a:latin typeface="Times New Roman"/>
                <a:cs typeface="Times New Roman"/>
              </a:rPr>
              <a:t> </a:t>
            </a:r>
            <a:r>
              <a:rPr sz="1400" dirty="0">
                <a:solidFill>
                  <a:srgbClr val="595959"/>
                </a:solidFill>
                <a:latin typeface="CTJNHW+ArialMT"/>
                <a:cs typeface="CTJNHW+ArialMT"/>
              </a:rPr>
              <a:t>well</a:t>
            </a:r>
            <a:r>
              <a:rPr sz="1400" spc="37" dirty="0">
                <a:solidFill>
                  <a:srgbClr val="595959"/>
                </a:solidFill>
                <a:latin typeface="Times New Roman"/>
                <a:cs typeface="Times New Roman"/>
              </a:rPr>
              <a:t> </a:t>
            </a:r>
            <a:r>
              <a:rPr sz="1400" dirty="0">
                <a:solidFill>
                  <a:srgbClr val="595959"/>
                </a:solidFill>
                <a:latin typeface="CTJNHW+ArialMT"/>
                <a:cs typeface="CTJNHW+ArialMT"/>
              </a:rPr>
              <a:t>as</a:t>
            </a:r>
            <a:r>
              <a:rPr sz="1400" spc="37" dirty="0">
                <a:solidFill>
                  <a:srgbClr val="595959"/>
                </a:solidFill>
                <a:latin typeface="Times New Roman"/>
                <a:cs typeface="Times New Roman"/>
              </a:rPr>
              <a:t> </a:t>
            </a:r>
            <a:r>
              <a:rPr sz="1400" dirty="0">
                <a:solidFill>
                  <a:srgbClr val="595959"/>
                </a:solidFill>
                <a:latin typeface="CTJNHW+ArialMT"/>
                <a:cs typeface="CTJNHW+ArialMT"/>
              </a:rPr>
              <a:t>the</a:t>
            </a:r>
            <a:r>
              <a:rPr sz="1400" spc="37" dirty="0">
                <a:solidFill>
                  <a:srgbClr val="595959"/>
                </a:solidFill>
                <a:latin typeface="Times New Roman"/>
                <a:cs typeface="Times New Roman"/>
              </a:rPr>
              <a:t> </a:t>
            </a:r>
            <a:r>
              <a:rPr sz="1400" dirty="0">
                <a:solidFill>
                  <a:srgbClr val="595959"/>
                </a:solidFill>
                <a:latin typeface="CTJNHW+ArialMT"/>
                <a:cs typeface="CTJNHW+ArialMT"/>
              </a:rPr>
              <a:t>plotting</a:t>
            </a:r>
            <a:r>
              <a:rPr sz="1400" spc="37" dirty="0">
                <a:solidFill>
                  <a:srgbClr val="595959"/>
                </a:solidFill>
                <a:latin typeface="Times New Roman"/>
                <a:cs typeface="Times New Roman"/>
              </a:rPr>
              <a:t> </a:t>
            </a:r>
            <a:r>
              <a:rPr sz="1400" dirty="0">
                <a:solidFill>
                  <a:srgbClr val="595959"/>
                </a:solidFill>
                <a:latin typeface="CTJNHW+ArialMT"/>
                <a:cs typeface="CTJNHW+ArialMT"/>
              </a:rPr>
              <a:t>of</a:t>
            </a:r>
            <a:r>
              <a:rPr sz="1400" spc="37" dirty="0">
                <a:solidFill>
                  <a:srgbClr val="595959"/>
                </a:solidFill>
                <a:latin typeface="Times New Roman"/>
                <a:cs typeface="Times New Roman"/>
              </a:rPr>
              <a:t> </a:t>
            </a:r>
            <a:r>
              <a:rPr sz="1400" dirty="0">
                <a:solidFill>
                  <a:srgbClr val="595959"/>
                </a:solidFill>
                <a:latin typeface="CTJNHW+ArialMT"/>
                <a:cs typeface="CTJNHW+ArialMT"/>
              </a:rPr>
              <a:t>linear</a:t>
            </a:r>
            <a:r>
              <a:rPr sz="1400" spc="37" dirty="0">
                <a:solidFill>
                  <a:srgbClr val="595959"/>
                </a:solidFill>
                <a:latin typeface="Times New Roman"/>
                <a:cs typeface="Times New Roman"/>
              </a:rPr>
              <a:t> </a:t>
            </a:r>
            <a:r>
              <a:rPr sz="1400" dirty="0">
                <a:solidFill>
                  <a:srgbClr val="595959"/>
                </a:solidFill>
                <a:latin typeface="CTJNHW+ArialMT"/>
                <a:cs typeface="CTJNHW+ArialMT"/>
              </a:rPr>
              <a:t>regression</a:t>
            </a:r>
            <a:r>
              <a:rPr sz="1400" spc="37" dirty="0">
                <a:solidFill>
                  <a:srgbClr val="595959"/>
                </a:solidFill>
                <a:latin typeface="Times New Roman"/>
                <a:cs typeface="Times New Roman"/>
              </a:rPr>
              <a:t> </a:t>
            </a:r>
            <a:r>
              <a:rPr sz="1400" dirty="0">
                <a:solidFill>
                  <a:srgbClr val="595959"/>
                </a:solidFill>
                <a:latin typeface="CTJNHW+ArialMT"/>
                <a:cs typeface="CTJNHW+ArialMT"/>
              </a:rPr>
              <a:t>models</a:t>
            </a:r>
          </a:p>
          <a:p>
            <a:pPr marL="0" marR="0">
              <a:lnSpc>
                <a:spcPts val="1564"/>
              </a:lnSpc>
              <a:spcBef>
                <a:spcPts val="65"/>
              </a:spcBef>
              <a:spcAft>
                <a:spcPts val="0"/>
              </a:spcAft>
            </a:pPr>
            <a:r>
              <a:rPr sz="1400" dirty="0">
                <a:solidFill>
                  <a:srgbClr val="595959"/>
                </a:solidFill>
                <a:latin typeface="ITQKWN+Wingdings-Regular"/>
                <a:cs typeface="ITQKWN+Wingdings-Regular"/>
              </a:rPr>
              <a:t>§</a:t>
            </a:r>
            <a:r>
              <a:rPr sz="1400" spc="809" dirty="0">
                <a:solidFill>
                  <a:srgbClr val="595959"/>
                </a:solidFill>
                <a:latin typeface="Times New Roman"/>
                <a:cs typeface="Times New Roman"/>
              </a:rPr>
              <a:t> </a:t>
            </a:r>
            <a:r>
              <a:rPr sz="1400" dirty="0">
                <a:solidFill>
                  <a:srgbClr val="595959"/>
                </a:solidFill>
                <a:latin typeface="CTJNHW+ArialMT"/>
                <a:cs typeface="CTJNHW+ArialMT"/>
              </a:rPr>
              <a:t>Comfortable</a:t>
            </a:r>
            <a:r>
              <a:rPr sz="1400" spc="37" dirty="0">
                <a:solidFill>
                  <a:srgbClr val="595959"/>
                </a:solidFill>
                <a:latin typeface="Times New Roman"/>
                <a:cs typeface="Times New Roman"/>
              </a:rPr>
              <a:t> </a:t>
            </a:r>
            <a:r>
              <a:rPr sz="1400" dirty="0">
                <a:solidFill>
                  <a:srgbClr val="595959"/>
                </a:solidFill>
                <a:latin typeface="CTJNHW+ArialMT"/>
                <a:cs typeface="CTJNHW+ArialMT"/>
              </a:rPr>
              <a:t>views</a:t>
            </a:r>
            <a:r>
              <a:rPr sz="1400" spc="37" dirty="0">
                <a:solidFill>
                  <a:srgbClr val="595959"/>
                </a:solidFill>
                <a:latin typeface="Times New Roman"/>
                <a:cs typeface="Times New Roman"/>
              </a:rPr>
              <a:t> </a:t>
            </a:r>
            <a:r>
              <a:rPr sz="1400" dirty="0">
                <a:solidFill>
                  <a:srgbClr val="595959"/>
                </a:solidFill>
                <a:latin typeface="CTJNHW+ArialMT"/>
                <a:cs typeface="CTJNHW+ArialMT"/>
              </a:rPr>
              <a:t>of</a:t>
            </a:r>
            <a:r>
              <a:rPr sz="1400" spc="37" dirty="0">
                <a:solidFill>
                  <a:srgbClr val="595959"/>
                </a:solidFill>
                <a:latin typeface="Times New Roman"/>
                <a:cs typeface="Times New Roman"/>
              </a:rPr>
              <a:t> </a:t>
            </a:r>
            <a:r>
              <a:rPr sz="1400" dirty="0">
                <a:solidFill>
                  <a:srgbClr val="595959"/>
                </a:solidFill>
                <a:latin typeface="CTJNHW+ArialMT"/>
                <a:cs typeface="CTJNHW+ArialMT"/>
              </a:rPr>
              <a:t>the</a:t>
            </a:r>
            <a:r>
              <a:rPr sz="1400" spc="37" dirty="0">
                <a:solidFill>
                  <a:srgbClr val="595959"/>
                </a:solidFill>
                <a:latin typeface="Times New Roman"/>
                <a:cs typeface="Times New Roman"/>
              </a:rPr>
              <a:t> </a:t>
            </a:r>
            <a:r>
              <a:rPr sz="1400" dirty="0">
                <a:solidFill>
                  <a:srgbClr val="595959"/>
                </a:solidFill>
                <a:latin typeface="CTJNHW+ArialMT"/>
                <a:cs typeface="CTJNHW+ArialMT"/>
              </a:rPr>
              <a:t>overall</a:t>
            </a:r>
            <a:r>
              <a:rPr sz="1400" spc="37" dirty="0">
                <a:solidFill>
                  <a:srgbClr val="595959"/>
                </a:solidFill>
                <a:latin typeface="Times New Roman"/>
                <a:cs typeface="Times New Roman"/>
              </a:rPr>
              <a:t> </a:t>
            </a:r>
            <a:r>
              <a:rPr sz="1400" dirty="0">
                <a:solidFill>
                  <a:srgbClr val="595959"/>
                </a:solidFill>
                <a:latin typeface="CTJNHW+ArialMT"/>
                <a:cs typeface="CTJNHW+ArialMT"/>
              </a:rPr>
              <a:t>structure</a:t>
            </a:r>
            <a:r>
              <a:rPr sz="1400" spc="37" dirty="0">
                <a:solidFill>
                  <a:srgbClr val="595959"/>
                </a:solidFill>
                <a:latin typeface="Times New Roman"/>
                <a:cs typeface="Times New Roman"/>
              </a:rPr>
              <a:t> </a:t>
            </a:r>
            <a:r>
              <a:rPr sz="1400" dirty="0">
                <a:solidFill>
                  <a:srgbClr val="595959"/>
                </a:solidFill>
                <a:latin typeface="CTJNHW+ArialMT"/>
                <a:cs typeface="CTJNHW+ArialMT"/>
              </a:rPr>
              <a:t>of</a:t>
            </a:r>
            <a:r>
              <a:rPr sz="1400" spc="37" dirty="0">
                <a:solidFill>
                  <a:srgbClr val="595959"/>
                </a:solidFill>
                <a:latin typeface="Times New Roman"/>
                <a:cs typeface="Times New Roman"/>
              </a:rPr>
              <a:t> </a:t>
            </a:r>
            <a:r>
              <a:rPr sz="1400" dirty="0">
                <a:solidFill>
                  <a:srgbClr val="595959"/>
                </a:solidFill>
                <a:latin typeface="CTJNHW+ArialMT"/>
                <a:cs typeface="CTJNHW+ArialMT"/>
              </a:rPr>
              <a:t>complex</a:t>
            </a:r>
            <a:r>
              <a:rPr sz="1400" spc="37" dirty="0">
                <a:solidFill>
                  <a:srgbClr val="595959"/>
                </a:solidFill>
                <a:latin typeface="Times New Roman"/>
                <a:cs typeface="Times New Roman"/>
              </a:rPr>
              <a:t> </a:t>
            </a:r>
            <a:r>
              <a:rPr sz="1400" dirty="0">
                <a:solidFill>
                  <a:srgbClr val="595959"/>
                </a:solidFill>
                <a:latin typeface="CTJNHW+ArialMT"/>
                <a:cs typeface="CTJNHW+ArialMT"/>
              </a:rPr>
              <a:t>datasets</a:t>
            </a:r>
          </a:p>
          <a:p>
            <a:pPr marL="0" marR="0">
              <a:lnSpc>
                <a:spcPts val="1564"/>
              </a:lnSpc>
              <a:spcBef>
                <a:spcPts val="115"/>
              </a:spcBef>
              <a:spcAft>
                <a:spcPts val="0"/>
              </a:spcAft>
            </a:pPr>
            <a:r>
              <a:rPr sz="1400" dirty="0">
                <a:solidFill>
                  <a:srgbClr val="595959"/>
                </a:solidFill>
                <a:latin typeface="ITQKWN+Wingdings-Regular"/>
                <a:cs typeface="ITQKWN+Wingdings-Regular"/>
              </a:rPr>
              <a:t>§</a:t>
            </a:r>
            <a:r>
              <a:rPr sz="1400" spc="809" dirty="0">
                <a:solidFill>
                  <a:srgbClr val="595959"/>
                </a:solidFill>
                <a:latin typeface="Times New Roman"/>
                <a:cs typeface="Times New Roman"/>
              </a:rPr>
              <a:t> </a:t>
            </a:r>
            <a:r>
              <a:rPr sz="1400" dirty="0">
                <a:solidFill>
                  <a:srgbClr val="595959"/>
                </a:solidFill>
                <a:latin typeface="CTJNHW+ArialMT"/>
                <a:cs typeface="CTJNHW+ArialMT"/>
              </a:rPr>
              <a:t>Eases</a:t>
            </a:r>
            <a:r>
              <a:rPr sz="1400" spc="37" dirty="0">
                <a:solidFill>
                  <a:srgbClr val="595959"/>
                </a:solidFill>
                <a:latin typeface="Times New Roman"/>
                <a:cs typeface="Times New Roman"/>
              </a:rPr>
              <a:t> </a:t>
            </a:r>
            <a:r>
              <a:rPr sz="1400" dirty="0">
                <a:solidFill>
                  <a:srgbClr val="595959"/>
                </a:solidFill>
                <a:latin typeface="CTJNHW+ArialMT"/>
                <a:cs typeface="CTJNHW+ArialMT"/>
              </a:rPr>
              <a:t>building</a:t>
            </a:r>
            <a:r>
              <a:rPr sz="1400" spc="37" dirty="0">
                <a:solidFill>
                  <a:srgbClr val="595959"/>
                </a:solidFill>
                <a:latin typeface="Times New Roman"/>
                <a:cs typeface="Times New Roman"/>
              </a:rPr>
              <a:t> </a:t>
            </a:r>
            <a:r>
              <a:rPr sz="1400" dirty="0">
                <a:solidFill>
                  <a:srgbClr val="595959"/>
                </a:solidFill>
                <a:latin typeface="CTJNHW+ArialMT"/>
                <a:cs typeface="CTJNHW+ArialMT"/>
              </a:rPr>
              <a:t>complex</a:t>
            </a:r>
            <a:r>
              <a:rPr sz="1400" spc="37" dirty="0">
                <a:solidFill>
                  <a:srgbClr val="595959"/>
                </a:solidFill>
                <a:latin typeface="Times New Roman"/>
                <a:cs typeface="Times New Roman"/>
              </a:rPr>
              <a:t> </a:t>
            </a:r>
            <a:r>
              <a:rPr sz="1400" dirty="0">
                <a:solidFill>
                  <a:srgbClr val="595959"/>
                </a:solidFill>
                <a:latin typeface="CTJNHW+ArialMT"/>
                <a:cs typeface="CTJNHW+ArialMT"/>
              </a:rPr>
              <a:t>visualizations</a:t>
            </a:r>
            <a:r>
              <a:rPr sz="1400" spc="37" dirty="0">
                <a:solidFill>
                  <a:srgbClr val="595959"/>
                </a:solidFill>
                <a:latin typeface="Times New Roman"/>
                <a:cs typeface="Times New Roman"/>
              </a:rPr>
              <a:t> </a:t>
            </a:r>
            <a:r>
              <a:rPr sz="1400" dirty="0">
                <a:solidFill>
                  <a:srgbClr val="595959"/>
                </a:solidFill>
                <a:latin typeface="CTJNHW+ArialMT"/>
                <a:cs typeface="CTJNHW+ArialMT"/>
              </a:rPr>
              <a:t>using</a:t>
            </a:r>
            <a:r>
              <a:rPr sz="1400" spc="37" dirty="0">
                <a:solidFill>
                  <a:srgbClr val="595959"/>
                </a:solidFill>
                <a:latin typeface="Times New Roman"/>
                <a:cs typeface="Times New Roman"/>
              </a:rPr>
              <a:t> </a:t>
            </a:r>
            <a:r>
              <a:rPr sz="1400" dirty="0">
                <a:solidFill>
                  <a:srgbClr val="595959"/>
                </a:solidFill>
                <a:latin typeface="CTJNHW+ArialMT"/>
                <a:cs typeface="CTJNHW+ArialMT"/>
              </a:rPr>
              <a:t>high-level</a:t>
            </a:r>
            <a:r>
              <a:rPr sz="1400" spc="37" dirty="0">
                <a:solidFill>
                  <a:srgbClr val="595959"/>
                </a:solidFill>
                <a:latin typeface="Times New Roman"/>
                <a:cs typeface="Times New Roman"/>
              </a:rPr>
              <a:t> </a:t>
            </a:r>
            <a:r>
              <a:rPr sz="1400" dirty="0">
                <a:solidFill>
                  <a:srgbClr val="595959"/>
                </a:solidFill>
                <a:latin typeface="CTJNHW+ArialMT"/>
                <a:cs typeface="CTJNHW+ArialMT"/>
              </a:rPr>
              <a:t>abstractions</a:t>
            </a:r>
            <a:r>
              <a:rPr sz="1400" spc="37" dirty="0">
                <a:solidFill>
                  <a:srgbClr val="595959"/>
                </a:solidFill>
                <a:latin typeface="Times New Roman"/>
                <a:cs typeface="Times New Roman"/>
              </a:rPr>
              <a:t> </a:t>
            </a:r>
            <a:r>
              <a:rPr sz="1400" dirty="0">
                <a:solidFill>
                  <a:srgbClr val="595959"/>
                </a:solidFill>
                <a:latin typeface="CTJNHW+ArialMT"/>
                <a:cs typeface="CTJNHW+ArialMT"/>
              </a:rPr>
              <a:t>for</a:t>
            </a:r>
            <a:r>
              <a:rPr sz="1400" spc="37" dirty="0">
                <a:solidFill>
                  <a:srgbClr val="595959"/>
                </a:solidFill>
                <a:latin typeface="Times New Roman"/>
                <a:cs typeface="Times New Roman"/>
              </a:rPr>
              <a:t> </a:t>
            </a:r>
            <a:r>
              <a:rPr sz="1400" dirty="0">
                <a:solidFill>
                  <a:srgbClr val="595959"/>
                </a:solidFill>
                <a:latin typeface="CTJNHW+ArialMT"/>
                <a:cs typeface="CTJNHW+ArialMT"/>
              </a:rPr>
              <a:t>structuring</a:t>
            </a:r>
            <a:r>
              <a:rPr sz="1400" spc="37" dirty="0">
                <a:solidFill>
                  <a:srgbClr val="595959"/>
                </a:solidFill>
                <a:latin typeface="Times New Roman"/>
                <a:cs typeface="Times New Roman"/>
              </a:rPr>
              <a:t> </a:t>
            </a:r>
            <a:r>
              <a:rPr sz="1400" dirty="0">
                <a:solidFill>
                  <a:srgbClr val="595959"/>
                </a:solidFill>
                <a:latin typeface="CTJNHW+ArialMT"/>
                <a:cs typeface="CTJNHW+ArialMT"/>
              </a:rPr>
              <a:t>multi</a:t>
            </a:r>
          </a:p>
          <a:p>
            <a:pPr marL="228599" marR="0">
              <a:lnSpc>
                <a:spcPts val="1564"/>
              </a:lnSpc>
              <a:spcBef>
                <a:spcPts val="115"/>
              </a:spcBef>
              <a:spcAft>
                <a:spcPts val="0"/>
              </a:spcAft>
            </a:pPr>
            <a:r>
              <a:rPr sz="1400" dirty="0">
                <a:solidFill>
                  <a:srgbClr val="595959"/>
                </a:solidFill>
                <a:latin typeface="CTJNHW+ArialMT"/>
                <a:cs typeface="CTJNHW+ArialMT"/>
              </a:rPr>
              <a:t>-plot</a:t>
            </a:r>
            <a:r>
              <a:rPr sz="1400" spc="37" dirty="0">
                <a:solidFill>
                  <a:srgbClr val="595959"/>
                </a:solidFill>
                <a:latin typeface="Times New Roman"/>
                <a:cs typeface="Times New Roman"/>
              </a:rPr>
              <a:t> </a:t>
            </a:r>
            <a:r>
              <a:rPr sz="1400" dirty="0">
                <a:solidFill>
                  <a:srgbClr val="595959"/>
                </a:solidFill>
                <a:latin typeface="CTJNHW+ArialMT"/>
                <a:cs typeface="CTJNHW+ArialMT"/>
              </a:rPr>
              <a:t>grids</a:t>
            </a:r>
          </a:p>
          <a:p>
            <a:pPr marL="0" marR="0">
              <a:lnSpc>
                <a:spcPts val="1564"/>
              </a:lnSpc>
              <a:spcBef>
                <a:spcPts val="115"/>
              </a:spcBef>
              <a:spcAft>
                <a:spcPts val="0"/>
              </a:spcAft>
            </a:pPr>
            <a:r>
              <a:rPr sz="1400" dirty="0">
                <a:solidFill>
                  <a:srgbClr val="595959"/>
                </a:solidFill>
                <a:latin typeface="ITQKWN+Wingdings-Regular"/>
                <a:cs typeface="ITQKWN+Wingdings-Regular"/>
              </a:rPr>
              <a:t>§</a:t>
            </a:r>
            <a:r>
              <a:rPr sz="1400" spc="809" dirty="0">
                <a:solidFill>
                  <a:srgbClr val="595959"/>
                </a:solidFill>
                <a:latin typeface="Times New Roman"/>
                <a:cs typeface="Times New Roman"/>
              </a:rPr>
              <a:t> </a:t>
            </a:r>
            <a:r>
              <a:rPr sz="1400" dirty="0">
                <a:solidFill>
                  <a:srgbClr val="595959"/>
                </a:solidFill>
                <a:latin typeface="CTJNHW+ArialMT"/>
                <a:cs typeface="CTJNHW+ArialMT"/>
              </a:rPr>
              <a:t>Options</a:t>
            </a:r>
            <a:r>
              <a:rPr sz="1400" spc="37" dirty="0">
                <a:solidFill>
                  <a:srgbClr val="595959"/>
                </a:solidFill>
                <a:latin typeface="Times New Roman"/>
                <a:cs typeface="Times New Roman"/>
              </a:rPr>
              <a:t> </a:t>
            </a:r>
            <a:r>
              <a:rPr sz="1400" dirty="0">
                <a:solidFill>
                  <a:srgbClr val="595959"/>
                </a:solidFill>
                <a:latin typeface="CTJNHW+ArialMT"/>
                <a:cs typeface="CTJNHW+ArialMT"/>
              </a:rPr>
              <a:t>for</a:t>
            </a:r>
            <a:r>
              <a:rPr sz="1400" spc="37" dirty="0">
                <a:solidFill>
                  <a:srgbClr val="595959"/>
                </a:solidFill>
                <a:latin typeface="Times New Roman"/>
                <a:cs typeface="Times New Roman"/>
              </a:rPr>
              <a:t> </a:t>
            </a:r>
            <a:r>
              <a:rPr sz="1400" dirty="0">
                <a:solidFill>
                  <a:srgbClr val="595959"/>
                </a:solidFill>
                <a:latin typeface="CTJNHW+ArialMT"/>
                <a:cs typeface="CTJNHW+ArialMT"/>
              </a:rPr>
              <a:t>visualizing</a:t>
            </a:r>
            <a:r>
              <a:rPr sz="1400" spc="37" dirty="0">
                <a:solidFill>
                  <a:srgbClr val="595959"/>
                </a:solidFill>
                <a:latin typeface="Times New Roman"/>
                <a:cs typeface="Times New Roman"/>
              </a:rPr>
              <a:t> </a:t>
            </a:r>
            <a:r>
              <a:rPr sz="1400" dirty="0">
                <a:solidFill>
                  <a:srgbClr val="595959"/>
                </a:solidFill>
                <a:latin typeface="CTJNHW+ArialMT"/>
                <a:cs typeface="CTJNHW+ArialMT"/>
              </a:rPr>
              <a:t>bivariate</a:t>
            </a:r>
            <a:r>
              <a:rPr sz="1400" spc="37" dirty="0">
                <a:solidFill>
                  <a:srgbClr val="595959"/>
                </a:solidFill>
                <a:latin typeface="Times New Roman"/>
                <a:cs typeface="Times New Roman"/>
              </a:rPr>
              <a:t> </a:t>
            </a:r>
            <a:r>
              <a:rPr sz="1400" dirty="0">
                <a:solidFill>
                  <a:srgbClr val="595959"/>
                </a:solidFill>
                <a:latin typeface="CTJNHW+ArialMT"/>
                <a:cs typeface="CTJNHW+ArialMT"/>
              </a:rPr>
              <a:t>or</a:t>
            </a:r>
            <a:r>
              <a:rPr sz="1400" spc="37" dirty="0">
                <a:solidFill>
                  <a:srgbClr val="595959"/>
                </a:solidFill>
                <a:latin typeface="Times New Roman"/>
                <a:cs typeface="Times New Roman"/>
              </a:rPr>
              <a:t> </a:t>
            </a:r>
            <a:r>
              <a:rPr sz="1400" dirty="0">
                <a:solidFill>
                  <a:srgbClr val="595959"/>
                </a:solidFill>
                <a:latin typeface="CTJNHW+ArialMT"/>
                <a:cs typeface="CTJNHW+ArialMT"/>
              </a:rPr>
              <a:t>univariate</a:t>
            </a:r>
            <a:r>
              <a:rPr sz="1400" spc="37" dirty="0">
                <a:solidFill>
                  <a:srgbClr val="595959"/>
                </a:solidFill>
                <a:latin typeface="Times New Roman"/>
                <a:cs typeface="Times New Roman"/>
              </a:rPr>
              <a:t> </a:t>
            </a:r>
            <a:r>
              <a:rPr sz="1400" dirty="0">
                <a:solidFill>
                  <a:srgbClr val="595959"/>
                </a:solidFill>
                <a:latin typeface="CTJNHW+ArialMT"/>
                <a:cs typeface="CTJNHW+ArialMT"/>
              </a:rPr>
              <a:t>distributions</a:t>
            </a:r>
          </a:p>
          <a:p>
            <a:pPr marL="0" marR="0">
              <a:lnSpc>
                <a:spcPts val="1564"/>
              </a:lnSpc>
              <a:spcBef>
                <a:spcPts val="115"/>
              </a:spcBef>
              <a:spcAft>
                <a:spcPts val="0"/>
              </a:spcAft>
            </a:pPr>
            <a:r>
              <a:rPr sz="1400" dirty="0">
                <a:solidFill>
                  <a:srgbClr val="595959"/>
                </a:solidFill>
                <a:latin typeface="ITQKWN+Wingdings-Regular"/>
                <a:cs typeface="ITQKWN+Wingdings-Regular"/>
              </a:rPr>
              <a:t>§</a:t>
            </a:r>
            <a:r>
              <a:rPr sz="1400" spc="809" dirty="0">
                <a:solidFill>
                  <a:srgbClr val="595959"/>
                </a:solidFill>
                <a:latin typeface="Times New Roman"/>
                <a:cs typeface="Times New Roman"/>
              </a:rPr>
              <a:t> </a:t>
            </a:r>
            <a:r>
              <a:rPr sz="1400" dirty="0">
                <a:solidFill>
                  <a:srgbClr val="595959"/>
                </a:solidFill>
                <a:latin typeface="CTJNHW+ArialMT"/>
                <a:cs typeface="CTJNHW+ArialMT"/>
              </a:rPr>
              <a:t>Specialized</a:t>
            </a:r>
            <a:r>
              <a:rPr sz="1400" spc="37" dirty="0">
                <a:solidFill>
                  <a:srgbClr val="595959"/>
                </a:solidFill>
                <a:latin typeface="Times New Roman"/>
                <a:cs typeface="Times New Roman"/>
              </a:rPr>
              <a:t> </a:t>
            </a:r>
            <a:r>
              <a:rPr sz="1400" dirty="0">
                <a:solidFill>
                  <a:srgbClr val="595959"/>
                </a:solidFill>
                <a:latin typeface="CTJNHW+ArialMT"/>
                <a:cs typeface="CTJNHW+ArialMT"/>
              </a:rPr>
              <a:t>support</a:t>
            </a:r>
            <a:r>
              <a:rPr sz="1400" spc="37" dirty="0">
                <a:solidFill>
                  <a:srgbClr val="595959"/>
                </a:solidFill>
                <a:latin typeface="Times New Roman"/>
                <a:cs typeface="Times New Roman"/>
              </a:rPr>
              <a:t> </a:t>
            </a:r>
            <a:r>
              <a:rPr sz="1400" dirty="0">
                <a:solidFill>
                  <a:srgbClr val="595959"/>
                </a:solidFill>
                <a:latin typeface="CTJNHW+ArialMT"/>
                <a:cs typeface="CTJNHW+ArialMT"/>
              </a:rPr>
              <a:t>for</a:t>
            </a:r>
            <a:r>
              <a:rPr sz="1400" spc="37" dirty="0">
                <a:solidFill>
                  <a:srgbClr val="595959"/>
                </a:solidFill>
                <a:latin typeface="Times New Roman"/>
                <a:cs typeface="Times New Roman"/>
              </a:rPr>
              <a:t> </a:t>
            </a:r>
            <a:r>
              <a:rPr sz="1400" dirty="0">
                <a:solidFill>
                  <a:srgbClr val="595959"/>
                </a:solidFill>
                <a:latin typeface="CTJNHW+ArialMT"/>
                <a:cs typeface="CTJNHW+ArialMT"/>
              </a:rPr>
              <a:t>using</a:t>
            </a:r>
            <a:r>
              <a:rPr sz="1400" spc="37" dirty="0">
                <a:solidFill>
                  <a:srgbClr val="595959"/>
                </a:solidFill>
                <a:latin typeface="Times New Roman"/>
                <a:cs typeface="Times New Roman"/>
              </a:rPr>
              <a:t> </a:t>
            </a:r>
            <a:r>
              <a:rPr sz="1400" dirty="0">
                <a:solidFill>
                  <a:srgbClr val="595959"/>
                </a:solidFill>
                <a:latin typeface="CTJNHW+ArialMT"/>
                <a:cs typeface="CTJNHW+ArialMT"/>
              </a:rPr>
              <a:t>categorical</a:t>
            </a:r>
            <a:r>
              <a:rPr sz="1400" spc="37" dirty="0">
                <a:solidFill>
                  <a:srgbClr val="595959"/>
                </a:solidFill>
                <a:latin typeface="Times New Roman"/>
                <a:cs typeface="Times New Roman"/>
              </a:rPr>
              <a:t> </a:t>
            </a:r>
            <a:r>
              <a:rPr sz="1400" dirty="0">
                <a:solidFill>
                  <a:srgbClr val="595959"/>
                </a:solidFill>
                <a:latin typeface="CTJNHW+ArialMT"/>
                <a:cs typeface="CTJNHW+ArialMT"/>
              </a:rPr>
              <a:t>variables</a:t>
            </a:r>
          </a:p>
        </p:txBody>
      </p:sp>
      <p:sp>
        <p:nvSpPr>
          <p:cNvPr id="6" name="object 6"/>
          <p:cNvSpPr txBox="1"/>
          <p:nvPr/>
        </p:nvSpPr>
        <p:spPr>
          <a:xfrm>
            <a:off x="8454905" y="4825974"/>
            <a:ext cx="384125" cy="253863"/>
          </a:xfrm>
          <a:prstGeom prst="rect">
            <a:avLst/>
          </a:prstGeom>
        </p:spPr>
        <p:txBody>
          <a:bodyPr vert="horz" wrap="square" lIns="0" tIns="0" rIns="0" bIns="0" rtlCol="0">
            <a:spAutoFit/>
          </a:bodyPr>
          <a:lstStyle/>
          <a:p>
            <a:pPr marL="0" marR="0">
              <a:lnSpc>
                <a:spcPts val="1698"/>
              </a:lnSpc>
              <a:spcBef>
                <a:spcPts val="0"/>
              </a:spcBef>
              <a:spcAft>
                <a:spcPts val="0"/>
              </a:spcAft>
            </a:pPr>
            <a:r>
              <a:rPr sz="1800" dirty="0">
                <a:solidFill>
                  <a:srgbClr val="888888"/>
                </a:solidFill>
                <a:latin typeface="Calibri"/>
                <a:cs typeface="Calibri"/>
              </a:rPr>
              <a:t>16</a:t>
            </a:r>
          </a:p>
        </p:txBody>
      </p:sp>
    </p:spTree>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1"/>
          <p:cNvSpPr/>
          <p:nvPr/>
        </p:nvSpPr>
        <p:spPr>
          <a:xfrm>
            <a:off x="0" y="0"/>
            <a:ext cx="9144000" cy="5143500"/>
          </a:xfrm>
          <a:prstGeom prst="rect">
            <a:avLst/>
          </a:prstGeom>
          <a:blipFill>
            <a:blip r:embed="rId2" cstate="print"/>
            <a:stretch>
              <a:fillRect/>
            </a:stretch>
          </a:blipFill>
        </p:spPr>
        <p:txBody>
          <a:bodyPr wrap="square" lIns="0" tIns="0" rIns="0" bIns="0" rtlCol="0">
            <a:spAutoFit/>
          </a:bodyPr>
          <a:lstStyle/>
          <a:p>
            <a:endParaRPr/>
          </a:p>
        </p:txBody>
      </p:sp>
      <p:sp>
        <p:nvSpPr>
          <p:cNvPr id="3" name="object 3"/>
          <p:cNvSpPr txBox="1"/>
          <p:nvPr/>
        </p:nvSpPr>
        <p:spPr>
          <a:xfrm>
            <a:off x="556459" y="479720"/>
            <a:ext cx="5651398" cy="537972"/>
          </a:xfrm>
          <a:prstGeom prst="rect">
            <a:avLst/>
          </a:prstGeom>
        </p:spPr>
        <p:txBody>
          <a:bodyPr vert="horz" wrap="square" lIns="0" tIns="0" rIns="0" bIns="0" rtlCol="0">
            <a:spAutoFit/>
          </a:bodyPr>
          <a:lstStyle/>
          <a:p>
            <a:pPr marL="0" marR="0">
              <a:lnSpc>
                <a:spcPts val="3936"/>
              </a:lnSpc>
              <a:spcBef>
                <a:spcPts val="0"/>
              </a:spcBef>
              <a:spcAft>
                <a:spcPts val="0"/>
              </a:spcAft>
            </a:pPr>
            <a:r>
              <a:rPr sz="3200" b="1" dirty="0">
                <a:solidFill>
                  <a:srgbClr val="C00000"/>
                </a:solidFill>
                <a:latin typeface="RESQJF+LibreBaskerville-Bold"/>
                <a:cs typeface="RESQJF+LibreBaskerville-Bold"/>
              </a:rPr>
              <a:t>Loading Python Libraries</a:t>
            </a:r>
          </a:p>
        </p:txBody>
      </p:sp>
      <p:sp>
        <p:nvSpPr>
          <p:cNvPr id="4" name="object 4"/>
          <p:cNvSpPr txBox="1"/>
          <p:nvPr/>
        </p:nvSpPr>
        <p:spPr>
          <a:xfrm>
            <a:off x="1886037" y="1442179"/>
            <a:ext cx="2712736" cy="452873"/>
          </a:xfrm>
          <a:prstGeom prst="rect">
            <a:avLst/>
          </a:prstGeom>
        </p:spPr>
        <p:txBody>
          <a:bodyPr vert="horz" wrap="square" lIns="0" tIns="0" rIns="0" bIns="0" rtlCol="0">
            <a:spAutoFit/>
          </a:bodyPr>
          <a:lstStyle/>
          <a:p>
            <a:pPr marL="0" marR="0">
              <a:lnSpc>
                <a:spcPts val="1585"/>
              </a:lnSpc>
              <a:spcBef>
                <a:spcPts val="0"/>
              </a:spcBef>
              <a:spcAft>
                <a:spcPts val="0"/>
              </a:spcAft>
            </a:pPr>
            <a:r>
              <a:rPr sz="1400" dirty="0">
                <a:solidFill>
                  <a:srgbClr val="0D5BDC"/>
                </a:solidFill>
                <a:latin typeface="SFVEEJ+CourierNewPS-ItalicMT"/>
                <a:cs typeface="SFVEEJ+CourierNewPS-ItalicMT"/>
              </a:rPr>
              <a:t>#Import</a:t>
            </a:r>
            <a:r>
              <a:rPr sz="1400" spc="490" dirty="0">
                <a:solidFill>
                  <a:srgbClr val="0D5BDC"/>
                </a:solidFill>
                <a:latin typeface="SFVEEJ+CourierNewPS-ItalicMT"/>
                <a:cs typeface="SFVEEJ+CourierNewPS-ItalicMT"/>
              </a:rPr>
              <a:t> </a:t>
            </a:r>
            <a:r>
              <a:rPr sz="1400" dirty="0">
                <a:solidFill>
                  <a:srgbClr val="0D5BDC"/>
                </a:solidFill>
                <a:latin typeface="SFVEEJ+CourierNewPS-ItalicMT"/>
                <a:cs typeface="SFVEEJ+CourierNewPS-ItalicMT"/>
              </a:rPr>
              <a:t>Python</a:t>
            </a:r>
            <a:r>
              <a:rPr sz="1400" spc="490" dirty="0">
                <a:solidFill>
                  <a:srgbClr val="0D5BDC"/>
                </a:solidFill>
                <a:latin typeface="SFVEEJ+CourierNewPS-ItalicMT"/>
                <a:cs typeface="SFVEEJ+CourierNewPS-ItalicMT"/>
              </a:rPr>
              <a:t> </a:t>
            </a:r>
            <a:r>
              <a:rPr sz="1400" dirty="0">
                <a:solidFill>
                  <a:srgbClr val="0D5BDC"/>
                </a:solidFill>
                <a:latin typeface="SFVEEJ+CourierNewPS-ItalicMT"/>
                <a:cs typeface="SFVEEJ+CourierNewPS-ItalicMT"/>
              </a:rPr>
              <a:t>Libraries</a:t>
            </a:r>
          </a:p>
          <a:p>
            <a:pPr marL="0" marR="0">
              <a:lnSpc>
                <a:spcPts val="1585"/>
              </a:lnSpc>
              <a:spcBef>
                <a:spcPts val="94"/>
              </a:spcBef>
              <a:spcAft>
                <a:spcPts val="0"/>
              </a:spcAft>
            </a:pPr>
            <a:r>
              <a:rPr sz="1400" b="1" dirty="0">
                <a:solidFill>
                  <a:srgbClr val="DBF000"/>
                </a:solidFill>
                <a:latin typeface="WDSLLB+CourierNewPS-BoldMT"/>
                <a:cs typeface="WDSLLB+CourierNewPS-BoldMT"/>
              </a:rPr>
              <a:t>import</a:t>
            </a:r>
            <a:r>
              <a:rPr sz="1400" b="1" spc="471" dirty="0">
                <a:solidFill>
                  <a:srgbClr val="DBF000"/>
                </a:solidFill>
                <a:latin typeface="Times New Roman"/>
                <a:cs typeface="Times New Roman"/>
              </a:rPr>
              <a:t> </a:t>
            </a:r>
            <a:r>
              <a:rPr sz="1400" dirty="0">
                <a:solidFill>
                  <a:srgbClr val="161616"/>
                </a:solidFill>
                <a:latin typeface="SEUJEH+CourierNewPSMT"/>
                <a:cs typeface="SEUJEH+CourierNewPSMT"/>
              </a:rPr>
              <a:t>numpy</a:t>
            </a:r>
            <a:r>
              <a:rPr sz="1400" spc="-15" dirty="0">
                <a:solidFill>
                  <a:srgbClr val="161616"/>
                </a:solidFill>
                <a:latin typeface="SEUJEH+CourierNewPSMT"/>
                <a:cs typeface="SEUJEH+CourierNewPSMT"/>
              </a:rPr>
              <a:t> </a:t>
            </a:r>
            <a:r>
              <a:rPr sz="1400" b="1" dirty="0">
                <a:solidFill>
                  <a:srgbClr val="DBF000"/>
                </a:solidFill>
                <a:latin typeface="WDSLLB+CourierNewPS-BoldMT"/>
                <a:cs typeface="WDSLLB+CourierNewPS-BoldMT"/>
              </a:rPr>
              <a:t>as</a:t>
            </a:r>
            <a:r>
              <a:rPr sz="1400" b="1" spc="482" dirty="0">
                <a:solidFill>
                  <a:srgbClr val="DBF000"/>
                </a:solidFill>
                <a:latin typeface="Times New Roman"/>
                <a:cs typeface="Times New Roman"/>
              </a:rPr>
              <a:t> </a:t>
            </a:r>
            <a:r>
              <a:rPr sz="1400" dirty="0">
                <a:solidFill>
                  <a:srgbClr val="161616"/>
                </a:solidFill>
                <a:latin typeface="SEUJEH+CourierNewPSMT"/>
                <a:cs typeface="SEUJEH+CourierNewPSMT"/>
              </a:rPr>
              <a:t>np</a:t>
            </a:r>
          </a:p>
        </p:txBody>
      </p:sp>
      <p:sp>
        <p:nvSpPr>
          <p:cNvPr id="5" name="object 5"/>
          <p:cNvSpPr txBox="1"/>
          <p:nvPr/>
        </p:nvSpPr>
        <p:spPr>
          <a:xfrm>
            <a:off x="1180924" y="1471405"/>
            <a:ext cx="518174" cy="210740"/>
          </a:xfrm>
          <a:prstGeom prst="rect">
            <a:avLst/>
          </a:prstGeom>
        </p:spPr>
        <p:txBody>
          <a:bodyPr vert="horz" wrap="square" lIns="0" tIns="0" rIns="0" bIns="0" rtlCol="0">
            <a:spAutoFit/>
          </a:bodyPr>
          <a:lstStyle/>
          <a:p>
            <a:pPr marL="0" marR="0">
              <a:lnSpc>
                <a:spcPts val="1359"/>
              </a:lnSpc>
              <a:spcBef>
                <a:spcPts val="0"/>
              </a:spcBef>
              <a:spcAft>
                <a:spcPts val="0"/>
              </a:spcAft>
            </a:pPr>
            <a:r>
              <a:rPr sz="1200" dirty="0">
                <a:solidFill>
                  <a:srgbClr val="00717D"/>
                </a:solidFill>
                <a:latin typeface="SEUJEH+CourierNewPSMT"/>
                <a:cs typeface="SEUJEH+CourierNewPSMT"/>
              </a:rPr>
              <a:t>In [</a:t>
            </a:r>
          </a:p>
        </p:txBody>
      </p:sp>
      <p:sp>
        <p:nvSpPr>
          <p:cNvPr id="6" name="object 6"/>
          <p:cNvSpPr txBox="1"/>
          <p:nvPr/>
        </p:nvSpPr>
        <p:spPr>
          <a:xfrm>
            <a:off x="738012" y="1654285"/>
            <a:ext cx="335309" cy="210740"/>
          </a:xfrm>
          <a:prstGeom prst="rect">
            <a:avLst/>
          </a:prstGeom>
        </p:spPr>
        <p:txBody>
          <a:bodyPr vert="horz" wrap="square" lIns="0" tIns="0" rIns="0" bIns="0" rtlCol="0">
            <a:spAutoFit/>
          </a:bodyPr>
          <a:lstStyle/>
          <a:p>
            <a:pPr marL="0" marR="0">
              <a:lnSpc>
                <a:spcPts val="1359"/>
              </a:lnSpc>
              <a:spcBef>
                <a:spcPts val="0"/>
              </a:spcBef>
              <a:spcAft>
                <a:spcPts val="0"/>
              </a:spcAft>
            </a:pPr>
            <a:r>
              <a:rPr sz="1200" dirty="0">
                <a:solidFill>
                  <a:srgbClr val="00717D"/>
                </a:solidFill>
                <a:latin typeface="SEUJEH+CourierNewPSMT"/>
                <a:cs typeface="SEUJEH+CourierNewPSMT"/>
              </a:rPr>
              <a:t>]:</a:t>
            </a:r>
          </a:p>
        </p:txBody>
      </p:sp>
      <p:sp>
        <p:nvSpPr>
          <p:cNvPr id="7" name="object 7"/>
          <p:cNvSpPr txBox="1"/>
          <p:nvPr/>
        </p:nvSpPr>
        <p:spPr>
          <a:xfrm>
            <a:off x="1886037" y="1868899"/>
            <a:ext cx="2067894" cy="239514"/>
          </a:xfrm>
          <a:prstGeom prst="rect">
            <a:avLst/>
          </a:prstGeom>
        </p:spPr>
        <p:txBody>
          <a:bodyPr vert="horz" wrap="square" lIns="0" tIns="0" rIns="0" bIns="0" rtlCol="0">
            <a:spAutoFit/>
          </a:bodyPr>
          <a:lstStyle/>
          <a:p>
            <a:pPr marL="0" marR="0">
              <a:lnSpc>
                <a:spcPts val="1585"/>
              </a:lnSpc>
              <a:spcBef>
                <a:spcPts val="0"/>
              </a:spcBef>
              <a:spcAft>
                <a:spcPts val="0"/>
              </a:spcAft>
            </a:pPr>
            <a:r>
              <a:rPr sz="1400" b="1" dirty="0">
                <a:solidFill>
                  <a:srgbClr val="DBF000"/>
                </a:solidFill>
                <a:latin typeface="WDSLLB+CourierNewPS-BoldMT"/>
                <a:cs typeface="WDSLLB+CourierNewPS-BoldMT"/>
              </a:rPr>
              <a:t>import</a:t>
            </a:r>
            <a:r>
              <a:rPr sz="1400" b="1" spc="475" dirty="0">
                <a:solidFill>
                  <a:srgbClr val="DBF000"/>
                </a:solidFill>
                <a:latin typeface="Times New Roman"/>
                <a:cs typeface="Times New Roman"/>
              </a:rPr>
              <a:t> </a:t>
            </a:r>
            <a:r>
              <a:rPr sz="1400" dirty="0">
                <a:solidFill>
                  <a:srgbClr val="161616"/>
                </a:solidFill>
                <a:latin typeface="SEUJEH+CourierNewPSMT"/>
                <a:cs typeface="SEUJEH+CourierNewPSMT"/>
              </a:rPr>
              <a:t>scipy</a:t>
            </a:r>
            <a:r>
              <a:rPr sz="1400" spc="-18" dirty="0">
                <a:solidFill>
                  <a:srgbClr val="161616"/>
                </a:solidFill>
                <a:latin typeface="SEUJEH+CourierNewPSMT"/>
                <a:cs typeface="SEUJEH+CourierNewPSMT"/>
              </a:rPr>
              <a:t> </a:t>
            </a:r>
            <a:r>
              <a:rPr sz="1400" b="1" dirty="0">
                <a:solidFill>
                  <a:srgbClr val="DBF000"/>
                </a:solidFill>
                <a:latin typeface="WDSLLB+CourierNewPS-BoldMT"/>
                <a:cs typeface="WDSLLB+CourierNewPS-BoldMT"/>
              </a:rPr>
              <a:t>as</a:t>
            </a:r>
            <a:r>
              <a:rPr sz="1400" b="1" spc="484" dirty="0">
                <a:solidFill>
                  <a:srgbClr val="DBF000"/>
                </a:solidFill>
                <a:latin typeface="Times New Roman"/>
                <a:cs typeface="Times New Roman"/>
              </a:rPr>
              <a:t> </a:t>
            </a:r>
            <a:r>
              <a:rPr sz="1400" dirty="0">
                <a:solidFill>
                  <a:srgbClr val="161616"/>
                </a:solidFill>
                <a:latin typeface="SEUJEH+CourierNewPSMT"/>
                <a:cs typeface="SEUJEH+CourierNewPSMT"/>
              </a:rPr>
              <a:t>sp</a:t>
            </a:r>
          </a:p>
        </p:txBody>
      </p:sp>
      <p:sp>
        <p:nvSpPr>
          <p:cNvPr id="8" name="object 8"/>
          <p:cNvSpPr txBox="1"/>
          <p:nvPr/>
        </p:nvSpPr>
        <p:spPr>
          <a:xfrm>
            <a:off x="1886037" y="2082259"/>
            <a:ext cx="2706387" cy="666234"/>
          </a:xfrm>
          <a:prstGeom prst="rect">
            <a:avLst/>
          </a:prstGeom>
        </p:spPr>
        <p:txBody>
          <a:bodyPr vert="horz" wrap="square" lIns="0" tIns="0" rIns="0" bIns="0" rtlCol="0">
            <a:spAutoFit/>
          </a:bodyPr>
          <a:lstStyle/>
          <a:p>
            <a:pPr marL="0" marR="0">
              <a:lnSpc>
                <a:spcPts val="1585"/>
              </a:lnSpc>
              <a:spcBef>
                <a:spcPts val="0"/>
              </a:spcBef>
              <a:spcAft>
                <a:spcPts val="0"/>
              </a:spcAft>
            </a:pPr>
            <a:r>
              <a:rPr sz="1400" b="1" dirty="0">
                <a:solidFill>
                  <a:srgbClr val="DBF000"/>
                </a:solidFill>
                <a:latin typeface="WDSLLB+CourierNewPS-BoldMT"/>
                <a:cs typeface="WDSLLB+CourierNewPS-BoldMT"/>
              </a:rPr>
              <a:t>import</a:t>
            </a:r>
            <a:r>
              <a:rPr sz="1400" b="1" spc="475" dirty="0">
                <a:solidFill>
                  <a:srgbClr val="DBF000"/>
                </a:solidFill>
                <a:latin typeface="Times New Roman"/>
                <a:cs typeface="Times New Roman"/>
              </a:rPr>
              <a:t> </a:t>
            </a:r>
            <a:r>
              <a:rPr sz="1400" dirty="0">
                <a:solidFill>
                  <a:srgbClr val="161616"/>
                </a:solidFill>
                <a:latin typeface="SEUJEH+CourierNewPSMT"/>
                <a:cs typeface="SEUJEH+CourierNewPSMT"/>
              </a:rPr>
              <a:t>pandas</a:t>
            </a:r>
            <a:r>
              <a:rPr sz="1400" spc="-20" dirty="0">
                <a:solidFill>
                  <a:srgbClr val="161616"/>
                </a:solidFill>
                <a:latin typeface="SEUJEH+CourierNewPSMT"/>
                <a:cs typeface="SEUJEH+CourierNewPSMT"/>
              </a:rPr>
              <a:t> </a:t>
            </a:r>
            <a:r>
              <a:rPr sz="1400" b="1" dirty="0">
                <a:solidFill>
                  <a:srgbClr val="DBF000"/>
                </a:solidFill>
                <a:latin typeface="WDSLLB+CourierNewPS-BoldMT"/>
                <a:cs typeface="WDSLLB+CourierNewPS-BoldMT"/>
              </a:rPr>
              <a:t>as</a:t>
            </a:r>
            <a:r>
              <a:rPr sz="1400" b="1" spc="484" dirty="0">
                <a:solidFill>
                  <a:srgbClr val="DBF000"/>
                </a:solidFill>
                <a:latin typeface="Times New Roman"/>
                <a:cs typeface="Times New Roman"/>
              </a:rPr>
              <a:t> </a:t>
            </a:r>
            <a:r>
              <a:rPr sz="1400" dirty="0">
                <a:solidFill>
                  <a:srgbClr val="161616"/>
                </a:solidFill>
                <a:latin typeface="SEUJEH+CourierNewPSMT"/>
                <a:cs typeface="SEUJEH+CourierNewPSMT"/>
              </a:rPr>
              <a:t>pd</a:t>
            </a:r>
          </a:p>
          <a:p>
            <a:pPr marL="0" marR="0">
              <a:lnSpc>
                <a:spcPts val="1585"/>
              </a:lnSpc>
              <a:spcBef>
                <a:spcPts val="94"/>
              </a:spcBef>
              <a:spcAft>
                <a:spcPts val="0"/>
              </a:spcAft>
            </a:pPr>
            <a:r>
              <a:rPr sz="1400" b="1" dirty="0">
                <a:solidFill>
                  <a:srgbClr val="DBF000"/>
                </a:solidFill>
                <a:latin typeface="WDSLLB+CourierNewPS-BoldMT"/>
                <a:cs typeface="WDSLLB+CourierNewPS-BoldMT"/>
              </a:rPr>
              <a:t>import</a:t>
            </a:r>
            <a:r>
              <a:rPr sz="1400" b="1" spc="475" dirty="0">
                <a:solidFill>
                  <a:srgbClr val="DBF000"/>
                </a:solidFill>
                <a:latin typeface="Times New Roman"/>
                <a:cs typeface="Times New Roman"/>
              </a:rPr>
              <a:t> </a:t>
            </a:r>
            <a:r>
              <a:rPr sz="1400" dirty="0">
                <a:solidFill>
                  <a:srgbClr val="161616"/>
                </a:solidFill>
                <a:latin typeface="SEUJEH+CourierNewPSMT"/>
                <a:cs typeface="SEUJEH+CourierNewPSMT"/>
              </a:rPr>
              <a:t>matplotlib</a:t>
            </a:r>
            <a:r>
              <a:rPr sz="1400" spc="-30" dirty="0">
                <a:solidFill>
                  <a:srgbClr val="161616"/>
                </a:solidFill>
                <a:latin typeface="SEUJEH+CourierNewPSMT"/>
                <a:cs typeface="SEUJEH+CourierNewPSMT"/>
              </a:rPr>
              <a:t> </a:t>
            </a:r>
            <a:r>
              <a:rPr sz="1400" b="1" dirty="0">
                <a:solidFill>
                  <a:srgbClr val="DBF000"/>
                </a:solidFill>
                <a:latin typeface="WDSLLB+CourierNewPS-BoldMT"/>
                <a:cs typeface="WDSLLB+CourierNewPS-BoldMT"/>
              </a:rPr>
              <a:t>as</a:t>
            </a:r>
            <a:r>
              <a:rPr sz="1400" b="1" spc="484" dirty="0">
                <a:solidFill>
                  <a:srgbClr val="DBF000"/>
                </a:solidFill>
                <a:latin typeface="Times New Roman"/>
                <a:cs typeface="Times New Roman"/>
              </a:rPr>
              <a:t> </a:t>
            </a:r>
            <a:r>
              <a:rPr sz="1400" dirty="0">
                <a:solidFill>
                  <a:srgbClr val="161616"/>
                </a:solidFill>
                <a:latin typeface="SEUJEH+CourierNewPSMT"/>
                <a:cs typeface="SEUJEH+CourierNewPSMT"/>
              </a:rPr>
              <a:t>mpl</a:t>
            </a:r>
          </a:p>
          <a:p>
            <a:pPr marL="0" marR="0">
              <a:lnSpc>
                <a:spcPts val="1585"/>
              </a:lnSpc>
              <a:spcBef>
                <a:spcPts val="44"/>
              </a:spcBef>
              <a:spcAft>
                <a:spcPts val="0"/>
              </a:spcAft>
            </a:pPr>
            <a:r>
              <a:rPr sz="1400" b="1" dirty="0">
                <a:solidFill>
                  <a:srgbClr val="DBF000"/>
                </a:solidFill>
                <a:latin typeface="WDSLLB+CourierNewPS-BoldMT"/>
                <a:cs typeface="WDSLLB+CourierNewPS-BoldMT"/>
              </a:rPr>
              <a:t>import</a:t>
            </a:r>
            <a:r>
              <a:rPr sz="1400" b="1" spc="475" dirty="0">
                <a:solidFill>
                  <a:srgbClr val="DBF000"/>
                </a:solidFill>
                <a:latin typeface="Times New Roman"/>
                <a:cs typeface="Times New Roman"/>
              </a:rPr>
              <a:t> </a:t>
            </a:r>
            <a:r>
              <a:rPr sz="1400" dirty="0">
                <a:solidFill>
                  <a:srgbClr val="161616"/>
                </a:solidFill>
                <a:latin typeface="SEUJEH+CourierNewPSMT"/>
                <a:cs typeface="SEUJEH+CourierNewPSMT"/>
              </a:rPr>
              <a:t>seaborn</a:t>
            </a:r>
            <a:r>
              <a:rPr sz="1400" spc="-23" dirty="0">
                <a:solidFill>
                  <a:srgbClr val="161616"/>
                </a:solidFill>
                <a:latin typeface="SEUJEH+CourierNewPSMT"/>
                <a:cs typeface="SEUJEH+CourierNewPSMT"/>
              </a:rPr>
              <a:t> </a:t>
            </a:r>
            <a:r>
              <a:rPr sz="1400" b="1" dirty="0">
                <a:solidFill>
                  <a:srgbClr val="DBF000"/>
                </a:solidFill>
                <a:latin typeface="WDSLLB+CourierNewPS-BoldMT"/>
                <a:cs typeface="WDSLLB+CourierNewPS-BoldMT"/>
              </a:rPr>
              <a:t>as</a:t>
            </a:r>
            <a:r>
              <a:rPr sz="1400" b="1" spc="484" dirty="0">
                <a:solidFill>
                  <a:srgbClr val="DBF000"/>
                </a:solidFill>
                <a:latin typeface="Times New Roman"/>
                <a:cs typeface="Times New Roman"/>
              </a:rPr>
              <a:t> </a:t>
            </a:r>
            <a:r>
              <a:rPr sz="1400" dirty="0">
                <a:solidFill>
                  <a:srgbClr val="161616"/>
                </a:solidFill>
                <a:latin typeface="SEUJEH+CourierNewPSMT"/>
                <a:cs typeface="SEUJEH+CourierNewPSMT"/>
              </a:rPr>
              <a:t>sns</a:t>
            </a:r>
          </a:p>
        </p:txBody>
      </p:sp>
      <p:sp>
        <p:nvSpPr>
          <p:cNvPr id="9" name="object 9"/>
          <p:cNvSpPr txBox="1"/>
          <p:nvPr/>
        </p:nvSpPr>
        <p:spPr>
          <a:xfrm>
            <a:off x="812967" y="3740978"/>
            <a:ext cx="3884680" cy="252449"/>
          </a:xfrm>
          <a:prstGeom prst="rect">
            <a:avLst/>
          </a:prstGeom>
        </p:spPr>
        <p:txBody>
          <a:bodyPr vert="horz" wrap="square" lIns="0" tIns="0" rIns="0" bIns="0" rtlCol="0">
            <a:spAutoFit/>
          </a:bodyPr>
          <a:lstStyle/>
          <a:p>
            <a:pPr marL="0" marR="0">
              <a:lnSpc>
                <a:spcPts val="1585"/>
              </a:lnSpc>
              <a:spcBef>
                <a:spcPts val="0"/>
              </a:spcBef>
              <a:spcAft>
                <a:spcPts val="0"/>
              </a:spcAft>
            </a:pPr>
            <a:r>
              <a:rPr sz="1400" dirty="0">
                <a:solidFill>
                  <a:srgbClr val="000000"/>
                </a:solidFill>
                <a:latin typeface="CTJNHW+ArialMT"/>
                <a:cs typeface="CTJNHW+ArialMT"/>
              </a:rPr>
              <a:t>Press</a:t>
            </a:r>
            <a:r>
              <a:rPr sz="1400" spc="36" dirty="0">
                <a:solidFill>
                  <a:srgbClr val="000000"/>
                </a:solidFill>
                <a:latin typeface="Times New Roman"/>
                <a:cs typeface="Times New Roman"/>
              </a:rPr>
              <a:t> </a:t>
            </a:r>
            <a:r>
              <a:rPr sz="1400" dirty="0">
                <a:solidFill>
                  <a:srgbClr val="000000"/>
                </a:solidFill>
                <a:latin typeface="SEUJEH+CourierNewPSMT"/>
                <a:cs typeface="SEUJEH+CourierNewPSMT"/>
              </a:rPr>
              <a:t>Shift+Enter</a:t>
            </a:r>
            <a:r>
              <a:rPr sz="1400" dirty="0">
                <a:solidFill>
                  <a:srgbClr val="000000"/>
                </a:solidFill>
                <a:latin typeface="CTJNHW+ArialMT"/>
                <a:cs typeface="CTJNHW+ArialMT"/>
              </a:rPr>
              <a:t>to</a:t>
            </a:r>
            <a:r>
              <a:rPr sz="1400" spc="38" dirty="0">
                <a:solidFill>
                  <a:srgbClr val="000000"/>
                </a:solidFill>
                <a:latin typeface="Times New Roman"/>
                <a:cs typeface="Times New Roman"/>
              </a:rPr>
              <a:t> </a:t>
            </a:r>
            <a:r>
              <a:rPr sz="1400" dirty="0">
                <a:solidFill>
                  <a:srgbClr val="000000"/>
                </a:solidFill>
                <a:latin typeface="CTJNHW+ArialMT"/>
                <a:cs typeface="CTJNHW+ArialMT"/>
              </a:rPr>
              <a:t>execute</a:t>
            </a:r>
            <a:r>
              <a:rPr sz="1400" spc="37" dirty="0">
                <a:solidFill>
                  <a:srgbClr val="000000"/>
                </a:solidFill>
                <a:latin typeface="Times New Roman"/>
                <a:cs typeface="Times New Roman"/>
              </a:rPr>
              <a:t> </a:t>
            </a:r>
            <a:r>
              <a:rPr sz="1400" dirty="0">
                <a:solidFill>
                  <a:srgbClr val="000000"/>
                </a:solidFill>
                <a:latin typeface="CTJNHW+ArialMT"/>
                <a:cs typeface="CTJNHW+ArialMT"/>
              </a:rPr>
              <a:t>the</a:t>
            </a:r>
            <a:r>
              <a:rPr sz="1400" spc="11" dirty="0">
                <a:solidFill>
                  <a:srgbClr val="000000"/>
                </a:solidFill>
                <a:latin typeface="Times New Roman"/>
                <a:cs typeface="Times New Roman"/>
              </a:rPr>
              <a:t> </a:t>
            </a:r>
            <a:r>
              <a:rPr sz="1400" dirty="0">
                <a:solidFill>
                  <a:srgbClr val="000000"/>
                </a:solidFill>
                <a:latin typeface="JMIVUR+Arial-ItalicMT"/>
                <a:cs typeface="JMIVUR+Arial-ItalicMT"/>
              </a:rPr>
              <a:t>jupyter</a:t>
            </a:r>
            <a:r>
              <a:rPr sz="1400" spc="25" dirty="0">
                <a:solidFill>
                  <a:srgbClr val="000000"/>
                </a:solidFill>
                <a:latin typeface="JMIVUR+Arial-ItalicMT"/>
                <a:cs typeface="JMIVUR+Arial-ItalicMT"/>
              </a:rPr>
              <a:t> </a:t>
            </a:r>
            <a:r>
              <a:rPr sz="1400" dirty="0">
                <a:solidFill>
                  <a:srgbClr val="000000"/>
                </a:solidFill>
                <a:latin typeface="CTJNHW+ArialMT"/>
                <a:cs typeface="CTJNHW+ArialMT"/>
              </a:rPr>
              <a:t>cell</a:t>
            </a:r>
          </a:p>
        </p:txBody>
      </p:sp>
      <p:sp>
        <p:nvSpPr>
          <p:cNvPr id="10" name="object 10"/>
          <p:cNvSpPr txBox="1"/>
          <p:nvPr/>
        </p:nvSpPr>
        <p:spPr>
          <a:xfrm>
            <a:off x="8454905" y="4825974"/>
            <a:ext cx="384125" cy="253863"/>
          </a:xfrm>
          <a:prstGeom prst="rect">
            <a:avLst/>
          </a:prstGeom>
        </p:spPr>
        <p:txBody>
          <a:bodyPr vert="horz" wrap="square" lIns="0" tIns="0" rIns="0" bIns="0" rtlCol="0">
            <a:spAutoFit/>
          </a:bodyPr>
          <a:lstStyle/>
          <a:p>
            <a:pPr marL="0" marR="0">
              <a:lnSpc>
                <a:spcPts val="1698"/>
              </a:lnSpc>
              <a:spcBef>
                <a:spcPts val="0"/>
              </a:spcBef>
              <a:spcAft>
                <a:spcPts val="0"/>
              </a:spcAft>
            </a:pPr>
            <a:r>
              <a:rPr sz="1800" dirty="0">
                <a:solidFill>
                  <a:srgbClr val="888888"/>
                </a:solidFill>
                <a:latin typeface="Calibri"/>
                <a:cs typeface="Calibri"/>
              </a:rPr>
              <a:t>17</a:t>
            </a:r>
          </a:p>
        </p:txBody>
      </p:sp>
    </p:spTree>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1"/>
          <p:cNvSpPr/>
          <p:nvPr/>
        </p:nvSpPr>
        <p:spPr>
          <a:xfrm>
            <a:off x="0" y="0"/>
            <a:ext cx="9144000" cy="5143500"/>
          </a:xfrm>
          <a:prstGeom prst="rect">
            <a:avLst/>
          </a:prstGeom>
          <a:blipFill>
            <a:blip r:embed="rId2" cstate="print"/>
            <a:stretch>
              <a:fillRect/>
            </a:stretch>
          </a:blipFill>
        </p:spPr>
        <p:txBody>
          <a:bodyPr wrap="square" lIns="0" tIns="0" rIns="0" bIns="0" rtlCol="0">
            <a:spAutoFit/>
          </a:bodyPr>
          <a:lstStyle/>
          <a:p>
            <a:endParaRPr/>
          </a:p>
        </p:txBody>
      </p:sp>
      <p:sp>
        <p:nvSpPr>
          <p:cNvPr id="3" name="object 3"/>
          <p:cNvSpPr txBox="1"/>
          <p:nvPr/>
        </p:nvSpPr>
        <p:spPr>
          <a:xfrm>
            <a:off x="389106" y="25764"/>
            <a:ext cx="5839155" cy="537972"/>
          </a:xfrm>
          <a:prstGeom prst="rect">
            <a:avLst/>
          </a:prstGeom>
        </p:spPr>
        <p:txBody>
          <a:bodyPr vert="horz" wrap="square" lIns="0" tIns="0" rIns="0" bIns="0" rtlCol="0">
            <a:spAutoFit/>
          </a:bodyPr>
          <a:lstStyle/>
          <a:p>
            <a:pPr marL="0" marR="0">
              <a:lnSpc>
                <a:spcPts val="3936"/>
              </a:lnSpc>
              <a:spcBef>
                <a:spcPts val="0"/>
              </a:spcBef>
              <a:spcAft>
                <a:spcPts val="0"/>
              </a:spcAft>
            </a:pPr>
            <a:r>
              <a:rPr sz="3200" b="1" dirty="0">
                <a:solidFill>
                  <a:srgbClr val="C00000"/>
                </a:solidFill>
                <a:latin typeface="RESQJF+LibreBaskerville-Bold"/>
                <a:cs typeface="RESQJF+LibreBaskerville-Bold"/>
              </a:rPr>
              <a:t>Reading data using pandas</a:t>
            </a:r>
          </a:p>
        </p:txBody>
      </p:sp>
      <p:sp>
        <p:nvSpPr>
          <p:cNvPr id="4" name="object 4"/>
          <p:cNvSpPr txBox="1"/>
          <p:nvPr/>
        </p:nvSpPr>
        <p:spPr>
          <a:xfrm>
            <a:off x="663759" y="1442179"/>
            <a:ext cx="2287442" cy="239966"/>
          </a:xfrm>
          <a:prstGeom prst="rect">
            <a:avLst/>
          </a:prstGeom>
        </p:spPr>
        <p:txBody>
          <a:bodyPr vert="horz" wrap="square" lIns="0" tIns="0" rIns="0" bIns="0" rtlCol="0">
            <a:spAutoFit/>
          </a:bodyPr>
          <a:lstStyle/>
          <a:p>
            <a:pPr marL="0" marR="0">
              <a:lnSpc>
                <a:spcPts val="1585"/>
              </a:lnSpc>
              <a:spcBef>
                <a:spcPts val="0"/>
              </a:spcBef>
              <a:spcAft>
                <a:spcPts val="0"/>
              </a:spcAft>
            </a:pPr>
            <a:r>
              <a:rPr sz="1800" baseline="-4544" dirty="0">
                <a:solidFill>
                  <a:srgbClr val="00717D"/>
                </a:solidFill>
                <a:latin typeface="SEUJEH+CourierNewPSMT"/>
                <a:cs typeface="SEUJEH+CourierNewPSMT"/>
              </a:rPr>
              <a:t>In [ ]:</a:t>
            </a:r>
            <a:r>
              <a:rPr sz="1400" dirty="0">
                <a:solidFill>
                  <a:srgbClr val="0D5BDC"/>
                </a:solidFill>
                <a:latin typeface="SFVEEJ+CourierNewPS-ItalicMT"/>
                <a:cs typeface="SFVEEJ+CourierNewPS-ItalicMT"/>
              </a:rPr>
              <a:t>#Read</a:t>
            </a:r>
            <a:r>
              <a:rPr sz="1400" spc="490" dirty="0">
                <a:solidFill>
                  <a:srgbClr val="0D5BDC"/>
                </a:solidFill>
                <a:latin typeface="SFVEEJ+CourierNewPS-ItalicMT"/>
                <a:cs typeface="SFVEEJ+CourierNewPS-ItalicMT"/>
              </a:rPr>
              <a:t> </a:t>
            </a:r>
            <a:r>
              <a:rPr sz="1400" dirty="0">
                <a:solidFill>
                  <a:srgbClr val="0D5BDC"/>
                </a:solidFill>
                <a:latin typeface="SFVEEJ+CourierNewPS-ItalicMT"/>
                <a:cs typeface="SFVEEJ+CourierNewPS-ItalicMT"/>
              </a:rPr>
              <a:t>csv</a:t>
            </a:r>
            <a:r>
              <a:rPr sz="1400" spc="490" dirty="0">
                <a:solidFill>
                  <a:srgbClr val="0D5BDC"/>
                </a:solidFill>
                <a:latin typeface="SFVEEJ+CourierNewPS-ItalicMT"/>
                <a:cs typeface="SFVEEJ+CourierNewPS-ItalicMT"/>
              </a:rPr>
              <a:t> </a:t>
            </a:r>
            <a:r>
              <a:rPr sz="1400" dirty="0">
                <a:solidFill>
                  <a:srgbClr val="0D5BDC"/>
                </a:solidFill>
                <a:latin typeface="SFVEEJ+CourierNewPS-ItalicMT"/>
                <a:cs typeface="SFVEEJ+CourierNewPS-ItalicMT"/>
              </a:rPr>
              <a:t>file</a:t>
            </a:r>
          </a:p>
        </p:txBody>
      </p:sp>
      <p:sp>
        <p:nvSpPr>
          <p:cNvPr id="5" name="object 5"/>
          <p:cNvSpPr txBox="1"/>
          <p:nvPr/>
        </p:nvSpPr>
        <p:spPr>
          <a:xfrm>
            <a:off x="1305264" y="1654285"/>
            <a:ext cx="7517779" cy="210740"/>
          </a:xfrm>
          <a:prstGeom prst="rect">
            <a:avLst/>
          </a:prstGeom>
        </p:spPr>
        <p:txBody>
          <a:bodyPr vert="horz" wrap="square" lIns="0" tIns="0" rIns="0" bIns="0" rtlCol="0">
            <a:spAutoFit/>
          </a:bodyPr>
          <a:lstStyle/>
          <a:p>
            <a:pPr marL="0" marR="0">
              <a:lnSpc>
                <a:spcPts val="1359"/>
              </a:lnSpc>
              <a:spcBef>
                <a:spcPts val="0"/>
              </a:spcBef>
              <a:spcAft>
                <a:spcPts val="0"/>
              </a:spcAft>
            </a:pPr>
            <a:r>
              <a:rPr sz="1200" dirty="0">
                <a:solidFill>
                  <a:srgbClr val="161616"/>
                </a:solidFill>
                <a:latin typeface="SEUJEH+CourierNewPSMT"/>
                <a:cs typeface="SEUJEH+CourierNewPSMT"/>
              </a:rPr>
              <a:t>df = pd.read_csv(</a:t>
            </a:r>
            <a:r>
              <a:rPr sz="1200" dirty="0">
                <a:solidFill>
                  <a:srgbClr val="101010"/>
                </a:solidFill>
                <a:latin typeface="SEUJEH+CourierNewPSMT"/>
                <a:cs typeface="SEUJEH+CourierNewPSMT"/>
              </a:rPr>
              <a:t>"http://rcs.bu.edu/examples/python/data_analysis/Salaries.csv"</a:t>
            </a:r>
            <a:r>
              <a:rPr sz="1200" dirty="0">
                <a:solidFill>
                  <a:srgbClr val="161616"/>
                </a:solidFill>
                <a:latin typeface="SEUJEH+CourierNewPSMT"/>
                <a:cs typeface="SEUJEH+CourierNewPSMT"/>
              </a:rPr>
              <a:t>)</a:t>
            </a:r>
          </a:p>
        </p:txBody>
      </p:sp>
      <p:sp>
        <p:nvSpPr>
          <p:cNvPr id="6" name="object 6"/>
          <p:cNvSpPr txBox="1"/>
          <p:nvPr/>
        </p:nvSpPr>
        <p:spPr>
          <a:xfrm>
            <a:off x="1226568" y="1977002"/>
            <a:ext cx="6876662" cy="450095"/>
          </a:xfrm>
          <a:prstGeom prst="rect">
            <a:avLst/>
          </a:prstGeom>
        </p:spPr>
        <p:txBody>
          <a:bodyPr vert="horz" wrap="square" lIns="0" tIns="0" rIns="0" bIns="0" rtlCol="0">
            <a:spAutoFit/>
          </a:bodyPr>
          <a:lstStyle/>
          <a:p>
            <a:pPr marL="0" marR="0">
              <a:lnSpc>
                <a:spcPts val="1564"/>
              </a:lnSpc>
              <a:spcBef>
                <a:spcPts val="0"/>
              </a:spcBef>
              <a:spcAft>
                <a:spcPts val="0"/>
              </a:spcAft>
            </a:pPr>
            <a:r>
              <a:rPr sz="1400" b="1" dirty="0">
                <a:solidFill>
                  <a:srgbClr val="DBF000"/>
                </a:solidFill>
                <a:latin typeface="NBFRJW+Arial-BoldItalicMT"/>
                <a:cs typeface="NBFRJW+Arial-BoldItalicMT"/>
              </a:rPr>
              <a:t>Note:</a:t>
            </a:r>
            <a:r>
              <a:rPr sz="1400" b="1" spc="24" dirty="0">
                <a:solidFill>
                  <a:srgbClr val="DBF000"/>
                </a:solidFill>
                <a:latin typeface="NBFRJW+Arial-BoldItalicMT"/>
                <a:cs typeface="NBFRJW+Arial-BoldItalicMT"/>
              </a:rPr>
              <a:t> </a:t>
            </a:r>
            <a:r>
              <a:rPr sz="1400" dirty="0">
                <a:solidFill>
                  <a:srgbClr val="DBF000"/>
                </a:solidFill>
                <a:latin typeface="CTJNHW+ArialMT"/>
                <a:cs typeface="CTJNHW+ArialMT"/>
              </a:rPr>
              <a:t>The</a:t>
            </a:r>
            <a:r>
              <a:rPr sz="1400" spc="37" dirty="0">
                <a:solidFill>
                  <a:srgbClr val="DBF000"/>
                </a:solidFill>
                <a:latin typeface="Times New Roman"/>
                <a:cs typeface="Times New Roman"/>
              </a:rPr>
              <a:t> </a:t>
            </a:r>
            <a:r>
              <a:rPr sz="1400" dirty="0">
                <a:solidFill>
                  <a:srgbClr val="DBF000"/>
                </a:solidFill>
                <a:latin typeface="CTJNHW+ArialMT"/>
                <a:cs typeface="CTJNHW+ArialMT"/>
              </a:rPr>
              <a:t>above</a:t>
            </a:r>
            <a:r>
              <a:rPr sz="1400" spc="37" dirty="0">
                <a:solidFill>
                  <a:srgbClr val="DBF000"/>
                </a:solidFill>
                <a:latin typeface="Times New Roman"/>
                <a:cs typeface="Times New Roman"/>
              </a:rPr>
              <a:t> </a:t>
            </a:r>
            <a:r>
              <a:rPr sz="1400" dirty="0">
                <a:solidFill>
                  <a:srgbClr val="DBF000"/>
                </a:solidFill>
                <a:latin typeface="CTJNHW+ArialMT"/>
                <a:cs typeface="CTJNHW+ArialMT"/>
              </a:rPr>
              <a:t>command</a:t>
            </a:r>
            <a:r>
              <a:rPr sz="1400" spc="37" dirty="0">
                <a:solidFill>
                  <a:srgbClr val="DBF000"/>
                </a:solidFill>
                <a:latin typeface="Times New Roman"/>
                <a:cs typeface="Times New Roman"/>
              </a:rPr>
              <a:t> </a:t>
            </a:r>
            <a:r>
              <a:rPr sz="1400" dirty="0">
                <a:solidFill>
                  <a:srgbClr val="DBF000"/>
                </a:solidFill>
                <a:latin typeface="CTJNHW+ArialMT"/>
                <a:cs typeface="CTJNHW+ArialMT"/>
              </a:rPr>
              <a:t>has</a:t>
            </a:r>
            <a:r>
              <a:rPr sz="1400" spc="37" dirty="0">
                <a:solidFill>
                  <a:srgbClr val="DBF000"/>
                </a:solidFill>
                <a:latin typeface="Times New Roman"/>
                <a:cs typeface="Times New Roman"/>
              </a:rPr>
              <a:t> </a:t>
            </a:r>
            <a:r>
              <a:rPr sz="1400" dirty="0">
                <a:solidFill>
                  <a:srgbClr val="DBF000"/>
                </a:solidFill>
                <a:latin typeface="CTJNHW+ArialMT"/>
                <a:cs typeface="CTJNHW+ArialMT"/>
              </a:rPr>
              <a:t>many</a:t>
            </a:r>
            <a:r>
              <a:rPr sz="1400" spc="37" dirty="0">
                <a:solidFill>
                  <a:srgbClr val="DBF000"/>
                </a:solidFill>
                <a:latin typeface="Times New Roman"/>
                <a:cs typeface="Times New Roman"/>
              </a:rPr>
              <a:t> </a:t>
            </a:r>
            <a:r>
              <a:rPr sz="1400" dirty="0">
                <a:solidFill>
                  <a:srgbClr val="DBF000"/>
                </a:solidFill>
                <a:latin typeface="CTJNHW+ArialMT"/>
                <a:cs typeface="CTJNHW+ArialMT"/>
              </a:rPr>
              <a:t>optional</a:t>
            </a:r>
            <a:r>
              <a:rPr sz="1400" spc="37" dirty="0">
                <a:solidFill>
                  <a:srgbClr val="DBF000"/>
                </a:solidFill>
                <a:latin typeface="Times New Roman"/>
                <a:cs typeface="Times New Roman"/>
              </a:rPr>
              <a:t> </a:t>
            </a:r>
            <a:r>
              <a:rPr sz="1400" dirty="0">
                <a:solidFill>
                  <a:srgbClr val="DBF000"/>
                </a:solidFill>
                <a:latin typeface="CTJNHW+ArialMT"/>
                <a:cs typeface="CTJNHW+ArialMT"/>
              </a:rPr>
              <a:t>arguments</a:t>
            </a:r>
            <a:r>
              <a:rPr sz="1400" spc="37" dirty="0">
                <a:solidFill>
                  <a:srgbClr val="DBF000"/>
                </a:solidFill>
                <a:latin typeface="Times New Roman"/>
                <a:cs typeface="Times New Roman"/>
              </a:rPr>
              <a:t> </a:t>
            </a:r>
            <a:r>
              <a:rPr sz="1400" dirty="0">
                <a:solidFill>
                  <a:srgbClr val="DBF000"/>
                </a:solidFill>
                <a:latin typeface="CTJNHW+ArialMT"/>
                <a:cs typeface="CTJNHW+ArialMT"/>
              </a:rPr>
              <a:t>to</a:t>
            </a:r>
            <a:r>
              <a:rPr sz="1400" spc="38" dirty="0">
                <a:solidFill>
                  <a:srgbClr val="DBF000"/>
                </a:solidFill>
                <a:latin typeface="Times New Roman"/>
                <a:cs typeface="Times New Roman"/>
              </a:rPr>
              <a:t> </a:t>
            </a:r>
            <a:r>
              <a:rPr sz="1400" dirty="0">
                <a:solidFill>
                  <a:srgbClr val="DBF000"/>
                </a:solidFill>
                <a:latin typeface="CTJNHW+ArialMT"/>
                <a:cs typeface="CTJNHW+ArialMT"/>
              </a:rPr>
              <a:t>fine-tune</a:t>
            </a:r>
            <a:r>
              <a:rPr sz="1400" spc="37" dirty="0">
                <a:solidFill>
                  <a:srgbClr val="DBF000"/>
                </a:solidFill>
                <a:latin typeface="Times New Roman"/>
                <a:cs typeface="Times New Roman"/>
              </a:rPr>
              <a:t> </a:t>
            </a:r>
            <a:r>
              <a:rPr sz="1400" dirty="0">
                <a:solidFill>
                  <a:srgbClr val="DBF000"/>
                </a:solidFill>
                <a:latin typeface="CTJNHW+ArialMT"/>
                <a:cs typeface="CTJNHW+ArialMT"/>
              </a:rPr>
              <a:t>the</a:t>
            </a:r>
            <a:r>
              <a:rPr sz="1400" spc="37" dirty="0">
                <a:solidFill>
                  <a:srgbClr val="DBF000"/>
                </a:solidFill>
                <a:latin typeface="Times New Roman"/>
                <a:cs typeface="Times New Roman"/>
              </a:rPr>
              <a:t> </a:t>
            </a:r>
            <a:r>
              <a:rPr sz="1400" dirty="0">
                <a:solidFill>
                  <a:srgbClr val="DBF000"/>
                </a:solidFill>
                <a:latin typeface="CTJNHW+ArialMT"/>
                <a:cs typeface="CTJNHW+ArialMT"/>
              </a:rPr>
              <a:t>data</a:t>
            </a:r>
            <a:r>
              <a:rPr sz="1400" spc="37" dirty="0">
                <a:solidFill>
                  <a:srgbClr val="DBF000"/>
                </a:solidFill>
                <a:latin typeface="Times New Roman"/>
                <a:cs typeface="Times New Roman"/>
              </a:rPr>
              <a:t> </a:t>
            </a:r>
            <a:r>
              <a:rPr sz="1400" dirty="0">
                <a:solidFill>
                  <a:srgbClr val="DBF000"/>
                </a:solidFill>
                <a:latin typeface="CTJNHW+ArialMT"/>
                <a:cs typeface="CTJNHW+ArialMT"/>
              </a:rPr>
              <a:t>import</a:t>
            </a:r>
          </a:p>
          <a:p>
            <a:pPr marL="0" marR="0">
              <a:lnSpc>
                <a:spcPts val="1564"/>
              </a:lnSpc>
              <a:spcBef>
                <a:spcPts val="65"/>
              </a:spcBef>
              <a:spcAft>
                <a:spcPts val="0"/>
              </a:spcAft>
            </a:pPr>
            <a:r>
              <a:rPr sz="1400" dirty="0">
                <a:solidFill>
                  <a:srgbClr val="DBF000"/>
                </a:solidFill>
                <a:latin typeface="CTJNHW+ArialMT"/>
                <a:cs typeface="CTJNHW+ArialMT"/>
              </a:rPr>
              <a:t>process.</a:t>
            </a:r>
          </a:p>
        </p:txBody>
      </p:sp>
      <p:sp>
        <p:nvSpPr>
          <p:cNvPr id="7" name="object 7"/>
          <p:cNvSpPr txBox="1"/>
          <p:nvPr/>
        </p:nvSpPr>
        <p:spPr>
          <a:xfrm>
            <a:off x="570750" y="2699789"/>
            <a:ext cx="5485656" cy="236735"/>
          </a:xfrm>
          <a:prstGeom prst="rect">
            <a:avLst/>
          </a:prstGeom>
        </p:spPr>
        <p:txBody>
          <a:bodyPr vert="horz" wrap="square" lIns="0" tIns="0" rIns="0" bIns="0" rtlCol="0">
            <a:spAutoFit/>
          </a:bodyPr>
          <a:lstStyle/>
          <a:p>
            <a:pPr marL="0" marR="0">
              <a:lnSpc>
                <a:spcPts val="1564"/>
              </a:lnSpc>
              <a:spcBef>
                <a:spcPts val="0"/>
              </a:spcBef>
              <a:spcAft>
                <a:spcPts val="0"/>
              </a:spcAft>
            </a:pPr>
            <a:r>
              <a:rPr sz="1400" dirty="0">
                <a:solidFill>
                  <a:srgbClr val="000000"/>
                </a:solidFill>
                <a:latin typeface="CTJNHW+ArialMT"/>
                <a:cs typeface="CTJNHW+ArialMT"/>
              </a:rPr>
              <a:t>There</a:t>
            </a:r>
            <a:r>
              <a:rPr sz="1400" spc="37" dirty="0">
                <a:solidFill>
                  <a:srgbClr val="000000"/>
                </a:solidFill>
                <a:latin typeface="Times New Roman"/>
                <a:cs typeface="Times New Roman"/>
              </a:rPr>
              <a:t> </a:t>
            </a:r>
            <a:r>
              <a:rPr sz="1400" dirty="0">
                <a:solidFill>
                  <a:srgbClr val="000000"/>
                </a:solidFill>
                <a:latin typeface="CTJNHW+ArialMT"/>
                <a:cs typeface="CTJNHW+ArialMT"/>
              </a:rPr>
              <a:t>is</a:t>
            </a:r>
            <a:r>
              <a:rPr sz="1400" spc="37" dirty="0">
                <a:solidFill>
                  <a:srgbClr val="000000"/>
                </a:solidFill>
                <a:latin typeface="Times New Roman"/>
                <a:cs typeface="Times New Roman"/>
              </a:rPr>
              <a:t> </a:t>
            </a:r>
            <a:r>
              <a:rPr sz="1400" dirty="0">
                <a:solidFill>
                  <a:srgbClr val="000000"/>
                </a:solidFill>
                <a:latin typeface="CTJNHW+ArialMT"/>
                <a:cs typeface="CTJNHW+ArialMT"/>
              </a:rPr>
              <a:t>a</a:t>
            </a:r>
            <a:r>
              <a:rPr sz="1400" spc="37" dirty="0">
                <a:solidFill>
                  <a:srgbClr val="000000"/>
                </a:solidFill>
                <a:latin typeface="Times New Roman"/>
                <a:cs typeface="Times New Roman"/>
              </a:rPr>
              <a:t> </a:t>
            </a:r>
            <a:r>
              <a:rPr sz="1400" dirty="0">
                <a:solidFill>
                  <a:srgbClr val="000000"/>
                </a:solidFill>
                <a:latin typeface="CTJNHW+ArialMT"/>
                <a:cs typeface="CTJNHW+ArialMT"/>
              </a:rPr>
              <a:t>number</a:t>
            </a:r>
            <a:r>
              <a:rPr sz="1400" spc="37" dirty="0">
                <a:solidFill>
                  <a:srgbClr val="000000"/>
                </a:solidFill>
                <a:latin typeface="Times New Roman"/>
                <a:cs typeface="Times New Roman"/>
              </a:rPr>
              <a:t> </a:t>
            </a:r>
            <a:r>
              <a:rPr sz="1400" dirty="0">
                <a:solidFill>
                  <a:srgbClr val="000000"/>
                </a:solidFill>
                <a:latin typeface="CTJNHW+ArialMT"/>
                <a:cs typeface="CTJNHW+ArialMT"/>
              </a:rPr>
              <a:t>of</a:t>
            </a:r>
            <a:r>
              <a:rPr sz="1400" spc="37" dirty="0">
                <a:solidFill>
                  <a:srgbClr val="000000"/>
                </a:solidFill>
                <a:latin typeface="Times New Roman"/>
                <a:cs typeface="Times New Roman"/>
              </a:rPr>
              <a:t> </a:t>
            </a:r>
            <a:r>
              <a:rPr sz="1400" dirty="0">
                <a:solidFill>
                  <a:srgbClr val="000000"/>
                </a:solidFill>
                <a:latin typeface="CTJNHW+ArialMT"/>
                <a:cs typeface="CTJNHW+ArialMT"/>
              </a:rPr>
              <a:t>pandas</a:t>
            </a:r>
            <a:r>
              <a:rPr sz="1400" spc="37" dirty="0">
                <a:solidFill>
                  <a:srgbClr val="000000"/>
                </a:solidFill>
                <a:latin typeface="Times New Roman"/>
                <a:cs typeface="Times New Roman"/>
              </a:rPr>
              <a:t> </a:t>
            </a:r>
            <a:r>
              <a:rPr sz="1400" dirty="0">
                <a:solidFill>
                  <a:srgbClr val="000000"/>
                </a:solidFill>
                <a:latin typeface="CTJNHW+ArialMT"/>
                <a:cs typeface="CTJNHW+ArialMT"/>
              </a:rPr>
              <a:t>commands</a:t>
            </a:r>
            <a:r>
              <a:rPr sz="1400" spc="37" dirty="0">
                <a:solidFill>
                  <a:srgbClr val="000000"/>
                </a:solidFill>
                <a:latin typeface="Times New Roman"/>
                <a:cs typeface="Times New Roman"/>
              </a:rPr>
              <a:t> </a:t>
            </a:r>
            <a:r>
              <a:rPr sz="1400" dirty="0">
                <a:solidFill>
                  <a:srgbClr val="000000"/>
                </a:solidFill>
                <a:latin typeface="CTJNHW+ArialMT"/>
                <a:cs typeface="CTJNHW+ArialMT"/>
              </a:rPr>
              <a:t>to</a:t>
            </a:r>
            <a:r>
              <a:rPr sz="1400" spc="38" dirty="0">
                <a:solidFill>
                  <a:srgbClr val="000000"/>
                </a:solidFill>
                <a:latin typeface="Times New Roman"/>
                <a:cs typeface="Times New Roman"/>
              </a:rPr>
              <a:t> </a:t>
            </a:r>
            <a:r>
              <a:rPr sz="1400" dirty="0">
                <a:solidFill>
                  <a:srgbClr val="000000"/>
                </a:solidFill>
                <a:latin typeface="CTJNHW+ArialMT"/>
                <a:cs typeface="CTJNHW+ArialMT"/>
              </a:rPr>
              <a:t>read</a:t>
            </a:r>
            <a:r>
              <a:rPr sz="1400" spc="37" dirty="0">
                <a:solidFill>
                  <a:srgbClr val="000000"/>
                </a:solidFill>
                <a:latin typeface="Times New Roman"/>
                <a:cs typeface="Times New Roman"/>
              </a:rPr>
              <a:t> </a:t>
            </a:r>
            <a:r>
              <a:rPr sz="1400" dirty="0">
                <a:solidFill>
                  <a:srgbClr val="000000"/>
                </a:solidFill>
                <a:latin typeface="CTJNHW+ArialMT"/>
                <a:cs typeface="CTJNHW+ArialMT"/>
              </a:rPr>
              <a:t>other</a:t>
            </a:r>
            <a:r>
              <a:rPr sz="1400" spc="37" dirty="0">
                <a:solidFill>
                  <a:srgbClr val="000000"/>
                </a:solidFill>
                <a:latin typeface="Times New Roman"/>
                <a:cs typeface="Times New Roman"/>
              </a:rPr>
              <a:t> </a:t>
            </a:r>
            <a:r>
              <a:rPr sz="1400" dirty="0">
                <a:solidFill>
                  <a:srgbClr val="000000"/>
                </a:solidFill>
                <a:latin typeface="CTJNHW+ArialMT"/>
                <a:cs typeface="CTJNHW+ArialMT"/>
              </a:rPr>
              <a:t>data</a:t>
            </a:r>
            <a:r>
              <a:rPr sz="1400" spc="37" dirty="0">
                <a:solidFill>
                  <a:srgbClr val="000000"/>
                </a:solidFill>
                <a:latin typeface="Times New Roman"/>
                <a:cs typeface="Times New Roman"/>
              </a:rPr>
              <a:t> </a:t>
            </a:r>
            <a:r>
              <a:rPr sz="1400" dirty="0">
                <a:solidFill>
                  <a:srgbClr val="000000"/>
                </a:solidFill>
                <a:latin typeface="CTJNHW+ArialMT"/>
                <a:cs typeface="CTJNHW+ArialMT"/>
              </a:rPr>
              <a:t>formats:</a:t>
            </a:r>
          </a:p>
        </p:txBody>
      </p:sp>
      <p:sp>
        <p:nvSpPr>
          <p:cNvPr id="8" name="object 8"/>
          <p:cNvSpPr txBox="1"/>
          <p:nvPr/>
        </p:nvSpPr>
        <p:spPr>
          <a:xfrm>
            <a:off x="570750" y="3201758"/>
            <a:ext cx="6979935" cy="559553"/>
          </a:xfrm>
          <a:prstGeom prst="rect">
            <a:avLst/>
          </a:prstGeom>
        </p:spPr>
        <p:txBody>
          <a:bodyPr vert="horz" wrap="square" lIns="0" tIns="0" rIns="0" bIns="0" rtlCol="0">
            <a:spAutoFit/>
          </a:bodyPr>
          <a:lstStyle/>
          <a:p>
            <a:pPr marL="0" marR="0">
              <a:lnSpc>
                <a:spcPts val="1585"/>
              </a:lnSpc>
              <a:spcBef>
                <a:spcPts val="0"/>
              </a:spcBef>
              <a:spcAft>
                <a:spcPts val="0"/>
              </a:spcAft>
            </a:pPr>
            <a:r>
              <a:rPr sz="1400" dirty="0">
                <a:solidFill>
                  <a:srgbClr val="000000"/>
                </a:solidFill>
                <a:latin typeface="SEUJEH+CourierNewPSMT"/>
                <a:cs typeface="SEUJEH+CourierNewPSMT"/>
              </a:rPr>
              <a:t>pd.read_excel('myfile.xlsx',sheet_name='Sheet1', index_col=None,</a:t>
            </a:r>
          </a:p>
          <a:p>
            <a:pPr marL="0" marR="0">
              <a:lnSpc>
                <a:spcPts val="1585"/>
              </a:lnSpc>
              <a:spcBef>
                <a:spcPts val="934"/>
              </a:spcBef>
              <a:spcAft>
                <a:spcPts val="0"/>
              </a:spcAft>
            </a:pPr>
            <a:r>
              <a:rPr sz="1400" dirty="0">
                <a:solidFill>
                  <a:srgbClr val="000000"/>
                </a:solidFill>
                <a:latin typeface="SEUJEH+CourierNewPSMT"/>
                <a:cs typeface="SEUJEH+CourierNewPSMT"/>
              </a:rPr>
              <a:t>na_values=['NA'])</a:t>
            </a:r>
          </a:p>
        </p:txBody>
      </p:sp>
      <p:sp>
        <p:nvSpPr>
          <p:cNvPr id="9" name="object 9"/>
          <p:cNvSpPr txBox="1"/>
          <p:nvPr/>
        </p:nvSpPr>
        <p:spPr>
          <a:xfrm>
            <a:off x="570750" y="3841838"/>
            <a:ext cx="3033228" cy="239514"/>
          </a:xfrm>
          <a:prstGeom prst="rect">
            <a:avLst/>
          </a:prstGeom>
        </p:spPr>
        <p:txBody>
          <a:bodyPr vert="horz" wrap="square" lIns="0" tIns="0" rIns="0" bIns="0" rtlCol="0">
            <a:spAutoFit/>
          </a:bodyPr>
          <a:lstStyle/>
          <a:p>
            <a:pPr marL="0" marR="0">
              <a:lnSpc>
                <a:spcPts val="1585"/>
              </a:lnSpc>
              <a:spcBef>
                <a:spcPts val="0"/>
              </a:spcBef>
              <a:spcAft>
                <a:spcPts val="0"/>
              </a:spcAft>
            </a:pPr>
            <a:r>
              <a:rPr sz="1400" dirty="0">
                <a:solidFill>
                  <a:srgbClr val="000000"/>
                </a:solidFill>
                <a:latin typeface="SEUJEH+CourierNewPSMT"/>
                <a:cs typeface="SEUJEH+CourierNewPSMT"/>
              </a:rPr>
              <a:t>pd.read_stata('myfile.dta')</a:t>
            </a:r>
          </a:p>
        </p:txBody>
      </p:sp>
      <p:sp>
        <p:nvSpPr>
          <p:cNvPr id="10" name="object 10"/>
          <p:cNvSpPr txBox="1"/>
          <p:nvPr/>
        </p:nvSpPr>
        <p:spPr>
          <a:xfrm>
            <a:off x="570750" y="4161878"/>
            <a:ext cx="3353320" cy="239514"/>
          </a:xfrm>
          <a:prstGeom prst="rect">
            <a:avLst/>
          </a:prstGeom>
        </p:spPr>
        <p:txBody>
          <a:bodyPr vert="horz" wrap="square" lIns="0" tIns="0" rIns="0" bIns="0" rtlCol="0">
            <a:spAutoFit/>
          </a:bodyPr>
          <a:lstStyle/>
          <a:p>
            <a:pPr marL="0" marR="0">
              <a:lnSpc>
                <a:spcPts val="1585"/>
              </a:lnSpc>
              <a:spcBef>
                <a:spcPts val="0"/>
              </a:spcBef>
              <a:spcAft>
                <a:spcPts val="0"/>
              </a:spcAft>
            </a:pPr>
            <a:r>
              <a:rPr sz="1400" dirty="0">
                <a:solidFill>
                  <a:srgbClr val="000000"/>
                </a:solidFill>
                <a:latin typeface="SEUJEH+CourierNewPSMT"/>
                <a:cs typeface="SEUJEH+CourierNewPSMT"/>
              </a:rPr>
              <a:t>pd.read_sas('myfile.sas7bdat')</a:t>
            </a:r>
          </a:p>
        </p:txBody>
      </p:sp>
      <p:sp>
        <p:nvSpPr>
          <p:cNvPr id="11" name="object 11"/>
          <p:cNvSpPr txBox="1"/>
          <p:nvPr/>
        </p:nvSpPr>
        <p:spPr>
          <a:xfrm>
            <a:off x="570750" y="4481918"/>
            <a:ext cx="3246623" cy="239514"/>
          </a:xfrm>
          <a:prstGeom prst="rect">
            <a:avLst/>
          </a:prstGeom>
        </p:spPr>
        <p:txBody>
          <a:bodyPr vert="horz" wrap="square" lIns="0" tIns="0" rIns="0" bIns="0" rtlCol="0">
            <a:spAutoFit/>
          </a:bodyPr>
          <a:lstStyle/>
          <a:p>
            <a:pPr marL="0" marR="0">
              <a:lnSpc>
                <a:spcPts val="1585"/>
              </a:lnSpc>
              <a:spcBef>
                <a:spcPts val="0"/>
              </a:spcBef>
              <a:spcAft>
                <a:spcPts val="0"/>
              </a:spcAft>
            </a:pPr>
            <a:r>
              <a:rPr sz="1400" dirty="0">
                <a:solidFill>
                  <a:srgbClr val="000000"/>
                </a:solidFill>
                <a:latin typeface="SEUJEH+CourierNewPSMT"/>
                <a:cs typeface="SEUJEH+CourierNewPSMT"/>
              </a:rPr>
              <a:t>pd.read_hdf('myfile.h5','df')</a:t>
            </a:r>
          </a:p>
        </p:txBody>
      </p:sp>
      <p:sp>
        <p:nvSpPr>
          <p:cNvPr id="12" name="object 12"/>
          <p:cNvSpPr txBox="1"/>
          <p:nvPr/>
        </p:nvSpPr>
        <p:spPr>
          <a:xfrm>
            <a:off x="8454905" y="4825974"/>
            <a:ext cx="384125" cy="253863"/>
          </a:xfrm>
          <a:prstGeom prst="rect">
            <a:avLst/>
          </a:prstGeom>
        </p:spPr>
        <p:txBody>
          <a:bodyPr vert="horz" wrap="square" lIns="0" tIns="0" rIns="0" bIns="0" rtlCol="0">
            <a:spAutoFit/>
          </a:bodyPr>
          <a:lstStyle/>
          <a:p>
            <a:pPr marL="0" marR="0">
              <a:lnSpc>
                <a:spcPts val="1698"/>
              </a:lnSpc>
              <a:spcBef>
                <a:spcPts val="0"/>
              </a:spcBef>
              <a:spcAft>
                <a:spcPts val="0"/>
              </a:spcAft>
            </a:pPr>
            <a:r>
              <a:rPr sz="1800" dirty="0">
                <a:solidFill>
                  <a:srgbClr val="888888"/>
                </a:solidFill>
                <a:latin typeface="Calibri"/>
                <a:cs typeface="Calibri"/>
              </a:rPr>
              <a:t>18</a:t>
            </a:r>
          </a:p>
        </p:txBody>
      </p:sp>
    </p:spTree>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1"/>
          <p:cNvSpPr/>
          <p:nvPr/>
        </p:nvSpPr>
        <p:spPr>
          <a:xfrm>
            <a:off x="0" y="0"/>
            <a:ext cx="9144000" cy="5143500"/>
          </a:xfrm>
          <a:prstGeom prst="rect">
            <a:avLst/>
          </a:prstGeom>
          <a:blipFill>
            <a:blip r:embed="rId2" cstate="print"/>
            <a:stretch>
              <a:fillRect/>
            </a:stretch>
          </a:blipFill>
        </p:spPr>
        <p:txBody>
          <a:bodyPr wrap="square" lIns="0" tIns="0" rIns="0" bIns="0" rtlCol="0">
            <a:spAutoFit/>
          </a:bodyPr>
          <a:lstStyle/>
          <a:p>
            <a:endParaRPr/>
          </a:p>
        </p:txBody>
      </p:sp>
      <p:sp>
        <p:nvSpPr>
          <p:cNvPr id="3" name="object 3"/>
          <p:cNvSpPr txBox="1"/>
          <p:nvPr/>
        </p:nvSpPr>
        <p:spPr>
          <a:xfrm>
            <a:off x="609601" y="25764"/>
            <a:ext cx="4926786" cy="537972"/>
          </a:xfrm>
          <a:prstGeom prst="rect">
            <a:avLst/>
          </a:prstGeom>
        </p:spPr>
        <p:txBody>
          <a:bodyPr vert="horz" wrap="square" lIns="0" tIns="0" rIns="0" bIns="0" rtlCol="0">
            <a:spAutoFit/>
          </a:bodyPr>
          <a:lstStyle/>
          <a:p>
            <a:pPr marL="0" marR="0">
              <a:lnSpc>
                <a:spcPts val="3936"/>
              </a:lnSpc>
              <a:spcBef>
                <a:spcPts val="0"/>
              </a:spcBef>
              <a:spcAft>
                <a:spcPts val="0"/>
              </a:spcAft>
            </a:pPr>
            <a:r>
              <a:rPr sz="3200" b="1" dirty="0">
                <a:solidFill>
                  <a:srgbClr val="C00000"/>
                </a:solidFill>
                <a:latin typeface="RESQJF+LibreBaskerville-Bold"/>
                <a:cs typeface="RESQJF+LibreBaskerville-Bold"/>
              </a:rPr>
              <a:t>Exploring data frames</a:t>
            </a:r>
          </a:p>
        </p:txBody>
      </p:sp>
      <p:sp>
        <p:nvSpPr>
          <p:cNvPr id="4" name="object 4"/>
          <p:cNvSpPr txBox="1"/>
          <p:nvPr/>
        </p:nvSpPr>
        <p:spPr>
          <a:xfrm>
            <a:off x="663759" y="1442180"/>
            <a:ext cx="3034202" cy="239965"/>
          </a:xfrm>
          <a:prstGeom prst="rect">
            <a:avLst/>
          </a:prstGeom>
        </p:spPr>
        <p:txBody>
          <a:bodyPr vert="horz" wrap="square" lIns="0" tIns="0" rIns="0" bIns="0" rtlCol="0">
            <a:spAutoFit/>
          </a:bodyPr>
          <a:lstStyle/>
          <a:p>
            <a:pPr marL="0" marR="0">
              <a:lnSpc>
                <a:spcPts val="1585"/>
              </a:lnSpc>
              <a:spcBef>
                <a:spcPts val="0"/>
              </a:spcBef>
              <a:spcAft>
                <a:spcPts val="0"/>
              </a:spcAft>
            </a:pPr>
            <a:r>
              <a:rPr sz="1800" baseline="-4543" dirty="0">
                <a:solidFill>
                  <a:srgbClr val="00717D"/>
                </a:solidFill>
                <a:latin typeface="SEUJEH+CourierNewPSMT"/>
                <a:cs typeface="SEUJEH+CourierNewPSMT"/>
              </a:rPr>
              <a:t>In [3]:</a:t>
            </a:r>
            <a:r>
              <a:rPr sz="1400" dirty="0">
                <a:solidFill>
                  <a:srgbClr val="0D5BDC"/>
                </a:solidFill>
                <a:latin typeface="SFVEEJ+CourierNewPS-ItalicMT"/>
                <a:cs typeface="SFVEEJ+CourierNewPS-ItalicMT"/>
              </a:rPr>
              <a:t>#List</a:t>
            </a:r>
            <a:r>
              <a:rPr sz="1400" spc="490" dirty="0">
                <a:solidFill>
                  <a:srgbClr val="0D5BDC"/>
                </a:solidFill>
                <a:latin typeface="SFVEEJ+CourierNewPS-ItalicMT"/>
                <a:cs typeface="SFVEEJ+CourierNewPS-ItalicMT"/>
              </a:rPr>
              <a:t> </a:t>
            </a:r>
            <a:r>
              <a:rPr sz="1400" dirty="0">
                <a:solidFill>
                  <a:srgbClr val="0D5BDC"/>
                </a:solidFill>
                <a:latin typeface="SFVEEJ+CourierNewPS-ItalicMT"/>
                <a:cs typeface="SFVEEJ+CourierNewPS-ItalicMT"/>
              </a:rPr>
              <a:t>first</a:t>
            </a:r>
            <a:r>
              <a:rPr sz="1400" spc="490" dirty="0">
                <a:solidFill>
                  <a:srgbClr val="0D5BDC"/>
                </a:solidFill>
                <a:latin typeface="SFVEEJ+CourierNewPS-ItalicMT"/>
                <a:cs typeface="SFVEEJ+CourierNewPS-ItalicMT"/>
              </a:rPr>
              <a:t> </a:t>
            </a:r>
            <a:r>
              <a:rPr sz="1400" dirty="0">
                <a:solidFill>
                  <a:srgbClr val="0D5BDC"/>
                </a:solidFill>
                <a:latin typeface="SFVEEJ+CourierNewPS-ItalicMT"/>
                <a:cs typeface="SFVEEJ+CourierNewPS-ItalicMT"/>
              </a:rPr>
              <a:t>5</a:t>
            </a:r>
            <a:r>
              <a:rPr sz="1400" spc="490" dirty="0">
                <a:solidFill>
                  <a:srgbClr val="0D5BDC"/>
                </a:solidFill>
                <a:latin typeface="SFVEEJ+CourierNewPS-ItalicMT"/>
                <a:cs typeface="SFVEEJ+CourierNewPS-ItalicMT"/>
              </a:rPr>
              <a:t> </a:t>
            </a:r>
            <a:r>
              <a:rPr sz="1400" dirty="0">
                <a:solidFill>
                  <a:srgbClr val="0D5BDC"/>
                </a:solidFill>
                <a:latin typeface="SFVEEJ+CourierNewPS-ItalicMT"/>
                <a:cs typeface="SFVEEJ+CourierNewPS-ItalicMT"/>
              </a:rPr>
              <a:t>records</a:t>
            </a:r>
          </a:p>
        </p:txBody>
      </p:sp>
      <p:sp>
        <p:nvSpPr>
          <p:cNvPr id="5" name="object 5"/>
          <p:cNvSpPr txBox="1"/>
          <p:nvPr/>
        </p:nvSpPr>
        <p:spPr>
          <a:xfrm>
            <a:off x="1305264" y="1655540"/>
            <a:ext cx="1112676" cy="239514"/>
          </a:xfrm>
          <a:prstGeom prst="rect">
            <a:avLst/>
          </a:prstGeom>
        </p:spPr>
        <p:txBody>
          <a:bodyPr vert="horz" wrap="square" lIns="0" tIns="0" rIns="0" bIns="0" rtlCol="0">
            <a:spAutoFit/>
          </a:bodyPr>
          <a:lstStyle/>
          <a:p>
            <a:pPr marL="0" marR="0">
              <a:lnSpc>
                <a:spcPts val="1585"/>
              </a:lnSpc>
              <a:spcBef>
                <a:spcPts val="0"/>
              </a:spcBef>
              <a:spcAft>
                <a:spcPts val="0"/>
              </a:spcAft>
            </a:pPr>
            <a:r>
              <a:rPr sz="1400" dirty="0">
                <a:solidFill>
                  <a:srgbClr val="161616"/>
                </a:solidFill>
                <a:latin typeface="SEUJEH+CourierNewPSMT"/>
                <a:cs typeface="SEUJEH+CourierNewPSMT"/>
              </a:rPr>
              <a:t>df.head()</a:t>
            </a:r>
          </a:p>
        </p:txBody>
      </p:sp>
      <p:sp>
        <p:nvSpPr>
          <p:cNvPr id="6" name="object 6"/>
          <p:cNvSpPr txBox="1"/>
          <p:nvPr/>
        </p:nvSpPr>
        <p:spPr>
          <a:xfrm>
            <a:off x="661882" y="2170320"/>
            <a:ext cx="792584" cy="210740"/>
          </a:xfrm>
          <a:prstGeom prst="rect">
            <a:avLst/>
          </a:prstGeom>
        </p:spPr>
        <p:txBody>
          <a:bodyPr vert="horz" wrap="square" lIns="0" tIns="0" rIns="0" bIns="0" rtlCol="0">
            <a:spAutoFit/>
          </a:bodyPr>
          <a:lstStyle/>
          <a:p>
            <a:pPr marL="0" marR="0">
              <a:lnSpc>
                <a:spcPts val="1359"/>
              </a:lnSpc>
              <a:spcBef>
                <a:spcPts val="0"/>
              </a:spcBef>
              <a:spcAft>
                <a:spcPts val="0"/>
              </a:spcAft>
            </a:pPr>
            <a:r>
              <a:rPr sz="1200" dirty="0">
                <a:solidFill>
                  <a:srgbClr val="C00000"/>
                </a:solidFill>
                <a:latin typeface="SEUJEH+CourierNewPSMT"/>
                <a:cs typeface="SEUJEH+CourierNewPSMT"/>
              </a:rPr>
              <a:t>Out[3]:</a:t>
            </a:r>
          </a:p>
        </p:txBody>
      </p:sp>
      <p:sp>
        <p:nvSpPr>
          <p:cNvPr id="7" name="object 7"/>
          <p:cNvSpPr txBox="1"/>
          <p:nvPr/>
        </p:nvSpPr>
        <p:spPr>
          <a:xfrm>
            <a:off x="8454905" y="4825974"/>
            <a:ext cx="384125" cy="253863"/>
          </a:xfrm>
          <a:prstGeom prst="rect">
            <a:avLst/>
          </a:prstGeom>
        </p:spPr>
        <p:txBody>
          <a:bodyPr vert="horz" wrap="square" lIns="0" tIns="0" rIns="0" bIns="0" rtlCol="0">
            <a:spAutoFit/>
          </a:bodyPr>
          <a:lstStyle/>
          <a:p>
            <a:pPr marL="0" marR="0">
              <a:lnSpc>
                <a:spcPts val="1698"/>
              </a:lnSpc>
              <a:spcBef>
                <a:spcPts val="0"/>
              </a:spcBef>
              <a:spcAft>
                <a:spcPts val="0"/>
              </a:spcAft>
            </a:pPr>
            <a:r>
              <a:rPr sz="1800" dirty="0">
                <a:solidFill>
                  <a:srgbClr val="888888"/>
                </a:solidFill>
                <a:latin typeface="Calibri"/>
                <a:cs typeface="Calibri"/>
              </a:rPr>
              <a:t>19</a:t>
            </a:r>
          </a:p>
        </p:txBody>
      </p:sp>
    </p:spTree>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82398" y="2124568"/>
            <a:ext cx="5807710" cy="513080"/>
          </a:xfrm>
          <a:prstGeom prst="rect">
            <a:avLst/>
          </a:prstGeom>
        </p:spPr>
        <p:txBody>
          <a:bodyPr vert="horz" wrap="square" lIns="0" tIns="12700" rIns="0" bIns="0" rtlCol="0">
            <a:spAutoFit/>
          </a:bodyPr>
          <a:lstStyle/>
          <a:p>
            <a:pPr marL="12700">
              <a:lnSpc>
                <a:spcPct val="100000"/>
              </a:lnSpc>
              <a:spcBef>
                <a:spcPts val="100"/>
              </a:spcBef>
            </a:pPr>
            <a:r>
              <a:rPr spc="135" dirty="0"/>
              <a:t>8.2</a:t>
            </a:r>
            <a:r>
              <a:rPr spc="125" dirty="0"/>
              <a:t> </a:t>
            </a:r>
            <a:r>
              <a:rPr spc="245" dirty="0"/>
              <a:t>Introduction</a:t>
            </a:r>
            <a:r>
              <a:rPr spc="130" dirty="0"/>
              <a:t> </a:t>
            </a:r>
            <a:r>
              <a:rPr spc="170" dirty="0"/>
              <a:t>to</a:t>
            </a:r>
            <a:r>
              <a:rPr spc="125" dirty="0"/>
              <a:t> </a:t>
            </a:r>
            <a:r>
              <a:rPr spc="480" dirty="0"/>
              <a:t>Numpy</a:t>
            </a:r>
          </a:p>
        </p:txBody>
      </p:sp>
    </p:spTree>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661948" y="368706"/>
            <a:ext cx="7747634" cy="4414520"/>
          </a:xfrm>
          <a:prstGeom prst="rect">
            <a:avLst/>
          </a:prstGeom>
        </p:spPr>
        <p:txBody>
          <a:bodyPr vert="horz" wrap="square" lIns="0" tIns="12700" rIns="0" bIns="0" rtlCol="0">
            <a:spAutoFit/>
          </a:bodyPr>
          <a:lstStyle/>
          <a:p>
            <a:pPr marL="180975" indent="-168910">
              <a:lnSpc>
                <a:spcPct val="100000"/>
              </a:lnSpc>
              <a:spcBef>
                <a:spcPts val="100"/>
              </a:spcBef>
              <a:buFont typeface="Arial MT"/>
              <a:buChar char="•"/>
              <a:tabLst>
                <a:tab pos="181610" algn="l"/>
              </a:tabLst>
            </a:pPr>
            <a:r>
              <a:rPr sz="2400" spc="-5" dirty="0">
                <a:latin typeface="Times New Roman"/>
                <a:cs typeface="Times New Roman"/>
              </a:rPr>
              <a:t>Numpy</a:t>
            </a:r>
            <a:r>
              <a:rPr sz="2400" spc="-25" dirty="0">
                <a:latin typeface="Times New Roman"/>
                <a:cs typeface="Times New Roman"/>
              </a:rPr>
              <a:t> </a:t>
            </a:r>
            <a:r>
              <a:rPr sz="2400" spc="-5" dirty="0">
                <a:latin typeface="Times New Roman"/>
                <a:cs typeface="Times New Roman"/>
              </a:rPr>
              <a:t>is</a:t>
            </a:r>
            <a:r>
              <a:rPr sz="2400" spc="-20" dirty="0">
                <a:latin typeface="Times New Roman"/>
                <a:cs typeface="Times New Roman"/>
              </a:rPr>
              <a:t> </a:t>
            </a:r>
            <a:r>
              <a:rPr sz="2400" dirty="0">
                <a:latin typeface="Times New Roman"/>
                <a:cs typeface="Times New Roman"/>
              </a:rPr>
              <a:t>a</a:t>
            </a:r>
            <a:r>
              <a:rPr sz="2400" spc="-25" dirty="0">
                <a:latin typeface="Times New Roman"/>
                <a:cs typeface="Times New Roman"/>
              </a:rPr>
              <a:t> </a:t>
            </a:r>
            <a:r>
              <a:rPr sz="2400" dirty="0">
                <a:latin typeface="Times New Roman"/>
                <a:cs typeface="Times New Roman"/>
              </a:rPr>
              <a:t>python</a:t>
            </a:r>
            <a:r>
              <a:rPr sz="2400" spc="-15" dirty="0">
                <a:latin typeface="Times New Roman"/>
                <a:cs typeface="Times New Roman"/>
              </a:rPr>
              <a:t> </a:t>
            </a:r>
            <a:r>
              <a:rPr sz="2400" dirty="0">
                <a:latin typeface="Times New Roman"/>
                <a:cs typeface="Times New Roman"/>
              </a:rPr>
              <a:t>package.</a:t>
            </a:r>
            <a:endParaRPr sz="2400">
              <a:latin typeface="Times New Roman"/>
              <a:cs typeface="Times New Roman"/>
            </a:endParaRPr>
          </a:p>
          <a:p>
            <a:pPr>
              <a:lnSpc>
                <a:spcPct val="100000"/>
              </a:lnSpc>
              <a:spcBef>
                <a:spcPts val="5"/>
              </a:spcBef>
              <a:buFont typeface="Arial MT"/>
              <a:buChar char="•"/>
            </a:pPr>
            <a:endParaRPr sz="2500">
              <a:latin typeface="Times New Roman"/>
              <a:cs typeface="Times New Roman"/>
            </a:endParaRPr>
          </a:p>
          <a:p>
            <a:pPr marL="180975" indent="-168910">
              <a:lnSpc>
                <a:spcPct val="100000"/>
              </a:lnSpc>
              <a:buFont typeface="Arial MT"/>
              <a:buChar char="•"/>
              <a:tabLst>
                <a:tab pos="181610" algn="l"/>
              </a:tabLst>
            </a:pPr>
            <a:r>
              <a:rPr sz="2400" dirty="0">
                <a:latin typeface="Times New Roman"/>
                <a:cs typeface="Times New Roman"/>
              </a:rPr>
              <a:t>It</a:t>
            </a:r>
            <a:r>
              <a:rPr sz="2400" spc="-20" dirty="0">
                <a:latin typeface="Times New Roman"/>
                <a:cs typeface="Times New Roman"/>
              </a:rPr>
              <a:t> </a:t>
            </a:r>
            <a:r>
              <a:rPr sz="2400" spc="-5" dirty="0">
                <a:latin typeface="Times New Roman"/>
                <a:cs typeface="Times New Roman"/>
              </a:rPr>
              <a:t>stands</a:t>
            </a:r>
            <a:r>
              <a:rPr sz="2400" spc="-20" dirty="0">
                <a:latin typeface="Times New Roman"/>
                <a:cs typeface="Times New Roman"/>
              </a:rPr>
              <a:t> </a:t>
            </a:r>
            <a:r>
              <a:rPr sz="2400" dirty="0">
                <a:latin typeface="Times New Roman"/>
                <a:cs typeface="Times New Roman"/>
              </a:rPr>
              <a:t>for</a:t>
            </a:r>
            <a:r>
              <a:rPr sz="2400" spc="-20" dirty="0">
                <a:latin typeface="Times New Roman"/>
                <a:cs typeface="Times New Roman"/>
              </a:rPr>
              <a:t> </a:t>
            </a:r>
            <a:r>
              <a:rPr sz="2400" spc="-5" dirty="0">
                <a:latin typeface="Times New Roman"/>
                <a:cs typeface="Times New Roman"/>
              </a:rPr>
              <a:t>'numerical</a:t>
            </a:r>
            <a:r>
              <a:rPr sz="2400" spc="-20" dirty="0">
                <a:latin typeface="Times New Roman"/>
                <a:cs typeface="Times New Roman"/>
              </a:rPr>
              <a:t> </a:t>
            </a:r>
            <a:r>
              <a:rPr sz="2400" dirty="0">
                <a:latin typeface="Times New Roman"/>
                <a:cs typeface="Times New Roman"/>
              </a:rPr>
              <a:t>python’.</a:t>
            </a:r>
            <a:endParaRPr sz="2400">
              <a:latin typeface="Times New Roman"/>
              <a:cs typeface="Times New Roman"/>
            </a:endParaRPr>
          </a:p>
          <a:p>
            <a:pPr>
              <a:lnSpc>
                <a:spcPct val="100000"/>
              </a:lnSpc>
              <a:spcBef>
                <a:spcPts val="5"/>
              </a:spcBef>
              <a:buFont typeface="Arial MT"/>
              <a:buChar char="•"/>
            </a:pPr>
            <a:endParaRPr sz="2500">
              <a:latin typeface="Times New Roman"/>
              <a:cs typeface="Times New Roman"/>
            </a:endParaRPr>
          </a:p>
          <a:p>
            <a:pPr marL="180975" marR="5080" indent="-168910">
              <a:lnSpc>
                <a:spcPct val="100000"/>
              </a:lnSpc>
              <a:buFont typeface="Arial MT"/>
              <a:buChar char="•"/>
              <a:tabLst>
                <a:tab pos="181610" algn="l"/>
              </a:tabLst>
            </a:pPr>
            <a:r>
              <a:rPr sz="2400" dirty="0">
                <a:latin typeface="Times New Roman"/>
                <a:cs typeface="Times New Roman"/>
              </a:rPr>
              <a:t>It</a:t>
            </a:r>
            <a:r>
              <a:rPr sz="2400" spc="-10" dirty="0">
                <a:latin typeface="Times New Roman"/>
                <a:cs typeface="Times New Roman"/>
              </a:rPr>
              <a:t> </a:t>
            </a:r>
            <a:r>
              <a:rPr sz="2400" spc="-5" dirty="0">
                <a:latin typeface="Times New Roman"/>
                <a:cs typeface="Times New Roman"/>
              </a:rPr>
              <a:t>is</a:t>
            </a:r>
            <a:r>
              <a:rPr sz="2400" spc="-15" dirty="0">
                <a:latin typeface="Times New Roman"/>
                <a:cs typeface="Times New Roman"/>
              </a:rPr>
              <a:t> </a:t>
            </a:r>
            <a:r>
              <a:rPr sz="2400" dirty="0">
                <a:latin typeface="Times New Roman"/>
                <a:cs typeface="Times New Roman"/>
              </a:rPr>
              <a:t>a</a:t>
            </a:r>
            <a:r>
              <a:rPr sz="2400" spc="-10" dirty="0">
                <a:latin typeface="Times New Roman"/>
                <a:cs typeface="Times New Roman"/>
              </a:rPr>
              <a:t> </a:t>
            </a:r>
            <a:r>
              <a:rPr sz="2400" spc="-5" dirty="0">
                <a:latin typeface="Times New Roman"/>
                <a:cs typeface="Times New Roman"/>
              </a:rPr>
              <a:t>library</a:t>
            </a:r>
            <a:r>
              <a:rPr sz="2400" spc="-15" dirty="0">
                <a:latin typeface="Times New Roman"/>
                <a:cs typeface="Times New Roman"/>
              </a:rPr>
              <a:t> </a:t>
            </a:r>
            <a:r>
              <a:rPr sz="2400" spc="-5" dirty="0">
                <a:latin typeface="Times New Roman"/>
                <a:cs typeface="Times New Roman"/>
              </a:rPr>
              <a:t>consisting</a:t>
            </a:r>
            <a:r>
              <a:rPr sz="2400" spc="-15" dirty="0">
                <a:latin typeface="Times New Roman"/>
                <a:cs typeface="Times New Roman"/>
              </a:rPr>
              <a:t> </a:t>
            </a:r>
            <a:r>
              <a:rPr sz="2400" dirty="0">
                <a:latin typeface="Times New Roman"/>
                <a:cs typeface="Times New Roman"/>
              </a:rPr>
              <a:t>of</a:t>
            </a:r>
            <a:r>
              <a:rPr sz="2400" spc="-5" dirty="0">
                <a:latin typeface="Times New Roman"/>
                <a:cs typeface="Times New Roman"/>
              </a:rPr>
              <a:t> multidimensional</a:t>
            </a:r>
            <a:r>
              <a:rPr sz="2400" spc="-15" dirty="0">
                <a:latin typeface="Times New Roman"/>
                <a:cs typeface="Times New Roman"/>
              </a:rPr>
              <a:t> </a:t>
            </a:r>
            <a:r>
              <a:rPr sz="2400" spc="-5" dirty="0">
                <a:latin typeface="Times New Roman"/>
                <a:cs typeface="Times New Roman"/>
              </a:rPr>
              <a:t>array</a:t>
            </a:r>
            <a:r>
              <a:rPr sz="2400" spc="-15" dirty="0">
                <a:latin typeface="Times New Roman"/>
                <a:cs typeface="Times New Roman"/>
              </a:rPr>
              <a:t> </a:t>
            </a:r>
            <a:r>
              <a:rPr sz="2400" dirty="0">
                <a:latin typeface="Times New Roman"/>
                <a:cs typeface="Times New Roman"/>
              </a:rPr>
              <a:t>objects</a:t>
            </a:r>
            <a:r>
              <a:rPr sz="2400" spc="-5" dirty="0">
                <a:latin typeface="Times New Roman"/>
                <a:cs typeface="Times New Roman"/>
              </a:rPr>
              <a:t> and </a:t>
            </a:r>
            <a:r>
              <a:rPr sz="2400" spc="-585" dirty="0">
                <a:latin typeface="Times New Roman"/>
                <a:cs typeface="Times New Roman"/>
              </a:rPr>
              <a:t> </a:t>
            </a:r>
            <a:r>
              <a:rPr sz="2400" dirty="0">
                <a:latin typeface="Times New Roman"/>
                <a:cs typeface="Times New Roman"/>
              </a:rPr>
              <a:t>a</a:t>
            </a:r>
            <a:r>
              <a:rPr sz="2400" spc="-10" dirty="0">
                <a:latin typeface="Times New Roman"/>
                <a:cs typeface="Times New Roman"/>
              </a:rPr>
              <a:t> </a:t>
            </a:r>
            <a:r>
              <a:rPr sz="2400" spc="-5" dirty="0">
                <a:latin typeface="Times New Roman"/>
                <a:cs typeface="Times New Roman"/>
              </a:rPr>
              <a:t>collection</a:t>
            </a:r>
            <a:r>
              <a:rPr sz="2400" spc="-10" dirty="0">
                <a:latin typeface="Times New Roman"/>
                <a:cs typeface="Times New Roman"/>
              </a:rPr>
              <a:t> </a:t>
            </a:r>
            <a:r>
              <a:rPr sz="2400" dirty="0">
                <a:latin typeface="Times New Roman"/>
                <a:cs typeface="Times New Roman"/>
              </a:rPr>
              <a:t>of routines</a:t>
            </a:r>
            <a:r>
              <a:rPr sz="2400" spc="-5" dirty="0">
                <a:latin typeface="Times New Roman"/>
                <a:cs typeface="Times New Roman"/>
              </a:rPr>
              <a:t> </a:t>
            </a:r>
            <a:r>
              <a:rPr sz="2400" dirty="0">
                <a:latin typeface="Times New Roman"/>
                <a:cs typeface="Times New Roman"/>
              </a:rPr>
              <a:t>for</a:t>
            </a:r>
            <a:r>
              <a:rPr sz="2400" spc="-5" dirty="0">
                <a:latin typeface="Times New Roman"/>
                <a:cs typeface="Times New Roman"/>
              </a:rPr>
              <a:t> </a:t>
            </a:r>
            <a:r>
              <a:rPr sz="2400" dirty="0">
                <a:latin typeface="Times New Roman"/>
                <a:cs typeface="Times New Roman"/>
              </a:rPr>
              <a:t>processing of</a:t>
            </a:r>
            <a:r>
              <a:rPr sz="2400" spc="-5" dirty="0">
                <a:latin typeface="Times New Roman"/>
                <a:cs typeface="Times New Roman"/>
              </a:rPr>
              <a:t> </a:t>
            </a:r>
            <a:r>
              <a:rPr sz="2400" spc="-30" dirty="0">
                <a:latin typeface="Times New Roman"/>
                <a:cs typeface="Times New Roman"/>
              </a:rPr>
              <a:t>array.</a:t>
            </a:r>
            <a:endParaRPr sz="2400">
              <a:latin typeface="Times New Roman"/>
              <a:cs typeface="Times New Roman"/>
            </a:endParaRPr>
          </a:p>
          <a:p>
            <a:pPr>
              <a:lnSpc>
                <a:spcPct val="100000"/>
              </a:lnSpc>
              <a:spcBef>
                <a:spcPts val="5"/>
              </a:spcBef>
            </a:pPr>
            <a:endParaRPr sz="2500">
              <a:latin typeface="Times New Roman"/>
              <a:cs typeface="Times New Roman"/>
            </a:endParaRPr>
          </a:p>
          <a:p>
            <a:pPr marL="180975" marR="727710" indent="-168910">
              <a:lnSpc>
                <a:spcPct val="100000"/>
              </a:lnSpc>
              <a:buFont typeface="Arial"/>
              <a:buChar char="•"/>
              <a:tabLst>
                <a:tab pos="181610" algn="l"/>
              </a:tabLst>
            </a:pPr>
            <a:r>
              <a:rPr sz="2400" b="1" spc="-5" dirty="0">
                <a:latin typeface="Times New Roman"/>
                <a:cs typeface="Times New Roman"/>
              </a:rPr>
              <a:t>Numeric</a:t>
            </a:r>
            <a:r>
              <a:rPr sz="2400" spc="-5" dirty="0">
                <a:latin typeface="Times New Roman"/>
                <a:cs typeface="Times New Roman"/>
              </a:rPr>
              <a:t>, the ancestor </a:t>
            </a:r>
            <a:r>
              <a:rPr sz="2400" dirty="0">
                <a:latin typeface="Times New Roman"/>
                <a:cs typeface="Times New Roman"/>
              </a:rPr>
              <a:t>of </a:t>
            </a:r>
            <a:r>
              <a:rPr sz="2400" spc="-30" dirty="0">
                <a:latin typeface="Times New Roman"/>
                <a:cs typeface="Times New Roman"/>
              </a:rPr>
              <a:t>numpy, </a:t>
            </a:r>
            <a:r>
              <a:rPr sz="2400" spc="-5" dirty="0">
                <a:latin typeface="Times New Roman"/>
                <a:cs typeface="Times New Roman"/>
              </a:rPr>
              <a:t>was </a:t>
            </a:r>
            <a:r>
              <a:rPr sz="2400" dirty="0">
                <a:latin typeface="Times New Roman"/>
                <a:cs typeface="Times New Roman"/>
              </a:rPr>
              <a:t>developed by </a:t>
            </a:r>
            <a:r>
              <a:rPr sz="2400" spc="-5" dirty="0">
                <a:latin typeface="Times New Roman"/>
                <a:cs typeface="Times New Roman"/>
              </a:rPr>
              <a:t>Jim </a:t>
            </a:r>
            <a:r>
              <a:rPr sz="2400" spc="-585" dirty="0">
                <a:latin typeface="Times New Roman"/>
                <a:cs typeface="Times New Roman"/>
              </a:rPr>
              <a:t> </a:t>
            </a:r>
            <a:r>
              <a:rPr sz="2400" spc="-5" dirty="0">
                <a:latin typeface="Times New Roman"/>
                <a:cs typeface="Times New Roman"/>
              </a:rPr>
              <a:t>Hugunin.</a:t>
            </a:r>
            <a:endParaRPr sz="2400">
              <a:latin typeface="Times New Roman"/>
              <a:cs typeface="Times New Roman"/>
            </a:endParaRPr>
          </a:p>
          <a:p>
            <a:pPr>
              <a:lnSpc>
                <a:spcPct val="100000"/>
              </a:lnSpc>
              <a:spcBef>
                <a:spcPts val="5"/>
              </a:spcBef>
            </a:pPr>
            <a:endParaRPr sz="2500">
              <a:latin typeface="Times New Roman"/>
              <a:cs typeface="Times New Roman"/>
            </a:endParaRPr>
          </a:p>
          <a:p>
            <a:pPr marL="180975" marR="96520" indent="-168910">
              <a:lnSpc>
                <a:spcPct val="100000"/>
              </a:lnSpc>
              <a:buFont typeface="Arial MT"/>
              <a:buChar char="•"/>
              <a:tabLst>
                <a:tab pos="181610" algn="l"/>
              </a:tabLst>
            </a:pPr>
            <a:r>
              <a:rPr sz="2400" spc="-5" dirty="0">
                <a:latin typeface="Times New Roman"/>
                <a:cs typeface="Times New Roman"/>
              </a:rPr>
              <a:t>Another</a:t>
            </a:r>
            <a:r>
              <a:rPr sz="2400" spc="-20" dirty="0">
                <a:latin typeface="Times New Roman"/>
                <a:cs typeface="Times New Roman"/>
              </a:rPr>
              <a:t> </a:t>
            </a:r>
            <a:r>
              <a:rPr sz="2400" dirty="0">
                <a:latin typeface="Times New Roman"/>
                <a:cs typeface="Times New Roman"/>
              </a:rPr>
              <a:t>package</a:t>
            </a:r>
            <a:r>
              <a:rPr sz="2400" spc="-10" dirty="0">
                <a:latin typeface="Times New Roman"/>
                <a:cs typeface="Times New Roman"/>
              </a:rPr>
              <a:t> </a:t>
            </a:r>
            <a:r>
              <a:rPr sz="2400" dirty="0">
                <a:latin typeface="Times New Roman"/>
                <a:cs typeface="Times New Roman"/>
              </a:rPr>
              <a:t>numarray</a:t>
            </a:r>
            <a:r>
              <a:rPr sz="2400" spc="-15" dirty="0">
                <a:latin typeface="Times New Roman"/>
                <a:cs typeface="Times New Roman"/>
              </a:rPr>
              <a:t> </a:t>
            </a:r>
            <a:r>
              <a:rPr sz="2400" spc="-5" dirty="0">
                <a:latin typeface="Times New Roman"/>
                <a:cs typeface="Times New Roman"/>
              </a:rPr>
              <a:t>was</a:t>
            </a:r>
            <a:r>
              <a:rPr sz="2400" spc="-15" dirty="0">
                <a:latin typeface="Times New Roman"/>
                <a:cs typeface="Times New Roman"/>
              </a:rPr>
              <a:t> </a:t>
            </a:r>
            <a:r>
              <a:rPr sz="2400" spc="-5" dirty="0">
                <a:latin typeface="Times New Roman"/>
                <a:cs typeface="Times New Roman"/>
              </a:rPr>
              <a:t>also</a:t>
            </a:r>
            <a:r>
              <a:rPr sz="2400" spc="-15" dirty="0">
                <a:latin typeface="Times New Roman"/>
                <a:cs typeface="Times New Roman"/>
              </a:rPr>
              <a:t> </a:t>
            </a:r>
            <a:r>
              <a:rPr sz="2400" dirty="0">
                <a:latin typeface="Times New Roman"/>
                <a:cs typeface="Times New Roman"/>
              </a:rPr>
              <a:t>developed,</a:t>
            </a:r>
            <a:r>
              <a:rPr sz="2400" spc="-15" dirty="0">
                <a:latin typeface="Times New Roman"/>
                <a:cs typeface="Times New Roman"/>
              </a:rPr>
              <a:t> </a:t>
            </a:r>
            <a:r>
              <a:rPr sz="2400" dirty="0">
                <a:latin typeface="Times New Roman"/>
                <a:cs typeface="Times New Roman"/>
              </a:rPr>
              <a:t>having</a:t>
            </a:r>
            <a:r>
              <a:rPr sz="2400" spc="-10" dirty="0">
                <a:latin typeface="Times New Roman"/>
                <a:cs typeface="Times New Roman"/>
              </a:rPr>
              <a:t> </a:t>
            </a:r>
            <a:r>
              <a:rPr sz="2400" spc="-5" dirty="0">
                <a:latin typeface="Times New Roman"/>
                <a:cs typeface="Times New Roman"/>
              </a:rPr>
              <a:t>some </a:t>
            </a:r>
            <a:r>
              <a:rPr sz="2400" spc="-585" dirty="0">
                <a:latin typeface="Times New Roman"/>
                <a:cs typeface="Times New Roman"/>
              </a:rPr>
              <a:t> </a:t>
            </a:r>
            <a:r>
              <a:rPr sz="2400" spc="-5" dirty="0">
                <a:latin typeface="Times New Roman"/>
                <a:cs typeface="Times New Roman"/>
              </a:rPr>
              <a:t>additional</a:t>
            </a:r>
            <a:r>
              <a:rPr sz="2400" spc="-10" dirty="0">
                <a:latin typeface="Times New Roman"/>
                <a:cs typeface="Times New Roman"/>
              </a:rPr>
              <a:t> </a:t>
            </a:r>
            <a:r>
              <a:rPr sz="2400" dirty="0">
                <a:latin typeface="Times New Roman"/>
                <a:cs typeface="Times New Roman"/>
              </a:rPr>
              <a:t>functionalities.</a:t>
            </a:r>
            <a:endParaRPr sz="2400">
              <a:latin typeface="Times New Roman"/>
              <a:cs typeface="Times New Roman"/>
            </a:endParaRPr>
          </a:p>
        </p:txBody>
      </p:sp>
    </p:spTree>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07790" y="620537"/>
            <a:ext cx="8171815" cy="1570355"/>
          </a:xfrm>
          <a:prstGeom prst="rect">
            <a:avLst/>
          </a:prstGeom>
        </p:spPr>
        <p:txBody>
          <a:bodyPr vert="horz" wrap="square" lIns="0" tIns="9525" rIns="0" bIns="0" rtlCol="0">
            <a:spAutoFit/>
          </a:bodyPr>
          <a:lstStyle/>
          <a:p>
            <a:pPr marL="387985" marR="5080" indent="-375920" algn="just">
              <a:lnSpc>
                <a:spcPct val="101499"/>
              </a:lnSpc>
              <a:spcBef>
                <a:spcPts val="75"/>
              </a:spcBef>
              <a:buSzPct val="112000"/>
              <a:buFont typeface="Arial MT"/>
              <a:buChar char="•"/>
              <a:tabLst>
                <a:tab pos="388620" algn="l"/>
              </a:tabLst>
            </a:pPr>
            <a:r>
              <a:rPr sz="2500" spc="5" dirty="0">
                <a:latin typeface="Times New Roman"/>
                <a:cs typeface="Times New Roman"/>
              </a:rPr>
              <a:t>In</a:t>
            </a:r>
            <a:r>
              <a:rPr sz="2500" spc="10" dirty="0">
                <a:latin typeface="Times New Roman"/>
                <a:cs typeface="Times New Roman"/>
              </a:rPr>
              <a:t> </a:t>
            </a:r>
            <a:r>
              <a:rPr sz="2500" spc="5" dirty="0">
                <a:latin typeface="Times New Roman"/>
                <a:cs typeface="Times New Roman"/>
              </a:rPr>
              <a:t>2005,</a:t>
            </a:r>
            <a:r>
              <a:rPr sz="2500" spc="10" dirty="0">
                <a:latin typeface="Times New Roman"/>
                <a:cs typeface="Times New Roman"/>
              </a:rPr>
              <a:t> </a:t>
            </a:r>
            <a:r>
              <a:rPr sz="2500" spc="-10" dirty="0">
                <a:latin typeface="Times New Roman"/>
                <a:cs typeface="Times New Roman"/>
              </a:rPr>
              <a:t>Travis</a:t>
            </a:r>
            <a:r>
              <a:rPr sz="2500" spc="-5" dirty="0">
                <a:latin typeface="Times New Roman"/>
                <a:cs typeface="Times New Roman"/>
              </a:rPr>
              <a:t> </a:t>
            </a:r>
            <a:r>
              <a:rPr sz="2500" dirty="0">
                <a:latin typeface="Times New Roman"/>
                <a:cs typeface="Times New Roman"/>
              </a:rPr>
              <a:t>Oliphant</a:t>
            </a:r>
            <a:r>
              <a:rPr sz="2500" spc="5" dirty="0">
                <a:latin typeface="Times New Roman"/>
                <a:cs typeface="Times New Roman"/>
              </a:rPr>
              <a:t> </a:t>
            </a:r>
            <a:r>
              <a:rPr sz="2500" dirty="0">
                <a:latin typeface="Times New Roman"/>
                <a:cs typeface="Times New Roman"/>
              </a:rPr>
              <a:t>created</a:t>
            </a:r>
            <a:r>
              <a:rPr sz="2500" spc="5" dirty="0">
                <a:latin typeface="Times New Roman"/>
                <a:cs typeface="Times New Roman"/>
              </a:rPr>
              <a:t> Numpy</a:t>
            </a:r>
            <a:r>
              <a:rPr sz="2500" spc="10" dirty="0">
                <a:latin typeface="Times New Roman"/>
                <a:cs typeface="Times New Roman"/>
              </a:rPr>
              <a:t> </a:t>
            </a:r>
            <a:r>
              <a:rPr sz="2500" spc="5" dirty="0">
                <a:latin typeface="Times New Roman"/>
                <a:cs typeface="Times New Roman"/>
              </a:rPr>
              <a:t>package</a:t>
            </a:r>
            <a:r>
              <a:rPr sz="2500" spc="10" dirty="0">
                <a:latin typeface="Times New Roman"/>
                <a:cs typeface="Times New Roman"/>
              </a:rPr>
              <a:t> by </a:t>
            </a:r>
            <a:r>
              <a:rPr sz="2500" spc="15" dirty="0">
                <a:latin typeface="Times New Roman"/>
                <a:cs typeface="Times New Roman"/>
              </a:rPr>
              <a:t> </a:t>
            </a:r>
            <a:r>
              <a:rPr sz="2500" dirty="0">
                <a:latin typeface="Times New Roman"/>
                <a:cs typeface="Times New Roman"/>
              </a:rPr>
              <a:t>incorporating</a:t>
            </a:r>
            <a:r>
              <a:rPr sz="2500" spc="5" dirty="0">
                <a:latin typeface="Times New Roman"/>
                <a:cs typeface="Times New Roman"/>
              </a:rPr>
              <a:t> </a:t>
            </a:r>
            <a:r>
              <a:rPr sz="2500" dirty="0">
                <a:latin typeface="Times New Roman"/>
                <a:cs typeface="Times New Roman"/>
              </a:rPr>
              <a:t>the</a:t>
            </a:r>
            <a:r>
              <a:rPr sz="2500" spc="5" dirty="0">
                <a:latin typeface="Times New Roman"/>
                <a:cs typeface="Times New Roman"/>
              </a:rPr>
              <a:t> features</a:t>
            </a:r>
            <a:r>
              <a:rPr sz="2500" spc="10" dirty="0">
                <a:latin typeface="Times New Roman"/>
                <a:cs typeface="Times New Roman"/>
              </a:rPr>
              <a:t> </a:t>
            </a:r>
            <a:r>
              <a:rPr sz="2500" spc="5" dirty="0">
                <a:latin typeface="Times New Roman"/>
                <a:cs typeface="Times New Roman"/>
              </a:rPr>
              <a:t>of</a:t>
            </a:r>
            <a:r>
              <a:rPr sz="2500" spc="10" dirty="0">
                <a:latin typeface="Times New Roman"/>
                <a:cs typeface="Times New Roman"/>
              </a:rPr>
              <a:t> </a:t>
            </a:r>
            <a:r>
              <a:rPr sz="2500" spc="5" dirty="0">
                <a:latin typeface="Times New Roman"/>
                <a:cs typeface="Times New Roman"/>
              </a:rPr>
              <a:t>Numarray</a:t>
            </a:r>
            <a:r>
              <a:rPr sz="2500" spc="10" dirty="0">
                <a:latin typeface="Times New Roman"/>
                <a:cs typeface="Times New Roman"/>
              </a:rPr>
              <a:t> </a:t>
            </a:r>
            <a:r>
              <a:rPr sz="2500" dirty="0">
                <a:latin typeface="Times New Roman"/>
                <a:cs typeface="Times New Roman"/>
              </a:rPr>
              <a:t>into</a:t>
            </a:r>
            <a:r>
              <a:rPr sz="2500" spc="5" dirty="0">
                <a:latin typeface="Times New Roman"/>
                <a:cs typeface="Times New Roman"/>
              </a:rPr>
              <a:t> numeric </a:t>
            </a:r>
            <a:r>
              <a:rPr sz="2500" spc="10" dirty="0">
                <a:latin typeface="Times New Roman"/>
                <a:cs typeface="Times New Roman"/>
              </a:rPr>
              <a:t> </a:t>
            </a:r>
            <a:r>
              <a:rPr sz="2500" spc="5" dirty="0">
                <a:latin typeface="Times New Roman"/>
                <a:cs typeface="Times New Roman"/>
              </a:rPr>
              <a:t>package. There </a:t>
            </a:r>
            <a:r>
              <a:rPr sz="2500" dirty="0">
                <a:latin typeface="Times New Roman"/>
                <a:cs typeface="Times New Roman"/>
              </a:rPr>
              <a:t>are </a:t>
            </a:r>
            <a:r>
              <a:rPr sz="2500" spc="5" dirty="0">
                <a:latin typeface="Times New Roman"/>
                <a:cs typeface="Times New Roman"/>
              </a:rPr>
              <a:t>many </a:t>
            </a:r>
            <a:r>
              <a:rPr sz="2500" dirty="0">
                <a:latin typeface="Times New Roman"/>
                <a:cs typeface="Times New Roman"/>
              </a:rPr>
              <a:t>contributors </a:t>
            </a:r>
            <a:r>
              <a:rPr sz="2500" spc="5" dirty="0">
                <a:latin typeface="Times New Roman"/>
                <a:cs typeface="Times New Roman"/>
              </a:rPr>
              <a:t>to </a:t>
            </a:r>
            <a:r>
              <a:rPr sz="2500" dirty="0">
                <a:latin typeface="Times New Roman"/>
                <a:cs typeface="Times New Roman"/>
              </a:rPr>
              <a:t>this </a:t>
            </a:r>
            <a:r>
              <a:rPr sz="2500" spc="5" dirty="0">
                <a:latin typeface="Times New Roman"/>
                <a:cs typeface="Times New Roman"/>
              </a:rPr>
              <a:t>open </a:t>
            </a:r>
            <a:r>
              <a:rPr sz="2500" dirty="0">
                <a:latin typeface="Times New Roman"/>
                <a:cs typeface="Times New Roman"/>
              </a:rPr>
              <a:t>source </a:t>
            </a:r>
            <a:r>
              <a:rPr sz="2500" spc="5" dirty="0">
                <a:latin typeface="Times New Roman"/>
                <a:cs typeface="Times New Roman"/>
              </a:rPr>
              <a:t> project.</a:t>
            </a:r>
            <a:endParaRPr sz="2500">
              <a:latin typeface="Times New Roman"/>
              <a:cs typeface="Times New Roman"/>
            </a:endParaRPr>
          </a:p>
        </p:txBody>
      </p:sp>
    </p:spTree>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454468" y="2527810"/>
            <a:ext cx="7656830" cy="1945639"/>
          </a:xfrm>
          <a:prstGeom prst="rect">
            <a:avLst/>
          </a:prstGeom>
        </p:spPr>
        <p:txBody>
          <a:bodyPr vert="horz" wrap="square" lIns="0" tIns="12065" rIns="0" bIns="0" rtlCol="0">
            <a:spAutoFit/>
          </a:bodyPr>
          <a:lstStyle/>
          <a:p>
            <a:pPr marL="12700" marR="5080">
              <a:lnSpc>
                <a:spcPct val="100800"/>
              </a:lnSpc>
              <a:spcBef>
                <a:spcPts val="95"/>
              </a:spcBef>
              <a:buAutoNum type="arabicPeriod"/>
              <a:tabLst>
                <a:tab pos="332740" algn="l"/>
              </a:tabLst>
            </a:pPr>
            <a:r>
              <a:rPr sz="2500" spc="5" dirty="0">
                <a:latin typeface="Times New Roman"/>
                <a:cs typeface="Times New Roman"/>
              </a:rPr>
              <a:t>using </a:t>
            </a:r>
            <a:r>
              <a:rPr sz="2500" spc="-20" dirty="0">
                <a:latin typeface="Times New Roman"/>
                <a:cs typeface="Times New Roman"/>
              </a:rPr>
              <a:t>numpy,</a:t>
            </a:r>
            <a:r>
              <a:rPr sz="2500" spc="10" dirty="0">
                <a:latin typeface="Times New Roman"/>
                <a:cs typeface="Times New Roman"/>
              </a:rPr>
              <a:t> </a:t>
            </a:r>
            <a:r>
              <a:rPr sz="2500" spc="5" dirty="0">
                <a:latin typeface="Times New Roman"/>
                <a:cs typeface="Times New Roman"/>
              </a:rPr>
              <a:t>a developer can perform</a:t>
            </a:r>
            <a:r>
              <a:rPr sz="2500" spc="10" dirty="0">
                <a:latin typeface="Times New Roman"/>
                <a:cs typeface="Times New Roman"/>
              </a:rPr>
              <a:t> </a:t>
            </a:r>
            <a:r>
              <a:rPr sz="2500" dirty="0">
                <a:latin typeface="Times New Roman"/>
                <a:cs typeface="Times New Roman"/>
              </a:rPr>
              <a:t>the </a:t>
            </a:r>
            <a:r>
              <a:rPr sz="2500" spc="5" dirty="0">
                <a:latin typeface="Times New Roman"/>
                <a:cs typeface="Times New Roman"/>
              </a:rPr>
              <a:t>following </a:t>
            </a:r>
            <a:r>
              <a:rPr sz="2500" spc="10" dirty="0">
                <a:latin typeface="Times New Roman"/>
                <a:cs typeface="Times New Roman"/>
              </a:rPr>
              <a:t> </a:t>
            </a:r>
            <a:r>
              <a:rPr sz="2500" spc="5" dirty="0">
                <a:latin typeface="Times New Roman"/>
                <a:cs typeface="Times New Roman"/>
              </a:rPr>
              <a:t>operations</a:t>
            </a:r>
            <a:r>
              <a:rPr sz="2500" spc="10" dirty="0">
                <a:latin typeface="Times New Roman"/>
                <a:cs typeface="Times New Roman"/>
              </a:rPr>
              <a:t> − </a:t>
            </a:r>
            <a:r>
              <a:rPr sz="2500" dirty="0">
                <a:latin typeface="Times New Roman"/>
                <a:cs typeface="Times New Roman"/>
              </a:rPr>
              <a:t>mathematical</a:t>
            </a:r>
            <a:r>
              <a:rPr sz="2500" spc="10" dirty="0">
                <a:latin typeface="Times New Roman"/>
                <a:cs typeface="Times New Roman"/>
              </a:rPr>
              <a:t> </a:t>
            </a:r>
            <a:r>
              <a:rPr sz="2500" spc="5" dirty="0">
                <a:latin typeface="Times New Roman"/>
                <a:cs typeface="Times New Roman"/>
              </a:rPr>
              <a:t>and</a:t>
            </a:r>
            <a:r>
              <a:rPr sz="2500" spc="10" dirty="0">
                <a:latin typeface="Times New Roman"/>
                <a:cs typeface="Times New Roman"/>
              </a:rPr>
              <a:t> </a:t>
            </a:r>
            <a:r>
              <a:rPr sz="2500" dirty="0">
                <a:latin typeface="Times New Roman"/>
                <a:cs typeface="Times New Roman"/>
              </a:rPr>
              <a:t>logical</a:t>
            </a:r>
            <a:r>
              <a:rPr sz="2500" spc="10" dirty="0">
                <a:latin typeface="Times New Roman"/>
                <a:cs typeface="Times New Roman"/>
              </a:rPr>
              <a:t> </a:t>
            </a:r>
            <a:r>
              <a:rPr sz="2500" spc="5" dirty="0">
                <a:latin typeface="Times New Roman"/>
                <a:cs typeface="Times New Roman"/>
              </a:rPr>
              <a:t>operations</a:t>
            </a:r>
            <a:r>
              <a:rPr sz="2500" spc="15" dirty="0">
                <a:latin typeface="Times New Roman"/>
                <a:cs typeface="Times New Roman"/>
              </a:rPr>
              <a:t> </a:t>
            </a:r>
            <a:r>
              <a:rPr sz="2500" spc="10" dirty="0">
                <a:latin typeface="Times New Roman"/>
                <a:cs typeface="Times New Roman"/>
              </a:rPr>
              <a:t>on</a:t>
            </a:r>
            <a:r>
              <a:rPr sz="2500" spc="15" dirty="0">
                <a:latin typeface="Times New Roman"/>
                <a:cs typeface="Times New Roman"/>
              </a:rPr>
              <a:t> </a:t>
            </a:r>
            <a:r>
              <a:rPr sz="2500" dirty="0">
                <a:latin typeface="Times New Roman"/>
                <a:cs typeface="Times New Roman"/>
              </a:rPr>
              <a:t>arrays.</a:t>
            </a:r>
            <a:endParaRPr sz="2500">
              <a:latin typeface="Times New Roman"/>
              <a:cs typeface="Times New Roman"/>
            </a:endParaRPr>
          </a:p>
          <a:p>
            <a:pPr>
              <a:lnSpc>
                <a:spcPct val="100000"/>
              </a:lnSpc>
              <a:buFont typeface="Times New Roman"/>
              <a:buAutoNum type="arabicPeriod"/>
            </a:pPr>
            <a:endParaRPr sz="2800">
              <a:latin typeface="Times New Roman"/>
              <a:cs typeface="Times New Roman"/>
            </a:endParaRPr>
          </a:p>
          <a:p>
            <a:pPr>
              <a:lnSpc>
                <a:spcPct val="100000"/>
              </a:lnSpc>
              <a:spcBef>
                <a:spcPts val="35"/>
              </a:spcBef>
              <a:buFont typeface="Times New Roman"/>
              <a:buAutoNum type="arabicPeriod"/>
            </a:pPr>
            <a:endParaRPr sz="2450">
              <a:latin typeface="Times New Roman"/>
              <a:cs typeface="Times New Roman"/>
            </a:endParaRPr>
          </a:p>
          <a:p>
            <a:pPr marL="332740" indent="-320040">
              <a:lnSpc>
                <a:spcPct val="100000"/>
              </a:lnSpc>
              <a:buAutoNum type="arabicPeriod"/>
              <a:tabLst>
                <a:tab pos="332740" algn="l"/>
              </a:tabLst>
            </a:pPr>
            <a:r>
              <a:rPr sz="2500" dirty="0">
                <a:latin typeface="Times New Roman"/>
                <a:cs typeface="Times New Roman"/>
              </a:rPr>
              <a:t>Fourier</a:t>
            </a:r>
            <a:r>
              <a:rPr sz="2500" spc="5" dirty="0">
                <a:latin typeface="Times New Roman"/>
                <a:cs typeface="Times New Roman"/>
              </a:rPr>
              <a:t> </a:t>
            </a:r>
            <a:r>
              <a:rPr sz="2500" dirty="0">
                <a:latin typeface="Times New Roman"/>
                <a:cs typeface="Times New Roman"/>
              </a:rPr>
              <a:t>transforms</a:t>
            </a:r>
            <a:r>
              <a:rPr sz="2500" spc="5" dirty="0">
                <a:latin typeface="Times New Roman"/>
                <a:cs typeface="Times New Roman"/>
              </a:rPr>
              <a:t> and</a:t>
            </a:r>
            <a:r>
              <a:rPr sz="2500" spc="10" dirty="0">
                <a:latin typeface="Times New Roman"/>
                <a:cs typeface="Times New Roman"/>
              </a:rPr>
              <a:t> </a:t>
            </a:r>
            <a:r>
              <a:rPr sz="2500" spc="5" dirty="0">
                <a:latin typeface="Times New Roman"/>
                <a:cs typeface="Times New Roman"/>
              </a:rPr>
              <a:t>routines</a:t>
            </a:r>
            <a:r>
              <a:rPr sz="2500" spc="10" dirty="0">
                <a:latin typeface="Times New Roman"/>
                <a:cs typeface="Times New Roman"/>
              </a:rPr>
              <a:t> </a:t>
            </a:r>
            <a:r>
              <a:rPr sz="2500" spc="5" dirty="0">
                <a:latin typeface="Times New Roman"/>
                <a:cs typeface="Times New Roman"/>
              </a:rPr>
              <a:t>for</a:t>
            </a:r>
            <a:r>
              <a:rPr sz="2500" spc="15" dirty="0">
                <a:latin typeface="Times New Roman"/>
                <a:cs typeface="Times New Roman"/>
              </a:rPr>
              <a:t> </a:t>
            </a:r>
            <a:r>
              <a:rPr sz="2500" spc="5" dirty="0">
                <a:latin typeface="Times New Roman"/>
                <a:cs typeface="Times New Roman"/>
              </a:rPr>
              <a:t>shape </a:t>
            </a:r>
            <a:r>
              <a:rPr sz="2500" dirty="0">
                <a:latin typeface="Times New Roman"/>
                <a:cs typeface="Times New Roman"/>
              </a:rPr>
              <a:t>manipulation.</a:t>
            </a:r>
            <a:endParaRPr sz="2500">
              <a:latin typeface="Times New Roman"/>
              <a:cs typeface="Times New Roman"/>
            </a:endParaRPr>
          </a:p>
        </p:txBody>
      </p:sp>
      <p:sp>
        <p:nvSpPr>
          <p:cNvPr id="3" name="object 3"/>
          <p:cNvSpPr txBox="1">
            <a:spLocks noGrp="1"/>
          </p:cNvSpPr>
          <p:nvPr>
            <p:ph type="title"/>
          </p:nvPr>
        </p:nvSpPr>
        <p:spPr>
          <a:xfrm>
            <a:off x="435418" y="475419"/>
            <a:ext cx="5081270" cy="482600"/>
          </a:xfrm>
          <a:prstGeom prst="rect">
            <a:avLst/>
          </a:prstGeom>
        </p:spPr>
        <p:txBody>
          <a:bodyPr vert="horz" wrap="square" lIns="0" tIns="12700" rIns="0" bIns="0" rtlCol="0">
            <a:spAutoFit/>
          </a:bodyPr>
          <a:lstStyle/>
          <a:p>
            <a:pPr marL="12700">
              <a:lnSpc>
                <a:spcPct val="100000"/>
              </a:lnSpc>
              <a:spcBef>
                <a:spcPts val="100"/>
              </a:spcBef>
            </a:pPr>
            <a:r>
              <a:rPr sz="3000" b="0" spc="-40" dirty="0">
                <a:solidFill>
                  <a:srgbClr val="000000"/>
                </a:solidFill>
                <a:latin typeface="Times New Roman"/>
                <a:cs typeface="Times New Roman"/>
              </a:rPr>
              <a:t>OPERATIONS </a:t>
            </a:r>
            <a:r>
              <a:rPr sz="3000" b="0" spc="-5" dirty="0">
                <a:solidFill>
                  <a:srgbClr val="000000"/>
                </a:solidFill>
                <a:latin typeface="Times New Roman"/>
                <a:cs typeface="Times New Roman"/>
              </a:rPr>
              <a:t>USING</a:t>
            </a:r>
            <a:r>
              <a:rPr sz="3000" b="0" spc="-35" dirty="0">
                <a:solidFill>
                  <a:srgbClr val="000000"/>
                </a:solidFill>
                <a:latin typeface="Times New Roman"/>
                <a:cs typeface="Times New Roman"/>
              </a:rPr>
              <a:t> </a:t>
            </a:r>
            <a:r>
              <a:rPr sz="3000" b="0" spc="-5" dirty="0">
                <a:solidFill>
                  <a:srgbClr val="000000"/>
                </a:solidFill>
                <a:latin typeface="Times New Roman"/>
                <a:cs typeface="Times New Roman"/>
              </a:rPr>
              <a:t>NUMPY</a:t>
            </a:r>
            <a:endParaRPr sz="3000">
              <a:latin typeface="Times New Roman"/>
              <a:cs typeface="Times New Roman"/>
            </a:endParaRPr>
          </a:p>
        </p:txBody>
      </p:sp>
    </p:spTree>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454468" y="1609765"/>
            <a:ext cx="7419975" cy="3439160"/>
          </a:xfrm>
          <a:prstGeom prst="rect">
            <a:avLst/>
          </a:prstGeom>
        </p:spPr>
        <p:txBody>
          <a:bodyPr vert="horz" wrap="square" lIns="0" tIns="12700" rIns="0" bIns="0" rtlCol="0">
            <a:spAutoFit/>
          </a:bodyPr>
          <a:lstStyle/>
          <a:p>
            <a:pPr marL="12700" marR="28575">
              <a:lnSpc>
                <a:spcPct val="100000"/>
              </a:lnSpc>
              <a:spcBef>
                <a:spcPts val="100"/>
              </a:spcBef>
            </a:pPr>
            <a:r>
              <a:rPr sz="2800" dirty="0">
                <a:latin typeface="Times New Roman"/>
                <a:cs typeface="Times New Roman"/>
              </a:rPr>
              <a:t>If</a:t>
            </a:r>
            <a:r>
              <a:rPr sz="2800" spc="-15" dirty="0">
                <a:latin typeface="Times New Roman"/>
                <a:cs typeface="Times New Roman"/>
              </a:rPr>
              <a:t> </a:t>
            </a:r>
            <a:r>
              <a:rPr sz="2800" dirty="0">
                <a:latin typeface="Times New Roman"/>
                <a:cs typeface="Times New Roman"/>
              </a:rPr>
              <a:t>you</a:t>
            </a:r>
            <a:r>
              <a:rPr sz="2800" spc="-15" dirty="0">
                <a:latin typeface="Times New Roman"/>
                <a:cs typeface="Times New Roman"/>
              </a:rPr>
              <a:t> </a:t>
            </a:r>
            <a:r>
              <a:rPr sz="2800" spc="-5" dirty="0">
                <a:latin typeface="Times New Roman"/>
                <a:cs typeface="Times New Roman"/>
              </a:rPr>
              <a:t>installed</a:t>
            </a:r>
            <a:r>
              <a:rPr sz="2800" spc="-15" dirty="0">
                <a:latin typeface="Times New Roman"/>
                <a:cs typeface="Times New Roman"/>
              </a:rPr>
              <a:t> </a:t>
            </a:r>
            <a:r>
              <a:rPr sz="2800" dirty="0">
                <a:latin typeface="Times New Roman"/>
                <a:cs typeface="Times New Roman"/>
              </a:rPr>
              <a:t>python(x,y)</a:t>
            </a:r>
            <a:r>
              <a:rPr sz="2800" spc="-15" dirty="0">
                <a:latin typeface="Times New Roman"/>
                <a:cs typeface="Times New Roman"/>
              </a:rPr>
              <a:t> </a:t>
            </a:r>
            <a:r>
              <a:rPr sz="2800" dirty="0">
                <a:latin typeface="Times New Roman"/>
                <a:cs typeface="Times New Roman"/>
              </a:rPr>
              <a:t>on</a:t>
            </a:r>
            <a:r>
              <a:rPr sz="2800" spc="-10" dirty="0">
                <a:latin typeface="Times New Roman"/>
                <a:cs typeface="Times New Roman"/>
              </a:rPr>
              <a:t> </a:t>
            </a:r>
            <a:r>
              <a:rPr sz="2800" dirty="0">
                <a:latin typeface="Times New Roman"/>
                <a:cs typeface="Times New Roman"/>
              </a:rPr>
              <a:t>a</a:t>
            </a:r>
            <a:r>
              <a:rPr sz="2800" spc="-20" dirty="0">
                <a:latin typeface="Times New Roman"/>
                <a:cs typeface="Times New Roman"/>
              </a:rPr>
              <a:t> </a:t>
            </a:r>
            <a:r>
              <a:rPr sz="2800" spc="-5" dirty="0">
                <a:latin typeface="Times New Roman"/>
                <a:cs typeface="Times New Roman"/>
              </a:rPr>
              <a:t>windows</a:t>
            </a:r>
            <a:r>
              <a:rPr sz="2800" spc="-15" dirty="0">
                <a:latin typeface="Times New Roman"/>
                <a:cs typeface="Times New Roman"/>
              </a:rPr>
              <a:t> </a:t>
            </a:r>
            <a:r>
              <a:rPr sz="2800" dirty="0">
                <a:latin typeface="Times New Roman"/>
                <a:cs typeface="Times New Roman"/>
              </a:rPr>
              <a:t>platform, </a:t>
            </a:r>
            <a:r>
              <a:rPr sz="2800" spc="-685" dirty="0">
                <a:latin typeface="Times New Roman"/>
                <a:cs typeface="Times New Roman"/>
              </a:rPr>
              <a:t> </a:t>
            </a:r>
            <a:r>
              <a:rPr sz="2800" spc="-5" dirty="0">
                <a:latin typeface="Times New Roman"/>
                <a:cs typeface="Times New Roman"/>
              </a:rPr>
              <a:t>then</a:t>
            </a:r>
            <a:r>
              <a:rPr sz="2800" spc="-10" dirty="0">
                <a:latin typeface="Times New Roman"/>
                <a:cs typeface="Times New Roman"/>
              </a:rPr>
              <a:t> </a:t>
            </a:r>
            <a:r>
              <a:rPr sz="2800" dirty="0">
                <a:latin typeface="Times New Roman"/>
                <a:cs typeface="Times New Roman"/>
              </a:rPr>
              <a:t>you </a:t>
            </a:r>
            <a:r>
              <a:rPr sz="2800" spc="-5" dirty="0">
                <a:latin typeface="Times New Roman"/>
                <a:cs typeface="Times New Roman"/>
              </a:rPr>
              <a:t>should</a:t>
            </a:r>
            <a:r>
              <a:rPr sz="2800" spc="-10" dirty="0">
                <a:latin typeface="Times New Roman"/>
                <a:cs typeface="Times New Roman"/>
              </a:rPr>
              <a:t> </a:t>
            </a:r>
            <a:r>
              <a:rPr sz="2800" dirty="0">
                <a:latin typeface="Times New Roman"/>
                <a:cs typeface="Times New Roman"/>
              </a:rPr>
              <a:t>be ready</a:t>
            </a:r>
            <a:r>
              <a:rPr sz="2800" spc="-5" dirty="0">
                <a:latin typeface="Times New Roman"/>
                <a:cs typeface="Times New Roman"/>
              </a:rPr>
              <a:t> to </a:t>
            </a:r>
            <a:r>
              <a:rPr sz="2800" dirty="0">
                <a:latin typeface="Times New Roman"/>
                <a:cs typeface="Times New Roman"/>
              </a:rPr>
              <a:t>go.</a:t>
            </a:r>
            <a:endParaRPr sz="2800">
              <a:latin typeface="Times New Roman"/>
              <a:cs typeface="Times New Roman"/>
            </a:endParaRPr>
          </a:p>
          <a:p>
            <a:pPr>
              <a:lnSpc>
                <a:spcPct val="100000"/>
              </a:lnSpc>
              <a:spcBef>
                <a:spcPts val="25"/>
              </a:spcBef>
            </a:pPr>
            <a:endParaRPr sz="2900">
              <a:latin typeface="Times New Roman"/>
              <a:cs typeface="Times New Roman"/>
            </a:endParaRPr>
          </a:p>
          <a:p>
            <a:pPr marL="12700" marR="5080">
              <a:lnSpc>
                <a:spcPct val="100000"/>
              </a:lnSpc>
            </a:pPr>
            <a:r>
              <a:rPr sz="2800" dirty="0">
                <a:latin typeface="Times New Roman"/>
                <a:cs typeface="Times New Roman"/>
              </a:rPr>
              <a:t>If</a:t>
            </a:r>
            <a:r>
              <a:rPr sz="2800" spc="-10" dirty="0">
                <a:latin typeface="Times New Roman"/>
                <a:cs typeface="Times New Roman"/>
              </a:rPr>
              <a:t> </a:t>
            </a:r>
            <a:r>
              <a:rPr sz="2800" dirty="0">
                <a:latin typeface="Times New Roman"/>
                <a:cs typeface="Times New Roman"/>
              </a:rPr>
              <a:t>not,</a:t>
            </a:r>
            <a:r>
              <a:rPr sz="2800" spc="-10" dirty="0">
                <a:latin typeface="Times New Roman"/>
                <a:cs typeface="Times New Roman"/>
              </a:rPr>
              <a:t> </a:t>
            </a:r>
            <a:r>
              <a:rPr sz="2800" spc="-5" dirty="0">
                <a:latin typeface="Times New Roman"/>
                <a:cs typeface="Times New Roman"/>
              </a:rPr>
              <a:t>then</a:t>
            </a:r>
            <a:r>
              <a:rPr sz="2800" spc="-15" dirty="0">
                <a:latin typeface="Times New Roman"/>
                <a:cs typeface="Times New Roman"/>
              </a:rPr>
              <a:t> </a:t>
            </a:r>
            <a:r>
              <a:rPr sz="2800" dirty="0">
                <a:latin typeface="Times New Roman"/>
                <a:cs typeface="Times New Roman"/>
              </a:rPr>
              <a:t>you</a:t>
            </a:r>
            <a:r>
              <a:rPr sz="2800" spc="-10" dirty="0">
                <a:latin typeface="Times New Roman"/>
                <a:cs typeface="Times New Roman"/>
              </a:rPr>
              <a:t> </a:t>
            </a:r>
            <a:r>
              <a:rPr sz="2800" spc="-5" dirty="0">
                <a:latin typeface="Times New Roman"/>
                <a:cs typeface="Times New Roman"/>
              </a:rPr>
              <a:t>will</a:t>
            </a:r>
            <a:r>
              <a:rPr sz="2800" spc="-10" dirty="0">
                <a:latin typeface="Times New Roman"/>
                <a:cs typeface="Times New Roman"/>
              </a:rPr>
              <a:t> </a:t>
            </a:r>
            <a:r>
              <a:rPr sz="2800" dirty="0">
                <a:latin typeface="Times New Roman"/>
                <a:cs typeface="Times New Roman"/>
              </a:rPr>
              <a:t>have</a:t>
            </a:r>
            <a:r>
              <a:rPr sz="2800" spc="-10" dirty="0">
                <a:latin typeface="Times New Roman"/>
                <a:cs typeface="Times New Roman"/>
              </a:rPr>
              <a:t> </a:t>
            </a:r>
            <a:r>
              <a:rPr sz="2800" spc="-5" dirty="0">
                <a:latin typeface="Times New Roman"/>
                <a:cs typeface="Times New Roman"/>
              </a:rPr>
              <a:t>to</a:t>
            </a:r>
            <a:r>
              <a:rPr sz="2800" spc="-15" dirty="0">
                <a:latin typeface="Times New Roman"/>
                <a:cs typeface="Times New Roman"/>
              </a:rPr>
              <a:t> </a:t>
            </a:r>
            <a:r>
              <a:rPr sz="2800" spc="-5" dirty="0">
                <a:latin typeface="Times New Roman"/>
                <a:cs typeface="Times New Roman"/>
              </a:rPr>
              <a:t>install</a:t>
            </a:r>
            <a:r>
              <a:rPr sz="2800" spc="-15" dirty="0">
                <a:latin typeface="Times New Roman"/>
                <a:cs typeface="Times New Roman"/>
              </a:rPr>
              <a:t> </a:t>
            </a:r>
            <a:r>
              <a:rPr sz="2800" dirty="0">
                <a:latin typeface="Times New Roman"/>
                <a:cs typeface="Times New Roman"/>
              </a:rPr>
              <a:t>numpy</a:t>
            </a:r>
            <a:r>
              <a:rPr sz="2800" spc="-5" dirty="0">
                <a:latin typeface="Times New Roman"/>
                <a:cs typeface="Times New Roman"/>
              </a:rPr>
              <a:t> manually </a:t>
            </a:r>
            <a:r>
              <a:rPr sz="2800" spc="-685" dirty="0">
                <a:latin typeface="Times New Roman"/>
                <a:cs typeface="Times New Roman"/>
              </a:rPr>
              <a:t> </a:t>
            </a:r>
            <a:r>
              <a:rPr sz="2800" spc="-5" dirty="0">
                <a:latin typeface="Times New Roman"/>
                <a:cs typeface="Times New Roman"/>
              </a:rPr>
              <a:t>after</a:t>
            </a:r>
            <a:r>
              <a:rPr sz="2800" spc="-10" dirty="0">
                <a:latin typeface="Times New Roman"/>
                <a:cs typeface="Times New Roman"/>
              </a:rPr>
              <a:t> </a:t>
            </a:r>
            <a:r>
              <a:rPr sz="2800" spc="-5" dirty="0">
                <a:latin typeface="Times New Roman"/>
                <a:cs typeface="Times New Roman"/>
              </a:rPr>
              <a:t>installing </a:t>
            </a:r>
            <a:r>
              <a:rPr sz="2800" dirty="0">
                <a:latin typeface="Times New Roman"/>
                <a:cs typeface="Times New Roman"/>
              </a:rPr>
              <a:t>python,</a:t>
            </a:r>
            <a:endParaRPr sz="2800">
              <a:latin typeface="Times New Roman"/>
              <a:cs typeface="Times New Roman"/>
            </a:endParaRPr>
          </a:p>
          <a:p>
            <a:pPr>
              <a:lnSpc>
                <a:spcPct val="100000"/>
              </a:lnSpc>
              <a:spcBef>
                <a:spcPts val="25"/>
              </a:spcBef>
            </a:pPr>
            <a:endParaRPr sz="2900">
              <a:latin typeface="Times New Roman"/>
              <a:cs typeface="Times New Roman"/>
            </a:endParaRPr>
          </a:p>
          <a:p>
            <a:pPr marL="12700" marR="1543050">
              <a:lnSpc>
                <a:spcPct val="100000"/>
              </a:lnSpc>
            </a:pPr>
            <a:r>
              <a:rPr sz="2800" dirty="0">
                <a:latin typeface="Times New Roman"/>
                <a:cs typeface="Times New Roman"/>
              </a:rPr>
              <a:t>Installation</a:t>
            </a:r>
            <a:r>
              <a:rPr sz="2800" spc="-15" dirty="0">
                <a:latin typeface="Times New Roman"/>
                <a:cs typeface="Times New Roman"/>
              </a:rPr>
              <a:t> </a:t>
            </a:r>
            <a:r>
              <a:rPr sz="2800" dirty="0">
                <a:latin typeface="Times New Roman"/>
                <a:cs typeface="Times New Roman"/>
              </a:rPr>
              <a:t>files</a:t>
            </a:r>
            <a:r>
              <a:rPr sz="2800" spc="-15" dirty="0">
                <a:latin typeface="Times New Roman"/>
                <a:cs typeface="Times New Roman"/>
              </a:rPr>
              <a:t> </a:t>
            </a:r>
            <a:r>
              <a:rPr sz="2800" spc="-5" dirty="0">
                <a:latin typeface="Times New Roman"/>
                <a:cs typeface="Times New Roman"/>
              </a:rPr>
              <a:t>are</a:t>
            </a:r>
            <a:r>
              <a:rPr sz="2800" spc="-20" dirty="0">
                <a:latin typeface="Times New Roman"/>
                <a:cs typeface="Times New Roman"/>
              </a:rPr>
              <a:t> </a:t>
            </a:r>
            <a:r>
              <a:rPr sz="2800" spc="-5" dirty="0">
                <a:latin typeface="Times New Roman"/>
                <a:cs typeface="Times New Roman"/>
              </a:rPr>
              <a:t>available</a:t>
            </a:r>
            <a:r>
              <a:rPr sz="2800" spc="-20" dirty="0">
                <a:latin typeface="Times New Roman"/>
                <a:cs typeface="Times New Roman"/>
              </a:rPr>
              <a:t> </a:t>
            </a:r>
            <a:r>
              <a:rPr sz="2800" dirty="0">
                <a:latin typeface="Times New Roman"/>
                <a:cs typeface="Times New Roman"/>
              </a:rPr>
              <a:t>for</a:t>
            </a:r>
            <a:r>
              <a:rPr sz="2800" spc="-15" dirty="0">
                <a:latin typeface="Times New Roman"/>
                <a:cs typeface="Times New Roman"/>
              </a:rPr>
              <a:t> </a:t>
            </a:r>
            <a:r>
              <a:rPr sz="2800" dirty="0">
                <a:latin typeface="Times New Roman"/>
                <a:cs typeface="Times New Roman"/>
              </a:rPr>
              <a:t>both</a:t>
            </a:r>
            <a:r>
              <a:rPr sz="2800" spc="-15" dirty="0">
                <a:latin typeface="Times New Roman"/>
                <a:cs typeface="Times New Roman"/>
              </a:rPr>
              <a:t> </a:t>
            </a:r>
            <a:r>
              <a:rPr sz="2800" spc="-5" dirty="0">
                <a:latin typeface="Times New Roman"/>
                <a:cs typeface="Times New Roman"/>
              </a:rPr>
              <a:t>at: </a:t>
            </a:r>
            <a:r>
              <a:rPr sz="2800" spc="-685" dirty="0">
                <a:latin typeface="Times New Roman"/>
                <a:cs typeface="Times New Roman"/>
              </a:rPr>
              <a:t> </a:t>
            </a:r>
            <a:r>
              <a:rPr sz="2800" spc="-20" dirty="0">
                <a:latin typeface="Times New Roman"/>
                <a:cs typeface="Times New Roman"/>
                <a:hlinkClick r:id="rId2"/>
              </a:rPr>
              <a:t>http://www.numpy.org/</a:t>
            </a:r>
            <a:endParaRPr sz="2800">
              <a:latin typeface="Times New Roman"/>
              <a:cs typeface="Times New Roman"/>
            </a:endParaRPr>
          </a:p>
        </p:txBody>
      </p:sp>
      <p:sp>
        <p:nvSpPr>
          <p:cNvPr id="3" name="object 3"/>
          <p:cNvSpPr txBox="1">
            <a:spLocks noGrp="1"/>
          </p:cNvSpPr>
          <p:nvPr>
            <p:ph type="title"/>
          </p:nvPr>
        </p:nvSpPr>
        <p:spPr>
          <a:xfrm>
            <a:off x="435418" y="183660"/>
            <a:ext cx="2724150" cy="482600"/>
          </a:xfrm>
          <a:prstGeom prst="rect">
            <a:avLst/>
          </a:prstGeom>
        </p:spPr>
        <p:txBody>
          <a:bodyPr vert="horz" wrap="square" lIns="0" tIns="12700" rIns="0" bIns="0" rtlCol="0">
            <a:spAutoFit/>
          </a:bodyPr>
          <a:lstStyle/>
          <a:p>
            <a:pPr marL="12700">
              <a:lnSpc>
                <a:spcPct val="100000"/>
              </a:lnSpc>
              <a:spcBef>
                <a:spcPts val="100"/>
              </a:spcBef>
            </a:pPr>
            <a:r>
              <a:rPr sz="3000" b="0" spc="-55" dirty="0">
                <a:solidFill>
                  <a:srgbClr val="000000"/>
                </a:solidFill>
                <a:latin typeface="Times New Roman"/>
                <a:cs typeface="Times New Roman"/>
              </a:rPr>
              <a:t>INSTALLATION</a:t>
            </a:r>
            <a:endParaRPr sz="3000">
              <a:latin typeface="Times New Roman"/>
              <a:cs typeface="Times New Roman"/>
            </a:endParaRPr>
          </a:p>
        </p:txBody>
      </p:sp>
    </p:spTree>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15923" y="217571"/>
            <a:ext cx="5515610" cy="436880"/>
          </a:xfrm>
          <a:prstGeom prst="rect">
            <a:avLst/>
          </a:prstGeom>
        </p:spPr>
        <p:txBody>
          <a:bodyPr vert="horz" wrap="square" lIns="0" tIns="12700" rIns="0" bIns="0" rtlCol="0">
            <a:spAutoFit/>
          </a:bodyPr>
          <a:lstStyle/>
          <a:p>
            <a:pPr marL="12700">
              <a:lnSpc>
                <a:spcPct val="100000"/>
              </a:lnSpc>
              <a:spcBef>
                <a:spcPts val="100"/>
              </a:spcBef>
            </a:pPr>
            <a:r>
              <a:rPr sz="2700" b="0" spc="-20" dirty="0">
                <a:solidFill>
                  <a:srgbClr val="000000"/>
                </a:solidFill>
                <a:latin typeface="Times New Roman"/>
                <a:cs typeface="Times New Roman"/>
              </a:rPr>
              <a:t>IMPORTING</a:t>
            </a:r>
            <a:r>
              <a:rPr sz="2700" b="0" spc="-85" dirty="0">
                <a:solidFill>
                  <a:srgbClr val="000000"/>
                </a:solidFill>
                <a:latin typeface="Times New Roman"/>
                <a:cs typeface="Times New Roman"/>
              </a:rPr>
              <a:t> </a:t>
            </a:r>
            <a:r>
              <a:rPr sz="2700" b="0" spc="-5" dirty="0">
                <a:solidFill>
                  <a:srgbClr val="000000"/>
                </a:solidFill>
                <a:latin typeface="Times New Roman"/>
                <a:cs typeface="Times New Roman"/>
              </a:rPr>
              <a:t>THE</a:t>
            </a:r>
            <a:r>
              <a:rPr sz="2700" b="0" spc="-35" dirty="0">
                <a:solidFill>
                  <a:srgbClr val="000000"/>
                </a:solidFill>
                <a:latin typeface="Times New Roman"/>
                <a:cs typeface="Times New Roman"/>
              </a:rPr>
              <a:t> </a:t>
            </a:r>
            <a:r>
              <a:rPr sz="2700" b="0" spc="-5" dirty="0">
                <a:solidFill>
                  <a:srgbClr val="000000"/>
                </a:solidFill>
                <a:latin typeface="Times New Roman"/>
                <a:cs typeface="Times New Roman"/>
              </a:rPr>
              <a:t>NUMPY</a:t>
            </a:r>
            <a:r>
              <a:rPr sz="2700" b="0" spc="-130" dirty="0">
                <a:solidFill>
                  <a:srgbClr val="000000"/>
                </a:solidFill>
                <a:latin typeface="Times New Roman"/>
                <a:cs typeface="Times New Roman"/>
              </a:rPr>
              <a:t> </a:t>
            </a:r>
            <a:r>
              <a:rPr sz="2700" b="0" spc="-5" dirty="0">
                <a:solidFill>
                  <a:srgbClr val="000000"/>
                </a:solidFill>
                <a:latin typeface="Times New Roman"/>
                <a:cs typeface="Times New Roman"/>
              </a:rPr>
              <a:t>MODULE</a:t>
            </a:r>
            <a:endParaRPr sz="2700">
              <a:latin typeface="Times New Roman"/>
              <a:cs typeface="Times New Roman"/>
            </a:endParaRPr>
          </a:p>
        </p:txBody>
      </p:sp>
      <p:sp>
        <p:nvSpPr>
          <p:cNvPr id="3" name="object 3"/>
          <p:cNvSpPr txBox="1"/>
          <p:nvPr/>
        </p:nvSpPr>
        <p:spPr>
          <a:xfrm>
            <a:off x="415923" y="826551"/>
            <a:ext cx="8161655" cy="3683000"/>
          </a:xfrm>
          <a:prstGeom prst="rect">
            <a:avLst/>
          </a:prstGeom>
        </p:spPr>
        <p:txBody>
          <a:bodyPr vert="horz" wrap="square" lIns="0" tIns="12700" rIns="0" bIns="0" rtlCol="0">
            <a:spAutoFit/>
          </a:bodyPr>
          <a:lstStyle/>
          <a:p>
            <a:pPr marL="441325" indent="-394970">
              <a:lnSpc>
                <a:spcPct val="100000"/>
              </a:lnSpc>
              <a:spcBef>
                <a:spcPts val="100"/>
              </a:spcBef>
              <a:buClr>
                <a:srgbClr val="595959"/>
              </a:buClr>
              <a:buSzPct val="75000"/>
              <a:buFont typeface="Arial MT"/>
              <a:buChar char="•"/>
              <a:tabLst>
                <a:tab pos="440690" algn="l"/>
                <a:tab pos="441325" algn="l"/>
              </a:tabLst>
            </a:pPr>
            <a:r>
              <a:rPr sz="2400" spc="-5" dirty="0">
                <a:latin typeface="Times New Roman"/>
                <a:cs typeface="Times New Roman"/>
              </a:rPr>
              <a:t>There</a:t>
            </a:r>
            <a:r>
              <a:rPr sz="2400" spc="-15" dirty="0">
                <a:latin typeface="Times New Roman"/>
                <a:cs typeface="Times New Roman"/>
              </a:rPr>
              <a:t> </a:t>
            </a:r>
            <a:r>
              <a:rPr sz="2400" spc="-5" dirty="0">
                <a:latin typeface="Times New Roman"/>
                <a:cs typeface="Times New Roman"/>
              </a:rPr>
              <a:t>are</a:t>
            </a:r>
            <a:r>
              <a:rPr sz="2400" spc="-15" dirty="0">
                <a:latin typeface="Times New Roman"/>
                <a:cs typeface="Times New Roman"/>
              </a:rPr>
              <a:t> </a:t>
            </a:r>
            <a:r>
              <a:rPr sz="2400" spc="-5" dirty="0">
                <a:latin typeface="Times New Roman"/>
                <a:cs typeface="Times New Roman"/>
              </a:rPr>
              <a:t>several</a:t>
            </a:r>
            <a:r>
              <a:rPr sz="2400" spc="-15" dirty="0">
                <a:latin typeface="Times New Roman"/>
                <a:cs typeface="Times New Roman"/>
              </a:rPr>
              <a:t> </a:t>
            </a:r>
            <a:r>
              <a:rPr sz="2400" spc="-5" dirty="0">
                <a:latin typeface="Times New Roman"/>
                <a:cs typeface="Times New Roman"/>
              </a:rPr>
              <a:t>ways</a:t>
            </a:r>
            <a:r>
              <a:rPr sz="2400" spc="-15" dirty="0">
                <a:latin typeface="Times New Roman"/>
                <a:cs typeface="Times New Roman"/>
              </a:rPr>
              <a:t> </a:t>
            </a:r>
            <a:r>
              <a:rPr sz="2400" spc="-5" dirty="0">
                <a:latin typeface="Times New Roman"/>
                <a:cs typeface="Times New Roman"/>
              </a:rPr>
              <a:t>to</a:t>
            </a:r>
            <a:r>
              <a:rPr sz="2400" spc="-10" dirty="0">
                <a:latin typeface="Times New Roman"/>
                <a:cs typeface="Times New Roman"/>
              </a:rPr>
              <a:t> </a:t>
            </a:r>
            <a:r>
              <a:rPr sz="2400" spc="-5" dirty="0">
                <a:latin typeface="Times New Roman"/>
                <a:cs typeface="Times New Roman"/>
              </a:rPr>
              <a:t>import</a:t>
            </a:r>
            <a:r>
              <a:rPr sz="2400" spc="-15" dirty="0">
                <a:latin typeface="Times New Roman"/>
                <a:cs typeface="Times New Roman"/>
              </a:rPr>
              <a:t> </a:t>
            </a:r>
            <a:r>
              <a:rPr sz="2400" spc="-30" dirty="0">
                <a:latin typeface="Times New Roman"/>
                <a:cs typeface="Times New Roman"/>
              </a:rPr>
              <a:t>NumPy.</a:t>
            </a:r>
            <a:endParaRPr sz="2400">
              <a:latin typeface="Times New Roman"/>
              <a:cs typeface="Times New Roman"/>
            </a:endParaRPr>
          </a:p>
          <a:p>
            <a:pPr>
              <a:lnSpc>
                <a:spcPct val="100000"/>
              </a:lnSpc>
              <a:spcBef>
                <a:spcPts val="5"/>
              </a:spcBef>
              <a:buClr>
                <a:srgbClr val="595959"/>
              </a:buClr>
              <a:buFont typeface="Arial MT"/>
              <a:buChar char="•"/>
            </a:pPr>
            <a:endParaRPr sz="2500">
              <a:latin typeface="Times New Roman"/>
              <a:cs typeface="Times New Roman"/>
            </a:endParaRPr>
          </a:p>
          <a:p>
            <a:pPr marL="441325" indent="-394970">
              <a:lnSpc>
                <a:spcPct val="100000"/>
              </a:lnSpc>
              <a:buClr>
                <a:srgbClr val="595959"/>
              </a:buClr>
              <a:buSzPct val="75000"/>
              <a:buFont typeface="Arial MT"/>
              <a:buChar char="•"/>
              <a:tabLst>
                <a:tab pos="440690" algn="l"/>
                <a:tab pos="441325" algn="l"/>
              </a:tabLst>
            </a:pPr>
            <a:r>
              <a:rPr sz="2400" spc="-5" dirty="0">
                <a:latin typeface="Times New Roman"/>
                <a:cs typeface="Times New Roman"/>
              </a:rPr>
              <a:t>The</a:t>
            </a:r>
            <a:r>
              <a:rPr sz="2400" spc="-15" dirty="0">
                <a:latin typeface="Times New Roman"/>
                <a:cs typeface="Times New Roman"/>
              </a:rPr>
              <a:t> </a:t>
            </a:r>
            <a:r>
              <a:rPr sz="2400" spc="-5" dirty="0">
                <a:latin typeface="Times New Roman"/>
                <a:cs typeface="Times New Roman"/>
              </a:rPr>
              <a:t>standard</a:t>
            </a:r>
            <a:r>
              <a:rPr sz="2400" spc="-10" dirty="0">
                <a:latin typeface="Times New Roman"/>
                <a:cs typeface="Times New Roman"/>
              </a:rPr>
              <a:t> </a:t>
            </a:r>
            <a:r>
              <a:rPr sz="2400" spc="-5" dirty="0">
                <a:latin typeface="Times New Roman"/>
                <a:cs typeface="Times New Roman"/>
              </a:rPr>
              <a:t>approach</a:t>
            </a:r>
            <a:r>
              <a:rPr sz="2400" spc="-10" dirty="0">
                <a:latin typeface="Times New Roman"/>
                <a:cs typeface="Times New Roman"/>
              </a:rPr>
              <a:t> </a:t>
            </a:r>
            <a:r>
              <a:rPr sz="2400" spc="-5" dirty="0">
                <a:latin typeface="Times New Roman"/>
                <a:cs typeface="Times New Roman"/>
              </a:rPr>
              <a:t>is</a:t>
            </a:r>
            <a:r>
              <a:rPr sz="2400" spc="-15" dirty="0">
                <a:latin typeface="Times New Roman"/>
                <a:cs typeface="Times New Roman"/>
              </a:rPr>
              <a:t> </a:t>
            </a:r>
            <a:r>
              <a:rPr sz="2400" spc="-5" dirty="0">
                <a:latin typeface="Times New Roman"/>
                <a:cs typeface="Times New Roman"/>
              </a:rPr>
              <a:t>to</a:t>
            </a:r>
            <a:r>
              <a:rPr sz="2400" spc="-10" dirty="0">
                <a:latin typeface="Times New Roman"/>
                <a:cs typeface="Times New Roman"/>
              </a:rPr>
              <a:t> </a:t>
            </a:r>
            <a:r>
              <a:rPr sz="2400" dirty="0">
                <a:latin typeface="Times New Roman"/>
                <a:cs typeface="Times New Roman"/>
              </a:rPr>
              <a:t>use</a:t>
            </a:r>
            <a:r>
              <a:rPr sz="2400" spc="-5" dirty="0">
                <a:latin typeface="Times New Roman"/>
                <a:cs typeface="Times New Roman"/>
              </a:rPr>
              <a:t> </a:t>
            </a:r>
            <a:r>
              <a:rPr sz="2400" dirty="0">
                <a:latin typeface="Times New Roman"/>
                <a:cs typeface="Times New Roman"/>
              </a:rPr>
              <a:t>a</a:t>
            </a:r>
            <a:r>
              <a:rPr sz="2400" spc="-10" dirty="0">
                <a:latin typeface="Times New Roman"/>
                <a:cs typeface="Times New Roman"/>
              </a:rPr>
              <a:t> </a:t>
            </a:r>
            <a:r>
              <a:rPr sz="2400" spc="-5" dirty="0">
                <a:latin typeface="Times New Roman"/>
                <a:cs typeface="Times New Roman"/>
              </a:rPr>
              <a:t>simple</a:t>
            </a:r>
            <a:r>
              <a:rPr sz="2400" spc="-15" dirty="0">
                <a:latin typeface="Times New Roman"/>
                <a:cs typeface="Times New Roman"/>
              </a:rPr>
              <a:t> </a:t>
            </a:r>
            <a:r>
              <a:rPr sz="2400" spc="-5" dirty="0">
                <a:latin typeface="Times New Roman"/>
                <a:cs typeface="Times New Roman"/>
              </a:rPr>
              <a:t>import</a:t>
            </a:r>
            <a:r>
              <a:rPr sz="2400" spc="-10" dirty="0">
                <a:latin typeface="Times New Roman"/>
                <a:cs typeface="Times New Roman"/>
              </a:rPr>
              <a:t> </a:t>
            </a:r>
            <a:r>
              <a:rPr sz="2400" spc="-5" dirty="0">
                <a:latin typeface="Times New Roman"/>
                <a:cs typeface="Times New Roman"/>
              </a:rPr>
              <a:t>statement:</a:t>
            </a:r>
            <a:endParaRPr sz="2400">
              <a:latin typeface="Times New Roman"/>
              <a:cs typeface="Times New Roman"/>
            </a:endParaRPr>
          </a:p>
          <a:p>
            <a:pPr marL="12700">
              <a:lnSpc>
                <a:spcPct val="100000"/>
              </a:lnSpc>
            </a:pPr>
            <a:r>
              <a:rPr sz="2400" spc="-5" dirty="0">
                <a:latin typeface="Times New Roman"/>
                <a:cs typeface="Times New Roman"/>
              </a:rPr>
              <a:t>&gt;&gt;&gt;</a:t>
            </a:r>
            <a:r>
              <a:rPr sz="2400" spc="-35" dirty="0">
                <a:latin typeface="Times New Roman"/>
                <a:cs typeface="Times New Roman"/>
              </a:rPr>
              <a:t> </a:t>
            </a:r>
            <a:r>
              <a:rPr sz="2400" spc="-5" dirty="0">
                <a:latin typeface="Times New Roman"/>
                <a:cs typeface="Times New Roman"/>
              </a:rPr>
              <a:t>import</a:t>
            </a:r>
            <a:r>
              <a:rPr sz="2400" spc="-30" dirty="0">
                <a:latin typeface="Times New Roman"/>
                <a:cs typeface="Times New Roman"/>
              </a:rPr>
              <a:t> </a:t>
            </a:r>
            <a:r>
              <a:rPr sz="2400" dirty="0">
                <a:latin typeface="Times New Roman"/>
                <a:cs typeface="Times New Roman"/>
              </a:rPr>
              <a:t>numpy</a:t>
            </a:r>
            <a:endParaRPr sz="2400">
              <a:latin typeface="Times New Roman"/>
              <a:cs typeface="Times New Roman"/>
            </a:endParaRPr>
          </a:p>
          <a:p>
            <a:pPr>
              <a:lnSpc>
                <a:spcPct val="100000"/>
              </a:lnSpc>
              <a:spcBef>
                <a:spcPts val="5"/>
              </a:spcBef>
            </a:pPr>
            <a:endParaRPr sz="2500">
              <a:latin typeface="Times New Roman"/>
              <a:cs typeface="Times New Roman"/>
            </a:endParaRPr>
          </a:p>
          <a:p>
            <a:pPr marL="441325" marR="5080" indent="-394970" algn="just">
              <a:lnSpc>
                <a:spcPct val="100000"/>
              </a:lnSpc>
              <a:buClr>
                <a:srgbClr val="595959"/>
              </a:buClr>
              <a:buSzPct val="75000"/>
              <a:buFont typeface="Arial MT"/>
              <a:buChar char="•"/>
              <a:tabLst>
                <a:tab pos="441325" algn="l"/>
              </a:tabLst>
            </a:pPr>
            <a:r>
              <a:rPr sz="2400" spc="-20" dirty="0">
                <a:latin typeface="Times New Roman"/>
                <a:cs typeface="Times New Roman"/>
              </a:rPr>
              <a:t>However, </a:t>
            </a:r>
            <a:r>
              <a:rPr sz="2400" dirty="0">
                <a:latin typeface="Times New Roman"/>
                <a:cs typeface="Times New Roman"/>
              </a:rPr>
              <a:t>for </a:t>
            </a:r>
            <a:r>
              <a:rPr sz="2400" spc="-15" dirty="0">
                <a:latin typeface="Times New Roman"/>
                <a:cs typeface="Times New Roman"/>
              </a:rPr>
              <a:t>large </a:t>
            </a:r>
            <a:r>
              <a:rPr sz="2400" spc="-5" dirty="0">
                <a:latin typeface="Times New Roman"/>
                <a:cs typeface="Times New Roman"/>
              </a:rPr>
              <a:t>amounts </a:t>
            </a:r>
            <a:r>
              <a:rPr sz="2400" dirty="0">
                <a:latin typeface="Times New Roman"/>
                <a:cs typeface="Times New Roman"/>
              </a:rPr>
              <a:t>of </a:t>
            </a:r>
            <a:r>
              <a:rPr sz="2400" spc="-5" dirty="0">
                <a:latin typeface="Times New Roman"/>
                <a:cs typeface="Times New Roman"/>
              </a:rPr>
              <a:t>calls to NumPy </a:t>
            </a:r>
            <a:r>
              <a:rPr sz="2400" dirty="0">
                <a:latin typeface="Times New Roman"/>
                <a:cs typeface="Times New Roman"/>
              </a:rPr>
              <a:t>functions, </a:t>
            </a:r>
            <a:r>
              <a:rPr sz="2400" spc="-5" dirty="0">
                <a:latin typeface="Times New Roman"/>
                <a:cs typeface="Times New Roman"/>
              </a:rPr>
              <a:t>it can </a:t>
            </a:r>
            <a:r>
              <a:rPr sz="2400" spc="-585" dirty="0">
                <a:latin typeface="Times New Roman"/>
                <a:cs typeface="Times New Roman"/>
              </a:rPr>
              <a:t> </a:t>
            </a:r>
            <a:r>
              <a:rPr sz="2400" dirty="0">
                <a:latin typeface="Times New Roman"/>
                <a:cs typeface="Times New Roman"/>
              </a:rPr>
              <a:t>become </a:t>
            </a:r>
            <a:r>
              <a:rPr sz="2400" spc="-5" dirty="0">
                <a:latin typeface="Times New Roman"/>
                <a:cs typeface="Times New Roman"/>
              </a:rPr>
              <a:t>tedious to write </a:t>
            </a:r>
            <a:r>
              <a:rPr sz="2400" spc="-25" dirty="0">
                <a:latin typeface="Times New Roman"/>
                <a:cs typeface="Times New Roman"/>
              </a:rPr>
              <a:t>numpy.x </a:t>
            </a:r>
            <a:r>
              <a:rPr sz="2400" dirty="0">
                <a:latin typeface="Times New Roman"/>
                <a:cs typeface="Times New Roman"/>
              </a:rPr>
              <a:t>over </a:t>
            </a:r>
            <a:r>
              <a:rPr sz="2400" spc="-5" dirty="0">
                <a:latin typeface="Times New Roman"/>
                <a:cs typeface="Times New Roman"/>
              </a:rPr>
              <a:t>and </a:t>
            </a:r>
            <a:r>
              <a:rPr sz="2400" dirty="0">
                <a:latin typeface="Times New Roman"/>
                <a:cs typeface="Times New Roman"/>
              </a:rPr>
              <a:t>over </a:t>
            </a:r>
            <a:r>
              <a:rPr sz="2400" spc="-5" dirty="0">
                <a:latin typeface="Times New Roman"/>
                <a:cs typeface="Times New Roman"/>
              </a:rPr>
              <a:t>again. </a:t>
            </a:r>
            <a:r>
              <a:rPr sz="2400" dirty="0">
                <a:latin typeface="Times New Roman"/>
                <a:cs typeface="Times New Roman"/>
              </a:rPr>
              <a:t>Instead, </a:t>
            </a:r>
            <a:r>
              <a:rPr sz="2400" spc="-585" dirty="0">
                <a:latin typeface="Times New Roman"/>
                <a:cs typeface="Times New Roman"/>
              </a:rPr>
              <a:t> </a:t>
            </a:r>
            <a:r>
              <a:rPr sz="2400" spc="-5" dirty="0">
                <a:latin typeface="Times New Roman"/>
                <a:cs typeface="Times New Roman"/>
              </a:rPr>
              <a:t>it</a:t>
            </a:r>
            <a:r>
              <a:rPr sz="2400" spc="-10" dirty="0">
                <a:latin typeface="Times New Roman"/>
                <a:cs typeface="Times New Roman"/>
              </a:rPr>
              <a:t> </a:t>
            </a:r>
            <a:r>
              <a:rPr sz="2400" spc="-5" dirty="0">
                <a:latin typeface="Times New Roman"/>
                <a:cs typeface="Times New Roman"/>
              </a:rPr>
              <a:t>is common</a:t>
            </a:r>
            <a:r>
              <a:rPr sz="2400" spc="-10" dirty="0">
                <a:latin typeface="Times New Roman"/>
                <a:cs typeface="Times New Roman"/>
              </a:rPr>
              <a:t> </a:t>
            </a:r>
            <a:r>
              <a:rPr sz="2400" spc="-5" dirty="0">
                <a:latin typeface="Times New Roman"/>
                <a:cs typeface="Times New Roman"/>
              </a:rPr>
              <a:t>to import</a:t>
            </a:r>
            <a:r>
              <a:rPr sz="2400" spc="-10" dirty="0">
                <a:latin typeface="Times New Roman"/>
                <a:cs typeface="Times New Roman"/>
              </a:rPr>
              <a:t> </a:t>
            </a:r>
            <a:r>
              <a:rPr sz="2400" dirty="0">
                <a:latin typeface="Times New Roman"/>
                <a:cs typeface="Times New Roman"/>
              </a:rPr>
              <a:t>under </a:t>
            </a:r>
            <a:r>
              <a:rPr sz="2400" spc="-5" dirty="0">
                <a:latin typeface="Times New Roman"/>
                <a:cs typeface="Times New Roman"/>
              </a:rPr>
              <a:t>the</a:t>
            </a:r>
            <a:r>
              <a:rPr sz="2400" spc="-10" dirty="0">
                <a:latin typeface="Times New Roman"/>
                <a:cs typeface="Times New Roman"/>
              </a:rPr>
              <a:t> </a:t>
            </a:r>
            <a:r>
              <a:rPr sz="2400" dirty="0">
                <a:latin typeface="Times New Roman"/>
                <a:cs typeface="Times New Roman"/>
              </a:rPr>
              <a:t>briefer name</a:t>
            </a:r>
            <a:r>
              <a:rPr sz="2400" spc="-5" dirty="0">
                <a:latin typeface="Times New Roman"/>
                <a:cs typeface="Times New Roman"/>
              </a:rPr>
              <a:t> </a:t>
            </a:r>
            <a:r>
              <a:rPr sz="2400" dirty="0">
                <a:latin typeface="Times New Roman"/>
                <a:cs typeface="Times New Roman"/>
              </a:rPr>
              <a:t>np:</a:t>
            </a:r>
            <a:endParaRPr sz="2400">
              <a:latin typeface="Times New Roman"/>
              <a:cs typeface="Times New Roman"/>
            </a:endParaRPr>
          </a:p>
          <a:p>
            <a:pPr>
              <a:lnSpc>
                <a:spcPct val="100000"/>
              </a:lnSpc>
              <a:spcBef>
                <a:spcPts val="5"/>
              </a:spcBef>
            </a:pPr>
            <a:endParaRPr sz="2500">
              <a:latin typeface="Times New Roman"/>
              <a:cs typeface="Times New Roman"/>
            </a:endParaRPr>
          </a:p>
          <a:p>
            <a:pPr marL="12700">
              <a:lnSpc>
                <a:spcPct val="100000"/>
              </a:lnSpc>
            </a:pPr>
            <a:r>
              <a:rPr sz="2400" spc="-5" dirty="0">
                <a:latin typeface="Times New Roman"/>
                <a:cs typeface="Times New Roman"/>
              </a:rPr>
              <a:t>&gt;&gt;&gt;</a:t>
            </a:r>
            <a:r>
              <a:rPr sz="2400" spc="-25" dirty="0">
                <a:latin typeface="Times New Roman"/>
                <a:cs typeface="Times New Roman"/>
              </a:rPr>
              <a:t> </a:t>
            </a:r>
            <a:r>
              <a:rPr sz="2400" spc="-5" dirty="0">
                <a:latin typeface="Times New Roman"/>
                <a:cs typeface="Times New Roman"/>
              </a:rPr>
              <a:t>import</a:t>
            </a:r>
            <a:r>
              <a:rPr sz="2400" spc="-20" dirty="0">
                <a:latin typeface="Times New Roman"/>
                <a:cs typeface="Times New Roman"/>
              </a:rPr>
              <a:t> </a:t>
            </a:r>
            <a:r>
              <a:rPr sz="2400" dirty="0">
                <a:latin typeface="Times New Roman"/>
                <a:cs typeface="Times New Roman"/>
              </a:rPr>
              <a:t>numpy</a:t>
            </a:r>
            <a:r>
              <a:rPr sz="2400" spc="-15" dirty="0">
                <a:latin typeface="Times New Roman"/>
                <a:cs typeface="Times New Roman"/>
              </a:rPr>
              <a:t> </a:t>
            </a:r>
            <a:r>
              <a:rPr sz="2400" spc="-5" dirty="0">
                <a:latin typeface="Times New Roman"/>
                <a:cs typeface="Times New Roman"/>
              </a:rPr>
              <a:t>as</a:t>
            </a:r>
            <a:r>
              <a:rPr sz="2400" spc="-20" dirty="0">
                <a:latin typeface="Times New Roman"/>
                <a:cs typeface="Times New Roman"/>
              </a:rPr>
              <a:t> </a:t>
            </a:r>
            <a:r>
              <a:rPr sz="2400" dirty="0">
                <a:latin typeface="Times New Roman"/>
                <a:cs typeface="Times New Roman"/>
              </a:rPr>
              <a:t>np</a:t>
            </a:r>
            <a:endParaRPr sz="2400">
              <a:latin typeface="Times New Roman"/>
              <a:cs typeface="Times New Roman"/>
            </a:endParaRPr>
          </a:p>
        </p:txBody>
      </p:sp>
    </p:spTree>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15923" y="373253"/>
            <a:ext cx="3589020" cy="482600"/>
          </a:xfrm>
          <a:prstGeom prst="rect">
            <a:avLst/>
          </a:prstGeom>
        </p:spPr>
        <p:txBody>
          <a:bodyPr vert="horz" wrap="square" lIns="0" tIns="12700" rIns="0" bIns="0" rtlCol="0">
            <a:spAutoFit/>
          </a:bodyPr>
          <a:lstStyle/>
          <a:p>
            <a:pPr marL="12700">
              <a:lnSpc>
                <a:spcPct val="100000"/>
              </a:lnSpc>
              <a:spcBef>
                <a:spcPts val="100"/>
              </a:spcBef>
            </a:pPr>
            <a:r>
              <a:rPr sz="3000" b="0" spc="-5" dirty="0">
                <a:solidFill>
                  <a:srgbClr val="000000"/>
                </a:solidFill>
                <a:latin typeface="Times New Roman"/>
                <a:cs typeface="Times New Roman"/>
              </a:rPr>
              <a:t>OTHER</a:t>
            </a:r>
            <a:r>
              <a:rPr sz="3000" b="0" spc="-85" dirty="0">
                <a:solidFill>
                  <a:srgbClr val="000000"/>
                </a:solidFill>
                <a:latin typeface="Times New Roman"/>
                <a:cs typeface="Times New Roman"/>
              </a:rPr>
              <a:t> </a:t>
            </a:r>
            <a:r>
              <a:rPr sz="3000" b="0" spc="-5" dirty="0">
                <a:solidFill>
                  <a:srgbClr val="000000"/>
                </a:solidFill>
                <a:latin typeface="Times New Roman"/>
                <a:cs typeface="Times New Roman"/>
              </a:rPr>
              <a:t>RESOURCES</a:t>
            </a:r>
            <a:endParaRPr sz="3000">
              <a:latin typeface="Times New Roman"/>
              <a:cs typeface="Times New Roman"/>
            </a:endParaRPr>
          </a:p>
        </p:txBody>
      </p:sp>
      <p:sp>
        <p:nvSpPr>
          <p:cNvPr id="3" name="object 3"/>
          <p:cNvSpPr txBox="1"/>
          <p:nvPr/>
        </p:nvSpPr>
        <p:spPr>
          <a:xfrm>
            <a:off x="450190" y="1486299"/>
            <a:ext cx="7721600" cy="2494280"/>
          </a:xfrm>
          <a:prstGeom prst="rect">
            <a:avLst/>
          </a:prstGeom>
        </p:spPr>
        <p:txBody>
          <a:bodyPr vert="horz" wrap="square" lIns="0" tIns="12700" rIns="0" bIns="0" rtlCol="0">
            <a:spAutoFit/>
          </a:bodyPr>
          <a:lstStyle/>
          <a:p>
            <a:pPr marL="407034" indent="-394970">
              <a:lnSpc>
                <a:spcPct val="100000"/>
              </a:lnSpc>
              <a:spcBef>
                <a:spcPts val="100"/>
              </a:spcBef>
              <a:buClr>
                <a:srgbClr val="595959"/>
              </a:buClr>
              <a:buSzPct val="66666"/>
              <a:buFont typeface="Arial MT"/>
              <a:buChar char="•"/>
              <a:tabLst>
                <a:tab pos="406400" algn="l"/>
                <a:tab pos="407670" algn="l"/>
              </a:tabLst>
            </a:pPr>
            <a:r>
              <a:rPr sz="2700" spc="-5" dirty="0">
                <a:latin typeface="Times New Roman"/>
                <a:cs typeface="Times New Roman"/>
              </a:rPr>
              <a:t>Documentation</a:t>
            </a:r>
            <a:r>
              <a:rPr sz="2700" spc="-35" dirty="0">
                <a:latin typeface="Times New Roman"/>
                <a:cs typeface="Times New Roman"/>
              </a:rPr>
              <a:t> </a:t>
            </a:r>
            <a:r>
              <a:rPr sz="2700" spc="-5" dirty="0">
                <a:latin typeface="Times New Roman"/>
                <a:cs typeface="Times New Roman"/>
              </a:rPr>
              <a:t>and</a:t>
            </a:r>
            <a:r>
              <a:rPr sz="2700" spc="-30" dirty="0">
                <a:latin typeface="Times New Roman"/>
                <a:cs typeface="Times New Roman"/>
              </a:rPr>
              <a:t> </a:t>
            </a:r>
            <a:r>
              <a:rPr sz="2700" spc="-5" dirty="0">
                <a:latin typeface="Times New Roman"/>
                <a:cs typeface="Times New Roman"/>
              </a:rPr>
              <a:t>Resources</a:t>
            </a:r>
            <a:endParaRPr sz="2700">
              <a:latin typeface="Times New Roman"/>
              <a:cs typeface="Times New Roman"/>
            </a:endParaRPr>
          </a:p>
          <a:p>
            <a:pPr>
              <a:lnSpc>
                <a:spcPct val="100000"/>
              </a:lnSpc>
              <a:spcBef>
                <a:spcPts val="20"/>
              </a:spcBef>
              <a:buClr>
                <a:srgbClr val="595959"/>
              </a:buClr>
              <a:buFont typeface="Arial MT"/>
              <a:buChar char="•"/>
            </a:pPr>
            <a:endParaRPr sz="2800">
              <a:latin typeface="Times New Roman"/>
              <a:cs typeface="Times New Roman"/>
            </a:endParaRPr>
          </a:p>
          <a:p>
            <a:pPr marL="407034" marR="5080" indent="-394970">
              <a:lnSpc>
                <a:spcPct val="100000"/>
              </a:lnSpc>
              <a:buClr>
                <a:srgbClr val="595959"/>
              </a:buClr>
              <a:buSzPct val="66666"/>
              <a:buFont typeface="Arial MT"/>
              <a:buChar char="•"/>
              <a:tabLst>
                <a:tab pos="406400" algn="l"/>
                <a:tab pos="407670" algn="l"/>
              </a:tabLst>
            </a:pPr>
            <a:r>
              <a:rPr sz="2700" spc="-5" dirty="0">
                <a:latin typeface="Times New Roman"/>
                <a:cs typeface="Times New Roman"/>
              </a:rPr>
              <a:t>The NumPy and SciPy </a:t>
            </a:r>
            <a:r>
              <a:rPr sz="2700" dirty="0">
                <a:latin typeface="Times New Roman"/>
                <a:cs typeface="Times New Roman"/>
              </a:rPr>
              <a:t>development </a:t>
            </a:r>
            <a:r>
              <a:rPr sz="2700" spc="-5" dirty="0">
                <a:latin typeface="Times New Roman"/>
                <a:cs typeface="Times New Roman"/>
              </a:rPr>
              <a:t>community </a:t>
            </a:r>
            <a:r>
              <a:rPr sz="2700" dirty="0">
                <a:latin typeface="Times New Roman"/>
                <a:cs typeface="Times New Roman"/>
              </a:rPr>
              <a:t> </a:t>
            </a:r>
            <a:r>
              <a:rPr sz="2700" spc="-5" dirty="0">
                <a:latin typeface="Times New Roman"/>
                <a:cs typeface="Times New Roman"/>
              </a:rPr>
              <a:t>maintains</a:t>
            </a:r>
            <a:r>
              <a:rPr sz="2700" spc="-25" dirty="0">
                <a:latin typeface="Times New Roman"/>
                <a:cs typeface="Times New Roman"/>
              </a:rPr>
              <a:t> </a:t>
            </a:r>
            <a:r>
              <a:rPr sz="2700" spc="-5" dirty="0">
                <a:latin typeface="Times New Roman"/>
                <a:cs typeface="Times New Roman"/>
              </a:rPr>
              <a:t>an</a:t>
            </a:r>
            <a:r>
              <a:rPr sz="2700" spc="-20" dirty="0">
                <a:latin typeface="Times New Roman"/>
                <a:cs typeface="Times New Roman"/>
              </a:rPr>
              <a:t> </a:t>
            </a:r>
            <a:r>
              <a:rPr sz="2700" spc="-5" dirty="0">
                <a:latin typeface="Times New Roman"/>
                <a:cs typeface="Times New Roman"/>
              </a:rPr>
              <a:t>extensive</a:t>
            </a:r>
            <a:r>
              <a:rPr sz="2700" spc="-25" dirty="0">
                <a:latin typeface="Times New Roman"/>
                <a:cs typeface="Times New Roman"/>
              </a:rPr>
              <a:t> </a:t>
            </a:r>
            <a:r>
              <a:rPr sz="2700" dirty="0">
                <a:latin typeface="Times New Roman"/>
                <a:cs typeface="Times New Roman"/>
              </a:rPr>
              <a:t>online</a:t>
            </a:r>
            <a:r>
              <a:rPr sz="2700" spc="-15" dirty="0">
                <a:latin typeface="Times New Roman"/>
                <a:cs typeface="Times New Roman"/>
              </a:rPr>
              <a:t> </a:t>
            </a:r>
            <a:r>
              <a:rPr sz="2700" dirty="0">
                <a:latin typeface="Times New Roman"/>
                <a:cs typeface="Times New Roman"/>
              </a:rPr>
              <a:t>documentation</a:t>
            </a:r>
            <a:r>
              <a:rPr sz="2700" spc="-15" dirty="0">
                <a:latin typeface="Times New Roman"/>
                <a:cs typeface="Times New Roman"/>
              </a:rPr>
              <a:t> </a:t>
            </a:r>
            <a:r>
              <a:rPr sz="2700" spc="-5" dirty="0">
                <a:latin typeface="Times New Roman"/>
                <a:cs typeface="Times New Roman"/>
              </a:rPr>
              <a:t>system, </a:t>
            </a:r>
            <a:r>
              <a:rPr sz="2700" spc="-660" dirty="0">
                <a:latin typeface="Times New Roman"/>
                <a:cs typeface="Times New Roman"/>
              </a:rPr>
              <a:t> </a:t>
            </a:r>
            <a:r>
              <a:rPr sz="2700" spc="-5" dirty="0">
                <a:latin typeface="Times New Roman"/>
                <a:cs typeface="Times New Roman"/>
              </a:rPr>
              <a:t>including </a:t>
            </a:r>
            <a:r>
              <a:rPr sz="2700" dirty="0">
                <a:latin typeface="Times New Roman"/>
                <a:cs typeface="Times New Roman"/>
              </a:rPr>
              <a:t>user guides </a:t>
            </a:r>
            <a:r>
              <a:rPr sz="2700" spc="-5" dirty="0">
                <a:latin typeface="Times New Roman"/>
                <a:cs typeface="Times New Roman"/>
              </a:rPr>
              <a:t>and tutorials, at: </a:t>
            </a:r>
            <a:r>
              <a:rPr sz="2700" dirty="0">
                <a:latin typeface="Times New Roman"/>
                <a:cs typeface="Times New Roman"/>
              </a:rPr>
              <a:t> </a:t>
            </a:r>
            <a:r>
              <a:rPr sz="2700" spc="-10" dirty="0">
                <a:latin typeface="Times New Roman"/>
                <a:cs typeface="Times New Roman"/>
                <a:hlinkClick r:id="rId2"/>
              </a:rPr>
              <a:t>http://docs.scipy.org/doc/</a:t>
            </a:r>
            <a:endParaRPr sz="2700">
              <a:latin typeface="Times New Roman"/>
              <a:cs typeface="Times New Roman"/>
            </a:endParaRPr>
          </a:p>
        </p:txBody>
      </p:sp>
    </p:spTree>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82398" y="2124568"/>
            <a:ext cx="7291705" cy="513080"/>
          </a:xfrm>
          <a:prstGeom prst="rect">
            <a:avLst/>
          </a:prstGeom>
        </p:spPr>
        <p:txBody>
          <a:bodyPr vert="horz" wrap="square" lIns="0" tIns="12700" rIns="0" bIns="0" rtlCol="0">
            <a:spAutoFit/>
          </a:bodyPr>
          <a:lstStyle/>
          <a:p>
            <a:pPr marL="12700">
              <a:lnSpc>
                <a:spcPct val="100000"/>
              </a:lnSpc>
              <a:spcBef>
                <a:spcPts val="100"/>
              </a:spcBef>
            </a:pPr>
            <a:r>
              <a:rPr spc="-130" dirty="0">
                <a:solidFill>
                  <a:srgbClr val="C00000"/>
                </a:solidFill>
                <a:latin typeface="Georgia"/>
                <a:cs typeface="Georgia"/>
              </a:rPr>
              <a:t>9.1</a:t>
            </a:r>
            <a:r>
              <a:rPr spc="20" dirty="0">
                <a:solidFill>
                  <a:srgbClr val="C00000"/>
                </a:solidFill>
                <a:latin typeface="Georgia"/>
                <a:cs typeface="Georgia"/>
              </a:rPr>
              <a:t> </a:t>
            </a:r>
            <a:r>
              <a:rPr spc="85" dirty="0">
                <a:solidFill>
                  <a:srgbClr val="C00000"/>
                </a:solidFill>
                <a:latin typeface="Georgia"/>
                <a:cs typeface="Georgia"/>
              </a:rPr>
              <a:t>HIGH</a:t>
            </a:r>
            <a:r>
              <a:rPr spc="25" dirty="0">
                <a:solidFill>
                  <a:srgbClr val="C00000"/>
                </a:solidFill>
                <a:latin typeface="Georgia"/>
                <a:cs typeface="Georgia"/>
              </a:rPr>
              <a:t> </a:t>
            </a:r>
            <a:r>
              <a:rPr spc="175" dirty="0">
                <a:solidFill>
                  <a:srgbClr val="C00000"/>
                </a:solidFill>
                <a:latin typeface="Georgia"/>
                <a:cs typeface="Georgia"/>
              </a:rPr>
              <a:t>DIMENSIONAL</a:t>
            </a:r>
            <a:r>
              <a:rPr spc="-190" dirty="0">
                <a:solidFill>
                  <a:srgbClr val="C00000"/>
                </a:solidFill>
                <a:latin typeface="Georgia"/>
                <a:cs typeface="Georgia"/>
              </a:rPr>
              <a:t> </a:t>
            </a:r>
            <a:r>
              <a:rPr spc="55" dirty="0">
                <a:solidFill>
                  <a:srgbClr val="C00000"/>
                </a:solidFill>
                <a:latin typeface="Georgia"/>
                <a:cs typeface="Georgia"/>
              </a:rPr>
              <a:t>ARRAY</a:t>
            </a:r>
          </a:p>
        </p:txBody>
      </p:sp>
    </p:spTree>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288062" y="452645"/>
            <a:ext cx="6722745" cy="3756660"/>
          </a:xfrm>
          <a:prstGeom prst="rect">
            <a:avLst/>
          </a:prstGeom>
        </p:spPr>
        <p:txBody>
          <a:bodyPr vert="horz" wrap="square" lIns="0" tIns="43815" rIns="0" bIns="0" rtlCol="0">
            <a:spAutoFit/>
          </a:bodyPr>
          <a:lstStyle/>
          <a:p>
            <a:pPr marL="12700" marR="5080">
              <a:lnSpc>
                <a:spcPts val="1939"/>
              </a:lnSpc>
              <a:spcBef>
                <a:spcPts val="345"/>
              </a:spcBef>
            </a:pPr>
            <a:r>
              <a:rPr sz="1800" spc="-5" dirty="0">
                <a:latin typeface="Calibri"/>
                <a:cs typeface="Calibri"/>
              </a:rPr>
              <a:t>Python has </a:t>
            </a:r>
            <a:r>
              <a:rPr sz="1800" dirty="0">
                <a:latin typeface="Calibri"/>
                <a:cs typeface="Calibri"/>
              </a:rPr>
              <a:t>a </a:t>
            </a:r>
            <a:r>
              <a:rPr sz="1800" spc="-15" dirty="0">
                <a:latin typeface="Calibri"/>
                <a:cs typeface="Calibri"/>
              </a:rPr>
              <a:t>data </a:t>
            </a:r>
            <a:r>
              <a:rPr sz="1800" spc="-5" dirty="0">
                <a:latin typeface="Calibri"/>
                <a:cs typeface="Calibri"/>
              </a:rPr>
              <a:t>type known </a:t>
            </a:r>
            <a:r>
              <a:rPr sz="1800" dirty="0">
                <a:latin typeface="Calibri"/>
                <a:cs typeface="Calibri"/>
              </a:rPr>
              <a:t>as a </a:t>
            </a:r>
            <a:r>
              <a:rPr sz="1800" spc="-10" dirty="0">
                <a:latin typeface="Calibri"/>
                <a:cs typeface="Calibri"/>
              </a:rPr>
              <a:t>list. For </a:t>
            </a:r>
            <a:r>
              <a:rPr sz="1800" spc="-5" dirty="0">
                <a:latin typeface="Calibri"/>
                <a:cs typeface="Calibri"/>
              </a:rPr>
              <a:t>our purposes, </a:t>
            </a:r>
            <a:r>
              <a:rPr sz="1800" spc="-10" dirty="0">
                <a:latin typeface="Calibri"/>
                <a:cs typeface="Calibri"/>
              </a:rPr>
              <a:t>lists are </a:t>
            </a:r>
            <a:r>
              <a:rPr sz="1800" spc="-15" dirty="0">
                <a:latin typeface="Calibri"/>
                <a:cs typeface="Calibri"/>
              </a:rPr>
              <a:t>arrays. </a:t>
            </a:r>
            <a:r>
              <a:rPr sz="1800" spc="-395" dirty="0">
                <a:latin typeface="Calibri"/>
                <a:cs typeface="Calibri"/>
              </a:rPr>
              <a:t> </a:t>
            </a:r>
            <a:r>
              <a:rPr sz="1800" spc="-20" dirty="0">
                <a:latin typeface="Calibri"/>
                <a:cs typeface="Calibri"/>
              </a:rPr>
              <a:t>Arrays</a:t>
            </a:r>
            <a:r>
              <a:rPr sz="1800" spc="-10" dirty="0">
                <a:latin typeface="Calibri"/>
                <a:cs typeface="Calibri"/>
              </a:rPr>
              <a:t> are</a:t>
            </a:r>
            <a:r>
              <a:rPr sz="1800" spc="-5" dirty="0">
                <a:latin typeface="Calibri"/>
                <a:cs typeface="Calibri"/>
              </a:rPr>
              <a:t> called </a:t>
            </a:r>
            <a:r>
              <a:rPr sz="1800" dirty="0">
                <a:latin typeface="Calibri"/>
                <a:cs typeface="Calibri"/>
              </a:rPr>
              <a:t>as</a:t>
            </a:r>
            <a:r>
              <a:rPr sz="1800" spc="-5" dirty="0">
                <a:latin typeface="Calibri"/>
                <a:cs typeface="Calibri"/>
              </a:rPr>
              <a:t> </a:t>
            </a:r>
            <a:r>
              <a:rPr sz="1800" spc="-10" dirty="0">
                <a:latin typeface="Calibri"/>
                <a:cs typeface="Calibri"/>
              </a:rPr>
              <a:t>Lists</a:t>
            </a:r>
            <a:r>
              <a:rPr sz="1800" spc="-5" dirty="0">
                <a:latin typeface="Calibri"/>
                <a:cs typeface="Calibri"/>
              </a:rPr>
              <a:t> in python</a:t>
            </a:r>
            <a:endParaRPr sz="1800">
              <a:latin typeface="Calibri"/>
              <a:cs typeface="Calibri"/>
            </a:endParaRPr>
          </a:p>
          <a:p>
            <a:pPr>
              <a:lnSpc>
                <a:spcPct val="100000"/>
              </a:lnSpc>
              <a:spcBef>
                <a:spcPts val="55"/>
              </a:spcBef>
            </a:pPr>
            <a:endParaRPr sz="1350">
              <a:latin typeface="Calibri"/>
              <a:cs typeface="Calibri"/>
            </a:endParaRPr>
          </a:p>
          <a:p>
            <a:pPr marR="114300" algn="r">
              <a:lnSpc>
                <a:spcPts val="2050"/>
              </a:lnSpc>
              <a:spcBef>
                <a:spcPts val="5"/>
              </a:spcBef>
            </a:pPr>
            <a:r>
              <a:rPr sz="1800" b="1" spc="-10" dirty="0">
                <a:latin typeface="Calibri"/>
                <a:cs typeface="Calibri"/>
              </a:rPr>
              <a:t>Declaration</a:t>
            </a:r>
            <a:r>
              <a:rPr sz="1800" b="1" spc="-15" dirty="0">
                <a:latin typeface="Calibri"/>
                <a:cs typeface="Calibri"/>
              </a:rPr>
              <a:t> syntax:</a:t>
            </a:r>
            <a:r>
              <a:rPr sz="1800" b="1" spc="409" dirty="0">
                <a:latin typeface="Calibri"/>
                <a:cs typeface="Calibri"/>
              </a:rPr>
              <a:t> </a:t>
            </a:r>
            <a:r>
              <a:rPr sz="1800" spc="-5" dirty="0">
                <a:latin typeface="Calibri"/>
                <a:cs typeface="Calibri"/>
              </a:rPr>
              <a:t>&lt;name&gt;</a:t>
            </a:r>
            <a:r>
              <a:rPr sz="1800" spc="-10" dirty="0">
                <a:latin typeface="Calibri"/>
                <a:cs typeface="Calibri"/>
              </a:rPr>
              <a:t> </a:t>
            </a:r>
            <a:r>
              <a:rPr sz="1800" dirty="0">
                <a:latin typeface="Calibri"/>
                <a:cs typeface="Calibri"/>
              </a:rPr>
              <a:t>=</a:t>
            </a:r>
            <a:r>
              <a:rPr sz="1800" spc="-15" dirty="0">
                <a:latin typeface="Calibri"/>
                <a:cs typeface="Calibri"/>
              </a:rPr>
              <a:t> </a:t>
            </a:r>
            <a:r>
              <a:rPr sz="1800" spc="-5" dirty="0">
                <a:latin typeface="Calibri"/>
                <a:cs typeface="Calibri"/>
              </a:rPr>
              <a:t>[&lt;value&gt;,</a:t>
            </a:r>
            <a:r>
              <a:rPr sz="1800" spc="-10" dirty="0">
                <a:latin typeface="Calibri"/>
                <a:cs typeface="Calibri"/>
              </a:rPr>
              <a:t> </a:t>
            </a:r>
            <a:r>
              <a:rPr sz="1800" spc="-5" dirty="0">
                <a:latin typeface="Calibri"/>
                <a:cs typeface="Calibri"/>
              </a:rPr>
              <a:t>&lt;value&gt;,</a:t>
            </a:r>
            <a:r>
              <a:rPr sz="1800" spc="-10" dirty="0">
                <a:latin typeface="Calibri"/>
                <a:cs typeface="Calibri"/>
              </a:rPr>
              <a:t> </a:t>
            </a:r>
            <a:r>
              <a:rPr sz="1800" spc="-5" dirty="0">
                <a:latin typeface="Calibri"/>
                <a:cs typeface="Calibri"/>
              </a:rPr>
              <a:t>&lt;value&gt;,</a:t>
            </a:r>
            <a:r>
              <a:rPr sz="1800" spc="-10" dirty="0">
                <a:latin typeface="Calibri"/>
                <a:cs typeface="Calibri"/>
              </a:rPr>
              <a:t> </a:t>
            </a:r>
            <a:r>
              <a:rPr sz="1800" dirty="0">
                <a:latin typeface="Arial MT"/>
                <a:cs typeface="Arial MT"/>
              </a:rPr>
              <a:t>…</a:t>
            </a:r>
            <a:r>
              <a:rPr sz="1800" dirty="0">
                <a:latin typeface="Calibri"/>
                <a:cs typeface="Calibri"/>
              </a:rPr>
              <a:t>,</a:t>
            </a:r>
            <a:r>
              <a:rPr sz="1800" spc="-10" dirty="0">
                <a:latin typeface="Calibri"/>
                <a:cs typeface="Calibri"/>
              </a:rPr>
              <a:t> </a:t>
            </a:r>
            <a:r>
              <a:rPr sz="1800" spc="-5" dirty="0">
                <a:latin typeface="Calibri"/>
                <a:cs typeface="Calibri"/>
              </a:rPr>
              <a:t>&lt;value&gt;]</a:t>
            </a:r>
            <a:endParaRPr sz="1800">
              <a:latin typeface="Calibri"/>
              <a:cs typeface="Calibri"/>
            </a:endParaRPr>
          </a:p>
          <a:p>
            <a:pPr marR="90805" algn="r">
              <a:lnSpc>
                <a:spcPts val="2050"/>
              </a:lnSpc>
            </a:pPr>
            <a:r>
              <a:rPr sz="1800" spc="-5" dirty="0">
                <a:latin typeface="Calibri"/>
                <a:cs typeface="Calibri"/>
              </a:rPr>
              <a:t>&lt;name&gt;</a:t>
            </a:r>
            <a:r>
              <a:rPr sz="1800" spc="-15" dirty="0">
                <a:latin typeface="Calibri"/>
                <a:cs typeface="Calibri"/>
              </a:rPr>
              <a:t> </a:t>
            </a:r>
            <a:r>
              <a:rPr sz="1800" dirty="0">
                <a:latin typeface="Calibri"/>
                <a:cs typeface="Calibri"/>
              </a:rPr>
              <a:t>=</a:t>
            </a:r>
            <a:r>
              <a:rPr sz="1800" spc="-10" dirty="0">
                <a:latin typeface="Calibri"/>
                <a:cs typeface="Calibri"/>
              </a:rPr>
              <a:t> [&lt;default</a:t>
            </a:r>
            <a:r>
              <a:rPr sz="1800" spc="-15" dirty="0">
                <a:latin typeface="Calibri"/>
                <a:cs typeface="Calibri"/>
              </a:rPr>
              <a:t> </a:t>
            </a:r>
            <a:r>
              <a:rPr sz="1800" spc="-5" dirty="0">
                <a:latin typeface="Calibri"/>
                <a:cs typeface="Calibri"/>
              </a:rPr>
              <a:t>value&gt;]</a:t>
            </a:r>
            <a:r>
              <a:rPr sz="1800" spc="-10" dirty="0">
                <a:latin typeface="Calibri"/>
                <a:cs typeface="Calibri"/>
              </a:rPr>
              <a:t> </a:t>
            </a:r>
            <a:r>
              <a:rPr sz="1800" dirty="0">
                <a:latin typeface="Calibri"/>
                <a:cs typeface="Calibri"/>
              </a:rPr>
              <a:t>*</a:t>
            </a:r>
            <a:r>
              <a:rPr sz="1800" spc="-15" dirty="0">
                <a:latin typeface="Calibri"/>
                <a:cs typeface="Calibri"/>
              </a:rPr>
              <a:t> </a:t>
            </a:r>
            <a:r>
              <a:rPr sz="1800" spc="-5" dirty="0">
                <a:latin typeface="Calibri"/>
                <a:cs typeface="Calibri"/>
              </a:rPr>
              <a:t>&lt;initial</a:t>
            </a:r>
            <a:r>
              <a:rPr sz="1800" spc="-10" dirty="0">
                <a:latin typeface="Calibri"/>
                <a:cs typeface="Calibri"/>
              </a:rPr>
              <a:t> </a:t>
            </a:r>
            <a:r>
              <a:rPr sz="1800" spc="-15" dirty="0">
                <a:latin typeface="Calibri"/>
                <a:cs typeface="Calibri"/>
              </a:rPr>
              <a:t>array</a:t>
            </a:r>
            <a:r>
              <a:rPr sz="1800" spc="-10" dirty="0">
                <a:latin typeface="Calibri"/>
                <a:cs typeface="Calibri"/>
              </a:rPr>
              <a:t> </a:t>
            </a:r>
            <a:r>
              <a:rPr sz="1800" spc="-15" dirty="0">
                <a:latin typeface="Calibri"/>
                <a:cs typeface="Calibri"/>
              </a:rPr>
              <a:t>size&gt;</a:t>
            </a:r>
            <a:endParaRPr sz="1800">
              <a:latin typeface="Calibri"/>
              <a:cs typeface="Calibri"/>
            </a:endParaRPr>
          </a:p>
          <a:p>
            <a:pPr>
              <a:lnSpc>
                <a:spcPct val="100000"/>
              </a:lnSpc>
              <a:spcBef>
                <a:spcPts val="15"/>
              </a:spcBef>
            </a:pPr>
            <a:endParaRPr sz="1400">
              <a:latin typeface="Calibri"/>
              <a:cs typeface="Calibri"/>
            </a:endParaRPr>
          </a:p>
          <a:p>
            <a:pPr marL="12700">
              <a:lnSpc>
                <a:spcPts val="2050"/>
              </a:lnSpc>
              <a:tabLst>
                <a:tab pos="1155065" algn="l"/>
              </a:tabLst>
            </a:pPr>
            <a:r>
              <a:rPr sz="1800" b="1" spc="-10" dirty="0">
                <a:latin typeface="Calibri"/>
                <a:cs typeface="Calibri"/>
              </a:rPr>
              <a:t>Example:	</a:t>
            </a:r>
            <a:r>
              <a:rPr sz="1800" spc="-10" dirty="0">
                <a:latin typeface="Calibri"/>
                <a:cs typeface="Calibri"/>
              </a:rPr>
              <a:t>numbers</a:t>
            </a:r>
            <a:r>
              <a:rPr sz="1800" spc="-15" dirty="0">
                <a:latin typeface="Calibri"/>
                <a:cs typeface="Calibri"/>
              </a:rPr>
              <a:t> </a:t>
            </a:r>
            <a:r>
              <a:rPr sz="1800" dirty="0">
                <a:latin typeface="Calibri"/>
                <a:cs typeface="Calibri"/>
              </a:rPr>
              <a:t>=</a:t>
            </a:r>
            <a:r>
              <a:rPr sz="1800" spc="-10" dirty="0">
                <a:latin typeface="Calibri"/>
                <a:cs typeface="Calibri"/>
              </a:rPr>
              <a:t> </a:t>
            </a:r>
            <a:r>
              <a:rPr sz="1800" spc="-5" dirty="0">
                <a:latin typeface="Calibri"/>
                <a:cs typeface="Calibri"/>
              </a:rPr>
              <a:t>[12,</a:t>
            </a:r>
            <a:r>
              <a:rPr sz="1800" spc="-10" dirty="0">
                <a:latin typeface="Calibri"/>
                <a:cs typeface="Calibri"/>
              </a:rPr>
              <a:t> </a:t>
            </a:r>
            <a:r>
              <a:rPr sz="1800" spc="-5" dirty="0">
                <a:latin typeface="Calibri"/>
                <a:cs typeface="Calibri"/>
              </a:rPr>
              <a:t>49,</a:t>
            </a:r>
            <a:r>
              <a:rPr sz="1800" spc="-15" dirty="0">
                <a:latin typeface="Calibri"/>
                <a:cs typeface="Calibri"/>
              </a:rPr>
              <a:t> </a:t>
            </a:r>
            <a:r>
              <a:rPr sz="1800" spc="-5" dirty="0">
                <a:latin typeface="Calibri"/>
                <a:cs typeface="Calibri"/>
              </a:rPr>
              <a:t>-2,</a:t>
            </a:r>
            <a:r>
              <a:rPr sz="1800" spc="-10" dirty="0">
                <a:latin typeface="Calibri"/>
                <a:cs typeface="Calibri"/>
              </a:rPr>
              <a:t> </a:t>
            </a:r>
            <a:r>
              <a:rPr sz="1800" spc="-5" dirty="0">
                <a:latin typeface="Calibri"/>
                <a:cs typeface="Calibri"/>
              </a:rPr>
              <a:t>26,</a:t>
            </a:r>
            <a:r>
              <a:rPr sz="1800" spc="-10" dirty="0">
                <a:latin typeface="Calibri"/>
                <a:cs typeface="Calibri"/>
              </a:rPr>
              <a:t> </a:t>
            </a:r>
            <a:r>
              <a:rPr sz="1800" spc="-5" dirty="0">
                <a:latin typeface="Calibri"/>
                <a:cs typeface="Calibri"/>
              </a:rPr>
              <a:t>5,</a:t>
            </a:r>
            <a:r>
              <a:rPr sz="1800" spc="-10" dirty="0">
                <a:latin typeface="Calibri"/>
                <a:cs typeface="Calibri"/>
              </a:rPr>
              <a:t> </a:t>
            </a:r>
            <a:r>
              <a:rPr sz="1800" spc="-5" dirty="0">
                <a:latin typeface="Calibri"/>
                <a:cs typeface="Calibri"/>
              </a:rPr>
              <a:t>17,</a:t>
            </a:r>
            <a:r>
              <a:rPr sz="1800" spc="-15" dirty="0">
                <a:latin typeface="Calibri"/>
                <a:cs typeface="Calibri"/>
              </a:rPr>
              <a:t> </a:t>
            </a:r>
            <a:r>
              <a:rPr sz="1800" spc="-5" dirty="0">
                <a:latin typeface="Calibri"/>
                <a:cs typeface="Calibri"/>
              </a:rPr>
              <a:t>-6]</a:t>
            </a:r>
            <a:endParaRPr sz="1800">
              <a:latin typeface="Calibri"/>
              <a:cs typeface="Calibri"/>
            </a:endParaRPr>
          </a:p>
          <a:p>
            <a:pPr marL="698500">
              <a:lnSpc>
                <a:spcPts val="2050"/>
              </a:lnSpc>
            </a:pPr>
            <a:r>
              <a:rPr sz="1800" spc="-20" dirty="0">
                <a:latin typeface="Calibri"/>
                <a:cs typeface="Calibri"/>
              </a:rPr>
              <a:t>zeros </a:t>
            </a:r>
            <a:r>
              <a:rPr sz="1800" dirty="0">
                <a:latin typeface="Calibri"/>
                <a:cs typeface="Calibri"/>
              </a:rPr>
              <a:t>=</a:t>
            </a:r>
            <a:r>
              <a:rPr sz="1800" spc="-20" dirty="0">
                <a:latin typeface="Calibri"/>
                <a:cs typeface="Calibri"/>
              </a:rPr>
              <a:t> </a:t>
            </a:r>
            <a:r>
              <a:rPr sz="1800" spc="-5" dirty="0">
                <a:latin typeface="Calibri"/>
                <a:cs typeface="Calibri"/>
              </a:rPr>
              <a:t>[0]</a:t>
            </a:r>
            <a:r>
              <a:rPr sz="1800" spc="-20" dirty="0">
                <a:latin typeface="Calibri"/>
                <a:cs typeface="Calibri"/>
              </a:rPr>
              <a:t> </a:t>
            </a:r>
            <a:r>
              <a:rPr sz="1800" dirty="0">
                <a:latin typeface="Calibri"/>
                <a:cs typeface="Calibri"/>
              </a:rPr>
              <a:t>*</a:t>
            </a:r>
            <a:r>
              <a:rPr sz="1800" spc="-15" dirty="0">
                <a:latin typeface="Calibri"/>
                <a:cs typeface="Calibri"/>
              </a:rPr>
              <a:t> </a:t>
            </a:r>
            <a:r>
              <a:rPr sz="1800" spc="-5" dirty="0">
                <a:latin typeface="Calibri"/>
                <a:cs typeface="Calibri"/>
              </a:rPr>
              <a:t>10</a:t>
            </a:r>
            <a:endParaRPr sz="1800">
              <a:latin typeface="Calibri"/>
              <a:cs typeface="Calibri"/>
            </a:endParaRPr>
          </a:p>
          <a:p>
            <a:pPr>
              <a:lnSpc>
                <a:spcPct val="100000"/>
              </a:lnSpc>
              <a:spcBef>
                <a:spcPts val="20"/>
              </a:spcBef>
            </a:pPr>
            <a:endParaRPr sz="1400">
              <a:latin typeface="Calibri"/>
              <a:cs typeface="Calibri"/>
            </a:endParaRPr>
          </a:p>
          <a:p>
            <a:pPr marL="12700">
              <a:lnSpc>
                <a:spcPts val="2050"/>
              </a:lnSpc>
            </a:pPr>
            <a:r>
              <a:rPr sz="1800" b="1" spc="-10" dirty="0">
                <a:latin typeface="Calibri"/>
                <a:cs typeface="Calibri"/>
              </a:rPr>
              <a:t>Indexing:</a:t>
            </a:r>
            <a:r>
              <a:rPr sz="1800" b="1" spc="5" dirty="0">
                <a:latin typeface="Calibri"/>
                <a:cs typeface="Calibri"/>
              </a:rPr>
              <a:t> </a:t>
            </a:r>
            <a:r>
              <a:rPr sz="1800" spc="-10" dirty="0">
                <a:latin typeface="Calibri"/>
                <a:cs typeface="Calibri"/>
              </a:rPr>
              <a:t>Lists</a:t>
            </a:r>
            <a:r>
              <a:rPr sz="1800" spc="-5" dirty="0">
                <a:latin typeface="Calibri"/>
                <a:cs typeface="Calibri"/>
              </a:rPr>
              <a:t> </a:t>
            </a:r>
            <a:r>
              <a:rPr sz="1800" spc="-15" dirty="0">
                <a:latin typeface="Calibri"/>
                <a:cs typeface="Calibri"/>
              </a:rPr>
              <a:t>have</a:t>
            </a:r>
            <a:r>
              <a:rPr sz="1800" spc="-10" dirty="0">
                <a:latin typeface="Calibri"/>
                <a:cs typeface="Calibri"/>
              </a:rPr>
              <a:t> </a:t>
            </a:r>
            <a:r>
              <a:rPr sz="1800" spc="-20" dirty="0">
                <a:latin typeface="Calibri"/>
                <a:cs typeface="Calibri"/>
              </a:rPr>
              <a:t>zero</a:t>
            </a:r>
            <a:r>
              <a:rPr sz="1800" spc="-5" dirty="0">
                <a:latin typeface="Calibri"/>
                <a:cs typeface="Calibri"/>
              </a:rPr>
              <a:t> based </a:t>
            </a:r>
            <a:r>
              <a:rPr sz="1800" spc="-10" dirty="0">
                <a:latin typeface="Calibri"/>
                <a:cs typeface="Calibri"/>
              </a:rPr>
              <a:t>indexing from</a:t>
            </a:r>
            <a:r>
              <a:rPr sz="1800" spc="-5" dirty="0">
                <a:latin typeface="Calibri"/>
                <a:cs typeface="Calibri"/>
              </a:rPr>
              <a:t> </a:t>
            </a:r>
            <a:r>
              <a:rPr sz="1800" spc="-15" dirty="0">
                <a:latin typeface="Calibri"/>
                <a:cs typeface="Calibri"/>
              </a:rPr>
              <a:t>front</a:t>
            </a:r>
            <a:endParaRPr sz="1800">
              <a:latin typeface="Calibri"/>
              <a:cs typeface="Calibri"/>
            </a:endParaRPr>
          </a:p>
          <a:p>
            <a:pPr marL="241300" marR="27940" indent="-228600">
              <a:lnSpc>
                <a:spcPts val="1939"/>
              </a:lnSpc>
              <a:spcBef>
                <a:spcPts val="140"/>
              </a:spcBef>
            </a:pPr>
            <a:r>
              <a:rPr sz="1800" b="1" spc="-15" dirty="0">
                <a:latin typeface="Calibri"/>
                <a:cs typeface="Calibri"/>
              </a:rPr>
              <a:t>Negative</a:t>
            </a:r>
            <a:r>
              <a:rPr sz="1800" b="1" spc="-5" dirty="0">
                <a:latin typeface="Calibri"/>
                <a:cs typeface="Calibri"/>
              </a:rPr>
              <a:t> </a:t>
            </a:r>
            <a:r>
              <a:rPr sz="1800" b="1" spc="-10" dirty="0">
                <a:latin typeface="Calibri"/>
                <a:cs typeface="Calibri"/>
              </a:rPr>
              <a:t>Indexing:</a:t>
            </a:r>
            <a:r>
              <a:rPr sz="1800" b="1" spc="35" dirty="0">
                <a:latin typeface="Calibri"/>
                <a:cs typeface="Calibri"/>
              </a:rPr>
              <a:t> </a:t>
            </a:r>
            <a:r>
              <a:rPr sz="1800" spc="-50" dirty="0">
                <a:latin typeface="Calibri"/>
                <a:cs typeface="Calibri"/>
              </a:rPr>
              <a:t>You</a:t>
            </a:r>
            <a:r>
              <a:rPr sz="1800" spc="-5" dirty="0">
                <a:latin typeface="Calibri"/>
                <a:cs typeface="Calibri"/>
              </a:rPr>
              <a:t> </a:t>
            </a:r>
            <a:r>
              <a:rPr sz="1800" spc="-10" dirty="0">
                <a:latin typeface="Calibri"/>
                <a:cs typeface="Calibri"/>
              </a:rPr>
              <a:t>can</a:t>
            </a:r>
            <a:r>
              <a:rPr sz="1800" dirty="0">
                <a:latin typeface="Calibri"/>
                <a:cs typeface="Calibri"/>
              </a:rPr>
              <a:t> also</a:t>
            </a:r>
            <a:r>
              <a:rPr sz="1800" spc="-5" dirty="0">
                <a:latin typeface="Calibri"/>
                <a:cs typeface="Calibri"/>
              </a:rPr>
              <a:t> </a:t>
            </a:r>
            <a:r>
              <a:rPr sz="1800" spc="-20" dirty="0">
                <a:latin typeface="Calibri"/>
                <a:cs typeface="Calibri"/>
              </a:rPr>
              <a:t>refer</a:t>
            </a:r>
            <a:r>
              <a:rPr sz="1800" dirty="0">
                <a:latin typeface="Calibri"/>
                <a:cs typeface="Calibri"/>
              </a:rPr>
              <a:t> </a:t>
            </a:r>
            <a:r>
              <a:rPr sz="1800" spc="-10" dirty="0">
                <a:latin typeface="Calibri"/>
                <a:cs typeface="Calibri"/>
              </a:rPr>
              <a:t>to</a:t>
            </a:r>
            <a:r>
              <a:rPr sz="1800" spc="-5" dirty="0">
                <a:latin typeface="Calibri"/>
                <a:cs typeface="Calibri"/>
              </a:rPr>
              <a:t> </a:t>
            </a:r>
            <a:r>
              <a:rPr sz="1800" dirty="0">
                <a:latin typeface="Calibri"/>
                <a:cs typeface="Calibri"/>
              </a:rPr>
              <a:t>an </a:t>
            </a:r>
            <a:r>
              <a:rPr sz="1800" spc="-10" dirty="0">
                <a:latin typeface="Calibri"/>
                <a:cs typeface="Calibri"/>
              </a:rPr>
              <a:t>element</a:t>
            </a:r>
            <a:r>
              <a:rPr sz="1800" spc="-5" dirty="0">
                <a:latin typeface="Calibri"/>
                <a:cs typeface="Calibri"/>
              </a:rPr>
              <a:t> by </a:t>
            </a:r>
            <a:r>
              <a:rPr sz="1800" dirty="0">
                <a:latin typeface="Calibri"/>
                <a:cs typeface="Calibri"/>
              </a:rPr>
              <a:t>a </a:t>
            </a:r>
            <a:r>
              <a:rPr sz="1800" spc="-15" dirty="0">
                <a:latin typeface="Calibri"/>
                <a:cs typeface="Calibri"/>
              </a:rPr>
              <a:t>negative</a:t>
            </a:r>
            <a:r>
              <a:rPr sz="1800" spc="-5" dirty="0">
                <a:latin typeface="Calibri"/>
                <a:cs typeface="Calibri"/>
              </a:rPr>
              <a:t> </a:t>
            </a:r>
            <a:r>
              <a:rPr sz="1800" spc="-10" dirty="0">
                <a:latin typeface="Calibri"/>
                <a:cs typeface="Calibri"/>
              </a:rPr>
              <a:t>index </a:t>
            </a:r>
            <a:r>
              <a:rPr sz="1800" spc="-395" dirty="0">
                <a:latin typeface="Calibri"/>
                <a:cs typeface="Calibri"/>
              </a:rPr>
              <a:t> </a:t>
            </a:r>
            <a:r>
              <a:rPr sz="1800" spc="-10" dirty="0">
                <a:latin typeface="Calibri"/>
                <a:cs typeface="Calibri"/>
              </a:rPr>
              <a:t>representing </a:t>
            </a:r>
            <a:r>
              <a:rPr sz="1800" spc="-5" dirty="0">
                <a:latin typeface="Calibri"/>
                <a:cs typeface="Calibri"/>
              </a:rPr>
              <a:t>how </a:t>
            </a:r>
            <a:r>
              <a:rPr sz="1800" spc="-15" dirty="0">
                <a:latin typeface="Calibri"/>
                <a:cs typeface="Calibri"/>
              </a:rPr>
              <a:t>far</a:t>
            </a:r>
            <a:r>
              <a:rPr sz="1800" spc="-5" dirty="0">
                <a:latin typeface="Calibri"/>
                <a:cs typeface="Calibri"/>
              </a:rPr>
              <a:t> it is</a:t>
            </a:r>
            <a:r>
              <a:rPr sz="1800" spc="-10" dirty="0">
                <a:latin typeface="Calibri"/>
                <a:cs typeface="Calibri"/>
              </a:rPr>
              <a:t> from</a:t>
            </a:r>
            <a:r>
              <a:rPr sz="1800" spc="-5" dirty="0">
                <a:latin typeface="Calibri"/>
                <a:cs typeface="Calibri"/>
              </a:rPr>
              <a:t> the end.</a:t>
            </a:r>
            <a:endParaRPr sz="1800">
              <a:latin typeface="Calibri"/>
              <a:cs typeface="Calibri"/>
            </a:endParaRPr>
          </a:p>
          <a:p>
            <a:pPr>
              <a:lnSpc>
                <a:spcPct val="100000"/>
              </a:lnSpc>
              <a:spcBef>
                <a:spcPts val="55"/>
              </a:spcBef>
            </a:pPr>
            <a:endParaRPr sz="1350">
              <a:latin typeface="Calibri"/>
              <a:cs typeface="Calibri"/>
            </a:endParaRPr>
          </a:p>
          <a:p>
            <a:pPr marR="1594485" algn="r">
              <a:lnSpc>
                <a:spcPts val="2050"/>
              </a:lnSpc>
              <a:tabLst>
                <a:tab pos="1504315" algn="l"/>
                <a:tab pos="3329304" algn="l"/>
                <a:tab pos="3651885" algn="l"/>
                <a:tab pos="4025265" algn="l"/>
                <a:tab pos="4347845" algn="l"/>
                <a:tab pos="4721225" algn="l"/>
                <a:tab pos="4991735" algn="l"/>
              </a:tabLst>
            </a:pPr>
            <a:r>
              <a:rPr sz="1800" b="1" spc="-5" dirty="0">
                <a:latin typeface="Calibri"/>
                <a:cs typeface="Calibri"/>
              </a:rPr>
              <a:t>E</a:t>
            </a:r>
            <a:r>
              <a:rPr sz="1800" b="1" spc="-30" dirty="0">
                <a:latin typeface="Calibri"/>
                <a:cs typeface="Calibri"/>
              </a:rPr>
              <a:t>x</a:t>
            </a:r>
            <a:r>
              <a:rPr sz="1800" b="1" spc="-5" dirty="0">
                <a:latin typeface="Calibri"/>
                <a:cs typeface="Calibri"/>
              </a:rPr>
              <a:t>ample</a:t>
            </a:r>
            <a:r>
              <a:rPr sz="1800" b="1" dirty="0">
                <a:latin typeface="Calibri"/>
                <a:cs typeface="Calibri"/>
              </a:rPr>
              <a:t>:	</a:t>
            </a:r>
            <a:r>
              <a:rPr sz="1800" spc="-5" dirty="0">
                <a:latin typeface="Calibri"/>
                <a:cs typeface="Calibri"/>
              </a:rPr>
              <a:t>ind</a:t>
            </a:r>
            <a:r>
              <a:rPr sz="1800" spc="-30" dirty="0">
                <a:latin typeface="Calibri"/>
                <a:cs typeface="Calibri"/>
              </a:rPr>
              <a:t>e</a:t>
            </a:r>
            <a:r>
              <a:rPr sz="1800" dirty="0">
                <a:latin typeface="Calibri"/>
                <a:cs typeface="Calibri"/>
              </a:rPr>
              <a:t>x</a:t>
            </a:r>
            <a:r>
              <a:rPr sz="1800" spc="-5" dirty="0">
                <a:latin typeface="Calibri"/>
                <a:cs typeface="Calibri"/>
              </a:rPr>
              <a:t> f</a:t>
            </a:r>
            <a:r>
              <a:rPr sz="1800" spc="-30" dirty="0">
                <a:latin typeface="Calibri"/>
                <a:cs typeface="Calibri"/>
              </a:rPr>
              <a:t>r</a:t>
            </a:r>
            <a:r>
              <a:rPr sz="1800" spc="-5" dirty="0">
                <a:latin typeface="Calibri"/>
                <a:cs typeface="Calibri"/>
              </a:rPr>
              <a:t>o</a:t>
            </a:r>
            <a:r>
              <a:rPr sz="1800" dirty="0">
                <a:latin typeface="Calibri"/>
                <a:cs typeface="Calibri"/>
              </a:rPr>
              <a:t>m</a:t>
            </a:r>
            <a:r>
              <a:rPr sz="1800" spc="-5" dirty="0">
                <a:latin typeface="Calibri"/>
                <a:cs typeface="Calibri"/>
              </a:rPr>
              <a:t> f</a:t>
            </a:r>
            <a:r>
              <a:rPr sz="1800" spc="-30" dirty="0">
                <a:latin typeface="Calibri"/>
                <a:cs typeface="Calibri"/>
              </a:rPr>
              <a:t>r</a:t>
            </a:r>
            <a:r>
              <a:rPr sz="1800" spc="-5" dirty="0">
                <a:latin typeface="Calibri"/>
                <a:cs typeface="Calibri"/>
              </a:rPr>
              <a:t>o</a:t>
            </a:r>
            <a:r>
              <a:rPr sz="1800" spc="-20" dirty="0">
                <a:latin typeface="Calibri"/>
                <a:cs typeface="Calibri"/>
              </a:rPr>
              <a:t>n</a:t>
            </a:r>
            <a:r>
              <a:rPr sz="1800" dirty="0">
                <a:latin typeface="Calibri"/>
                <a:cs typeface="Calibri"/>
              </a:rPr>
              <a:t>t	</a:t>
            </a:r>
            <a:r>
              <a:rPr sz="1800" i="1" dirty="0">
                <a:latin typeface="Calibri"/>
                <a:cs typeface="Calibri"/>
              </a:rPr>
              <a:t>0	1	2	3	4	5</a:t>
            </a:r>
            <a:endParaRPr sz="1800">
              <a:latin typeface="Calibri"/>
              <a:cs typeface="Calibri"/>
            </a:endParaRPr>
          </a:p>
          <a:p>
            <a:pPr marR="1582420" algn="r">
              <a:lnSpc>
                <a:spcPts val="2050"/>
              </a:lnSpc>
            </a:pPr>
            <a:r>
              <a:rPr sz="1800" spc="-10" dirty="0">
                <a:latin typeface="Calibri"/>
                <a:cs typeface="Calibri"/>
              </a:rPr>
              <a:t>numbers</a:t>
            </a:r>
            <a:r>
              <a:rPr sz="1800" spc="-15" dirty="0">
                <a:latin typeface="Calibri"/>
                <a:cs typeface="Calibri"/>
              </a:rPr>
              <a:t> </a:t>
            </a:r>
            <a:r>
              <a:rPr sz="1800" dirty="0">
                <a:latin typeface="Calibri"/>
                <a:cs typeface="Calibri"/>
              </a:rPr>
              <a:t>=</a:t>
            </a:r>
            <a:r>
              <a:rPr sz="1800" spc="-15" dirty="0">
                <a:latin typeface="Calibri"/>
                <a:cs typeface="Calibri"/>
              </a:rPr>
              <a:t> </a:t>
            </a:r>
            <a:r>
              <a:rPr sz="1800" dirty="0">
                <a:latin typeface="Calibri"/>
                <a:cs typeface="Calibri"/>
              </a:rPr>
              <a:t>[</a:t>
            </a:r>
            <a:r>
              <a:rPr sz="1800" spc="-10" dirty="0">
                <a:latin typeface="Calibri"/>
                <a:cs typeface="Calibri"/>
              </a:rPr>
              <a:t> </a:t>
            </a:r>
            <a:r>
              <a:rPr sz="1800" spc="-5" dirty="0">
                <a:latin typeface="Calibri"/>
                <a:cs typeface="Calibri"/>
              </a:rPr>
              <a:t>13,</a:t>
            </a:r>
            <a:r>
              <a:rPr sz="1800" spc="-15" dirty="0">
                <a:latin typeface="Calibri"/>
                <a:cs typeface="Calibri"/>
              </a:rPr>
              <a:t> </a:t>
            </a:r>
            <a:r>
              <a:rPr sz="1800" spc="-5" dirty="0">
                <a:latin typeface="Calibri"/>
                <a:cs typeface="Calibri"/>
              </a:rPr>
              <a:t>25,</a:t>
            </a:r>
            <a:r>
              <a:rPr sz="1800" spc="-15" dirty="0">
                <a:latin typeface="Calibri"/>
                <a:cs typeface="Calibri"/>
              </a:rPr>
              <a:t> </a:t>
            </a:r>
            <a:r>
              <a:rPr sz="1800" spc="-5" dirty="0">
                <a:latin typeface="Calibri"/>
                <a:cs typeface="Calibri"/>
              </a:rPr>
              <a:t>39,</a:t>
            </a:r>
            <a:r>
              <a:rPr sz="1800" spc="-10" dirty="0">
                <a:latin typeface="Calibri"/>
                <a:cs typeface="Calibri"/>
              </a:rPr>
              <a:t> </a:t>
            </a:r>
            <a:r>
              <a:rPr sz="1800" spc="-5" dirty="0">
                <a:latin typeface="Calibri"/>
                <a:cs typeface="Calibri"/>
              </a:rPr>
              <a:t>46,</a:t>
            </a:r>
            <a:r>
              <a:rPr sz="1800" spc="-15" dirty="0">
                <a:latin typeface="Calibri"/>
                <a:cs typeface="Calibri"/>
              </a:rPr>
              <a:t> </a:t>
            </a:r>
            <a:r>
              <a:rPr sz="1800" spc="-5" dirty="0">
                <a:latin typeface="Calibri"/>
                <a:cs typeface="Calibri"/>
              </a:rPr>
              <a:t>54,</a:t>
            </a:r>
            <a:r>
              <a:rPr sz="1800" spc="-10" dirty="0">
                <a:latin typeface="Calibri"/>
                <a:cs typeface="Calibri"/>
              </a:rPr>
              <a:t> </a:t>
            </a:r>
            <a:r>
              <a:rPr sz="1800" spc="-5" dirty="0">
                <a:latin typeface="Calibri"/>
                <a:cs typeface="Calibri"/>
              </a:rPr>
              <a:t>68]</a:t>
            </a:r>
            <a:endParaRPr sz="1800">
              <a:latin typeface="Calibri"/>
              <a:cs typeface="Calibri"/>
            </a:endParaRPr>
          </a:p>
        </p:txBody>
      </p:sp>
      <p:sp>
        <p:nvSpPr>
          <p:cNvPr id="3" name="object 3"/>
          <p:cNvSpPr txBox="1"/>
          <p:nvPr/>
        </p:nvSpPr>
        <p:spPr>
          <a:xfrm>
            <a:off x="3376551" y="4155964"/>
            <a:ext cx="2976880" cy="299720"/>
          </a:xfrm>
          <a:prstGeom prst="rect">
            <a:avLst/>
          </a:prstGeom>
        </p:spPr>
        <p:txBody>
          <a:bodyPr vert="horz" wrap="square" lIns="0" tIns="12700" rIns="0" bIns="0" rtlCol="0">
            <a:spAutoFit/>
          </a:bodyPr>
          <a:lstStyle/>
          <a:p>
            <a:pPr marL="12700">
              <a:lnSpc>
                <a:spcPct val="100000"/>
              </a:lnSpc>
              <a:spcBef>
                <a:spcPts val="100"/>
              </a:spcBef>
              <a:tabLst>
                <a:tab pos="1755775" algn="l"/>
                <a:tab pos="2096770" algn="l"/>
                <a:tab pos="2437130" algn="l"/>
                <a:tab pos="2778125" algn="l"/>
              </a:tabLst>
            </a:pPr>
            <a:r>
              <a:rPr sz="1800" spc="-5" dirty="0">
                <a:latin typeface="Calibri"/>
                <a:cs typeface="Calibri"/>
              </a:rPr>
              <a:t>ind</a:t>
            </a:r>
            <a:r>
              <a:rPr sz="1800" spc="-30" dirty="0">
                <a:latin typeface="Calibri"/>
                <a:cs typeface="Calibri"/>
              </a:rPr>
              <a:t>e</a:t>
            </a:r>
            <a:r>
              <a:rPr sz="1800" dirty="0">
                <a:latin typeface="Calibri"/>
                <a:cs typeface="Calibri"/>
              </a:rPr>
              <a:t>x</a:t>
            </a:r>
            <a:r>
              <a:rPr sz="1800" spc="-5" dirty="0">
                <a:latin typeface="Calibri"/>
                <a:cs typeface="Calibri"/>
              </a:rPr>
              <a:t> f</a:t>
            </a:r>
            <a:r>
              <a:rPr sz="1800" spc="-30" dirty="0">
                <a:latin typeface="Calibri"/>
                <a:cs typeface="Calibri"/>
              </a:rPr>
              <a:t>r</a:t>
            </a:r>
            <a:r>
              <a:rPr sz="1800" spc="-5" dirty="0">
                <a:latin typeface="Calibri"/>
                <a:cs typeface="Calibri"/>
              </a:rPr>
              <a:t>o</a:t>
            </a:r>
            <a:r>
              <a:rPr sz="1800" dirty="0">
                <a:latin typeface="Calibri"/>
                <a:cs typeface="Calibri"/>
              </a:rPr>
              <a:t>m</a:t>
            </a:r>
            <a:r>
              <a:rPr sz="1800" spc="-5" dirty="0">
                <a:latin typeface="Calibri"/>
                <a:cs typeface="Calibri"/>
              </a:rPr>
              <a:t> bac</a:t>
            </a:r>
            <a:r>
              <a:rPr sz="1800" dirty="0">
                <a:latin typeface="Calibri"/>
                <a:cs typeface="Calibri"/>
              </a:rPr>
              <a:t>k	</a:t>
            </a:r>
            <a:r>
              <a:rPr sz="1800" i="1" spc="-5" dirty="0">
                <a:latin typeface="Calibri"/>
                <a:cs typeface="Calibri"/>
              </a:rPr>
              <a:t>-</a:t>
            </a:r>
            <a:r>
              <a:rPr sz="1800" i="1" dirty="0">
                <a:latin typeface="Calibri"/>
                <a:cs typeface="Calibri"/>
              </a:rPr>
              <a:t>6	</a:t>
            </a:r>
            <a:r>
              <a:rPr sz="1800" i="1" spc="-5" dirty="0">
                <a:latin typeface="Calibri"/>
                <a:cs typeface="Calibri"/>
              </a:rPr>
              <a:t>-</a:t>
            </a:r>
            <a:r>
              <a:rPr sz="1800" i="1" dirty="0">
                <a:latin typeface="Calibri"/>
                <a:cs typeface="Calibri"/>
              </a:rPr>
              <a:t>5	</a:t>
            </a:r>
            <a:r>
              <a:rPr sz="1800" i="1" spc="-5" dirty="0">
                <a:latin typeface="Calibri"/>
                <a:cs typeface="Calibri"/>
              </a:rPr>
              <a:t>-</a:t>
            </a:r>
            <a:r>
              <a:rPr sz="1800" i="1" dirty="0">
                <a:latin typeface="Calibri"/>
                <a:cs typeface="Calibri"/>
              </a:rPr>
              <a:t>4	</a:t>
            </a:r>
            <a:r>
              <a:rPr sz="1800" i="1" spc="-5" dirty="0">
                <a:latin typeface="Calibri"/>
                <a:cs typeface="Calibri"/>
              </a:rPr>
              <a:t>-3</a:t>
            </a:r>
            <a:endParaRPr sz="1800">
              <a:latin typeface="Calibri"/>
              <a:cs typeface="Calibri"/>
            </a:endParaRPr>
          </a:p>
        </p:txBody>
      </p:sp>
      <p:sp>
        <p:nvSpPr>
          <p:cNvPr id="4" name="object 4"/>
          <p:cNvSpPr txBox="1"/>
          <p:nvPr/>
        </p:nvSpPr>
        <p:spPr>
          <a:xfrm>
            <a:off x="6482817" y="4155964"/>
            <a:ext cx="552450" cy="299720"/>
          </a:xfrm>
          <a:prstGeom prst="rect">
            <a:avLst/>
          </a:prstGeom>
        </p:spPr>
        <p:txBody>
          <a:bodyPr vert="horz" wrap="square" lIns="0" tIns="12700" rIns="0" bIns="0" rtlCol="0">
            <a:spAutoFit/>
          </a:bodyPr>
          <a:lstStyle/>
          <a:p>
            <a:pPr marL="12700">
              <a:lnSpc>
                <a:spcPct val="100000"/>
              </a:lnSpc>
              <a:spcBef>
                <a:spcPts val="100"/>
              </a:spcBef>
              <a:tabLst>
                <a:tab pos="353060" algn="l"/>
              </a:tabLst>
            </a:pPr>
            <a:r>
              <a:rPr sz="1800" i="1" spc="-5" dirty="0">
                <a:latin typeface="Calibri"/>
                <a:cs typeface="Calibri"/>
              </a:rPr>
              <a:t>-</a:t>
            </a:r>
            <a:r>
              <a:rPr sz="1800" i="1" dirty="0">
                <a:latin typeface="Calibri"/>
                <a:cs typeface="Calibri"/>
              </a:rPr>
              <a:t>2	</a:t>
            </a:r>
            <a:r>
              <a:rPr sz="1800" i="1" spc="-5" dirty="0">
                <a:latin typeface="Calibri"/>
                <a:cs typeface="Calibri"/>
              </a:rPr>
              <a:t>-1</a:t>
            </a:r>
            <a:endParaRPr sz="1800">
              <a:latin typeface="Calibri"/>
              <a:cs typeface="Calibri"/>
            </a:endParaRPr>
          </a:p>
        </p:txBody>
      </p:sp>
    </p:spTree>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676234" y="441309"/>
            <a:ext cx="8098155" cy="3454400"/>
          </a:xfrm>
          <a:prstGeom prst="rect">
            <a:avLst/>
          </a:prstGeom>
        </p:spPr>
        <p:txBody>
          <a:bodyPr vert="horz" wrap="square" lIns="0" tIns="12700" rIns="0" bIns="0" rtlCol="0">
            <a:spAutoFit/>
          </a:bodyPr>
          <a:lstStyle/>
          <a:p>
            <a:pPr marL="123825" marR="9525" indent="-111760" algn="just">
              <a:lnSpc>
                <a:spcPct val="100000"/>
              </a:lnSpc>
              <a:spcBef>
                <a:spcPts val="100"/>
              </a:spcBef>
              <a:buSzPct val="96000"/>
              <a:buFont typeface="Arial MT"/>
              <a:buChar char="•"/>
              <a:tabLst>
                <a:tab pos="125095" algn="l"/>
              </a:tabLst>
            </a:pPr>
            <a:r>
              <a:rPr sz="2500" spc="-5" dirty="0">
                <a:latin typeface="Times New Roman"/>
                <a:cs typeface="Times New Roman"/>
              </a:rPr>
              <a:t>Like</a:t>
            </a:r>
            <a:r>
              <a:rPr sz="2500" spc="210" dirty="0">
                <a:latin typeface="Times New Roman"/>
                <a:cs typeface="Times New Roman"/>
              </a:rPr>
              <a:t> </a:t>
            </a:r>
            <a:r>
              <a:rPr sz="2500" dirty="0">
                <a:latin typeface="Times New Roman"/>
                <a:cs typeface="Times New Roman"/>
              </a:rPr>
              <a:t>a</a:t>
            </a:r>
            <a:r>
              <a:rPr sz="2500" spc="210" dirty="0">
                <a:latin typeface="Times New Roman"/>
                <a:cs typeface="Times New Roman"/>
              </a:rPr>
              <a:t> </a:t>
            </a:r>
            <a:r>
              <a:rPr sz="2500" spc="-5" dirty="0">
                <a:latin typeface="Times New Roman"/>
                <a:cs typeface="Times New Roman"/>
              </a:rPr>
              <a:t>String,</a:t>
            </a:r>
            <a:r>
              <a:rPr sz="2500" spc="210" dirty="0">
                <a:latin typeface="Times New Roman"/>
                <a:cs typeface="Times New Roman"/>
              </a:rPr>
              <a:t> </a:t>
            </a:r>
            <a:r>
              <a:rPr sz="2500" spc="-5" dirty="0">
                <a:latin typeface="Times New Roman"/>
                <a:cs typeface="Times New Roman"/>
              </a:rPr>
              <a:t>list</a:t>
            </a:r>
            <a:r>
              <a:rPr sz="2500" spc="210" dirty="0">
                <a:latin typeface="Times New Roman"/>
                <a:cs typeface="Times New Roman"/>
              </a:rPr>
              <a:t> </a:t>
            </a:r>
            <a:r>
              <a:rPr sz="2500" spc="-5" dirty="0">
                <a:latin typeface="Times New Roman"/>
                <a:cs typeface="Times New Roman"/>
              </a:rPr>
              <a:t>also</a:t>
            </a:r>
            <a:r>
              <a:rPr sz="2500" spc="210" dirty="0">
                <a:latin typeface="Times New Roman"/>
                <a:cs typeface="Times New Roman"/>
              </a:rPr>
              <a:t> </a:t>
            </a:r>
            <a:r>
              <a:rPr sz="2500" spc="-5" dirty="0">
                <a:latin typeface="Times New Roman"/>
                <a:cs typeface="Times New Roman"/>
              </a:rPr>
              <a:t>is</a:t>
            </a:r>
            <a:r>
              <a:rPr sz="2500" spc="210" dirty="0">
                <a:latin typeface="Times New Roman"/>
                <a:cs typeface="Times New Roman"/>
              </a:rPr>
              <a:t> </a:t>
            </a:r>
            <a:r>
              <a:rPr sz="2500" spc="-5" dirty="0">
                <a:latin typeface="Times New Roman"/>
                <a:cs typeface="Times New Roman"/>
              </a:rPr>
              <a:t>sequence</a:t>
            </a:r>
            <a:r>
              <a:rPr sz="2500" spc="210" dirty="0">
                <a:latin typeface="Times New Roman"/>
                <a:cs typeface="Times New Roman"/>
              </a:rPr>
              <a:t> </a:t>
            </a:r>
            <a:r>
              <a:rPr sz="2500" dirty="0">
                <a:latin typeface="Times New Roman"/>
                <a:cs typeface="Times New Roman"/>
              </a:rPr>
              <a:t>data</a:t>
            </a:r>
            <a:r>
              <a:rPr sz="2500" spc="215" dirty="0">
                <a:latin typeface="Times New Roman"/>
                <a:cs typeface="Times New Roman"/>
              </a:rPr>
              <a:t> </a:t>
            </a:r>
            <a:r>
              <a:rPr sz="2500" spc="-5" dirty="0">
                <a:latin typeface="Times New Roman"/>
                <a:cs typeface="Times New Roman"/>
              </a:rPr>
              <a:t>type.</a:t>
            </a:r>
            <a:r>
              <a:rPr sz="2500" spc="210" dirty="0">
                <a:latin typeface="Times New Roman"/>
                <a:cs typeface="Times New Roman"/>
              </a:rPr>
              <a:t> </a:t>
            </a:r>
            <a:r>
              <a:rPr sz="2500" dirty="0">
                <a:latin typeface="Times New Roman"/>
                <a:cs typeface="Times New Roman"/>
              </a:rPr>
              <a:t>It</a:t>
            </a:r>
            <a:r>
              <a:rPr sz="2500" spc="215" dirty="0">
                <a:latin typeface="Times New Roman"/>
                <a:cs typeface="Times New Roman"/>
              </a:rPr>
              <a:t> </a:t>
            </a:r>
            <a:r>
              <a:rPr sz="2500" spc="-5" dirty="0">
                <a:latin typeface="Times New Roman"/>
                <a:cs typeface="Times New Roman"/>
              </a:rPr>
              <a:t>is</a:t>
            </a:r>
            <a:r>
              <a:rPr sz="2500" spc="215" dirty="0">
                <a:latin typeface="Times New Roman"/>
                <a:cs typeface="Times New Roman"/>
              </a:rPr>
              <a:t> </a:t>
            </a:r>
            <a:r>
              <a:rPr sz="2500" spc="-5" dirty="0">
                <a:latin typeface="Times New Roman"/>
                <a:cs typeface="Times New Roman"/>
              </a:rPr>
              <a:t>an</a:t>
            </a:r>
            <a:r>
              <a:rPr sz="2500" spc="210" dirty="0">
                <a:latin typeface="Times New Roman"/>
                <a:cs typeface="Times New Roman"/>
              </a:rPr>
              <a:t> </a:t>
            </a:r>
            <a:r>
              <a:rPr sz="2500" dirty="0">
                <a:latin typeface="Times New Roman"/>
                <a:cs typeface="Times New Roman"/>
              </a:rPr>
              <a:t>ordered </a:t>
            </a:r>
            <a:r>
              <a:rPr sz="2500" spc="-615" dirty="0">
                <a:latin typeface="Times New Roman"/>
                <a:cs typeface="Times New Roman"/>
              </a:rPr>
              <a:t> </a:t>
            </a:r>
            <a:r>
              <a:rPr sz="2500" spc="-5" dirty="0">
                <a:latin typeface="Times New Roman"/>
                <a:cs typeface="Times New Roman"/>
              </a:rPr>
              <a:t>set</a:t>
            </a:r>
            <a:r>
              <a:rPr sz="2500" spc="-10" dirty="0">
                <a:latin typeface="Times New Roman"/>
                <a:cs typeface="Times New Roman"/>
              </a:rPr>
              <a:t> </a:t>
            </a:r>
            <a:r>
              <a:rPr sz="2500" dirty="0">
                <a:latin typeface="Times New Roman"/>
                <a:cs typeface="Times New Roman"/>
              </a:rPr>
              <a:t>of values</a:t>
            </a:r>
            <a:r>
              <a:rPr sz="2500" spc="-5" dirty="0">
                <a:latin typeface="Times New Roman"/>
                <a:cs typeface="Times New Roman"/>
              </a:rPr>
              <a:t> enclosed in</a:t>
            </a:r>
            <a:r>
              <a:rPr sz="2500" spc="-10" dirty="0">
                <a:latin typeface="Times New Roman"/>
                <a:cs typeface="Times New Roman"/>
              </a:rPr>
              <a:t> </a:t>
            </a:r>
            <a:r>
              <a:rPr sz="2500" spc="-5" dirty="0">
                <a:latin typeface="Times New Roman"/>
                <a:cs typeface="Times New Roman"/>
              </a:rPr>
              <a:t>square </a:t>
            </a:r>
            <a:r>
              <a:rPr sz="2500" dirty="0">
                <a:latin typeface="Times New Roman"/>
                <a:cs typeface="Times New Roman"/>
              </a:rPr>
              <a:t>brackets [].</a:t>
            </a:r>
            <a:endParaRPr sz="2500">
              <a:latin typeface="Times New Roman"/>
              <a:cs typeface="Times New Roman"/>
            </a:endParaRPr>
          </a:p>
          <a:p>
            <a:pPr>
              <a:lnSpc>
                <a:spcPct val="100000"/>
              </a:lnSpc>
              <a:spcBef>
                <a:spcPts val="10"/>
              </a:spcBef>
              <a:buFont typeface="Arial MT"/>
              <a:buChar char="•"/>
            </a:pPr>
            <a:endParaRPr sz="2600">
              <a:latin typeface="Times New Roman"/>
              <a:cs typeface="Times New Roman"/>
            </a:endParaRPr>
          </a:p>
          <a:p>
            <a:pPr marL="123825" marR="5080" indent="-111760" algn="just">
              <a:lnSpc>
                <a:spcPct val="100000"/>
              </a:lnSpc>
              <a:buSzPct val="96000"/>
              <a:buFont typeface="Arial MT"/>
              <a:buChar char="•"/>
              <a:tabLst>
                <a:tab pos="125095" algn="l"/>
              </a:tabLst>
            </a:pPr>
            <a:r>
              <a:rPr sz="2500" spc="-50" dirty="0">
                <a:latin typeface="Times New Roman"/>
                <a:cs typeface="Times New Roman"/>
              </a:rPr>
              <a:t>Values </a:t>
            </a:r>
            <a:r>
              <a:rPr sz="2500" spc="-5" dirty="0">
                <a:latin typeface="Times New Roman"/>
                <a:cs typeface="Times New Roman"/>
              </a:rPr>
              <a:t>in the list can </a:t>
            </a:r>
            <a:r>
              <a:rPr sz="2500" dirty="0">
                <a:latin typeface="Times New Roman"/>
                <a:cs typeface="Times New Roman"/>
              </a:rPr>
              <a:t>be </a:t>
            </a:r>
            <a:r>
              <a:rPr sz="2500" spc="-5" dirty="0">
                <a:latin typeface="Times New Roman"/>
                <a:cs typeface="Times New Roman"/>
              </a:rPr>
              <a:t>modified, i.e. it is mutable. As it is set </a:t>
            </a:r>
            <a:r>
              <a:rPr sz="2500" spc="-610" dirty="0">
                <a:latin typeface="Times New Roman"/>
                <a:cs typeface="Times New Roman"/>
              </a:rPr>
              <a:t> </a:t>
            </a:r>
            <a:r>
              <a:rPr sz="2500" dirty="0">
                <a:latin typeface="Times New Roman"/>
                <a:cs typeface="Times New Roman"/>
              </a:rPr>
              <a:t>of values, </a:t>
            </a:r>
            <a:r>
              <a:rPr sz="2500" spc="-5" dirty="0">
                <a:latin typeface="Times New Roman"/>
                <a:cs typeface="Times New Roman"/>
              </a:rPr>
              <a:t>we can </a:t>
            </a:r>
            <a:r>
              <a:rPr sz="2500" dirty="0">
                <a:latin typeface="Times New Roman"/>
                <a:cs typeface="Times New Roman"/>
              </a:rPr>
              <a:t>use </a:t>
            </a:r>
            <a:r>
              <a:rPr sz="2500" spc="-5" dirty="0">
                <a:latin typeface="Times New Roman"/>
                <a:cs typeface="Times New Roman"/>
              </a:rPr>
              <a:t>index in square </a:t>
            </a:r>
            <a:r>
              <a:rPr sz="2500" dirty="0">
                <a:latin typeface="Times New Roman"/>
                <a:cs typeface="Times New Roman"/>
              </a:rPr>
              <a:t>brackets [] </a:t>
            </a:r>
            <a:r>
              <a:rPr sz="2500" spc="-5" dirty="0">
                <a:latin typeface="Times New Roman"/>
                <a:cs typeface="Times New Roman"/>
              </a:rPr>
              <a:t>to identify </a:t>
            </a:r>
            <a:r>
              <a:rPr sz="2500" dirty="0">
                <a:latin typeface="Times New Roman"/>
                <a:cs typeface="Times New Roman"/>
              </a:rPr>
              <a:t>a </a:t>
            </a:r>
            <a:r>
              <a:rPr sz="2500" spc="5" dirty="0">
                <a:latin typeface="Times New Roman"/>
                <a:cs typeface="Times New Roman"/>
              </a:rPr>
              <a:t> </a:t>
            </a:r>
            <a:r>
              <a:rPr sz="2500" dirty="0">
                <a:latin typeface="Times New Roman"/>
                <a:cs typeface="Times New Roman"/>
              </a:rPr>
              <a:t>value</a:t>
            </a:r>
            <a:r>
              <a:rPr sz="2500" spc="-5" dirty="0">
                <a:latin typeface="Times New Roman"/>
                <a:cs typeface="Times New Roman"/>
              </a:rPr>
              <a:t> </a:t>
            </a:r>
            <a:r>
              <a:rPr sz="2500" dirty="0">
                <a:latin typeface="Times New Roman"/>
                <a:cs typeface="Times New Roman"/>
              </a:rPr>
              <a:t>belonging </a:t>
            </a:r>
            <a:r>
              <a:rPr sz="2500" spc="-5" dirty="0">
                <a:latin typeface="Times New Roman"/>
                <a:cs typeface="Times New Roman"/>
              </a:rPr>
              <a:t>to it.</a:t>
            </a:r>
            <a:endParaRPr sz="2500">
              <a:latin typeface="Times New Roman"/>
              <a:cs typeface="Times New Roman"/>
            </a:endParaRPr>
          </a:p>
          <a:p>
            <a:pPr>
              <a:lnSpc>
                <a:spcPct val="100000"/>
              </a:lnSpc>
              <a:spcBef>
                <a:spcPts val="10"/>
              </a:spcBef>
              <a:buFont typeface="Arial MT"/>
              <a:buChar char="•"/>
            </a:pPr>
            <a:endParaRPr sz="2600">
              <a:latin typeface="Times New Roman"/>
              <a:cs typeface="Times New Roman"/>
            </a:endParaRPr>
          </a:p>
          <a:p>
            <a:pPr marL="123825" marR="17780" indent="-111760" algn="just">
              <a:lnSpc>
                <a:spcPct val="100000"/>
              </a:lnSpc>
              <a:buSzPct val="96000"/>
              <a:buFont typeface="Arial MT"/>
              <a:buChar char="•"/>
              <a:tabLst>
                <a:tab pos="125095" algn="l"/>
              </a:tabLst>
            </a:pPr>
            <a:r>
              <a:rPr sz="2500" spc="-5" dirty="0">
                <a:latin typeface="Times New Roman"/>
                <a:cs typeface="Times New Roman"/>
              </a:rPr>
              <a:t>The </a:t>
            </a:r>
            <a:r>
              <a:rPr sz="2500" dirty="0">
                <a:latin typeface="Times New Roman"/>
                <a:cs typeface="Times New Roman"/>
              </a:rPr>
              <a:t>values </a:t>
            </a:r>
            <a:r>
              <a:rPr sz="2500" spc="-5" dirty="0">
                <a:latin typeface="Times New Roman"/>
                <a:cs typeface="Times New Roman"/>
              </a:rPr>
              <a:t>that make </a:t>
            </a:r>
            <a:r>
              <a:rPr sz="2500" dirty="0">
                <a:latin typeface="Times New Roman"/>
                <a:cs typeface="Times New Roman"/>
              </a:rPr>
              <a:t>up a </a:t>
            </a:r>
            <a:r>
              <a:rPr sz="2500" spc="-5" dirty="0">
                <a:latin typeface="Times New Roman"/>
                <a:cs typeface="Times New Roman"/>
              </a:rPr>
              <a:t>list are called its elements, and they </a:t>
            </a:r>
            <a:r>
              <a:rPr sz="2500" spc="-610" dirty="0">
                <a:latin typeface="Times New Roman"/>
                <a:cs typeface="Times New Roman"/>
              </a:rPr>
              <a:t> </a:t>
            </a:r>
            <a:r>
              <a:rPr sz="2500" spc="-5" dirty="0">
                <a:latin typeface="Times New Roman"/>
                <a:cs typeface="Times New Roman"/>
              </a:rPr>
              <a:t>can</a:t>
            </a:r>
            <a:r>
              <a:rPr sz="2500" spc="-10" dirty="0">
                <a:latin typeface="Times New Roman"/>
                <a:cs typeface="Times New Roman"/>
              </a:rPr>
              <a:t> </a:t>
            </a:r>
            <a:r>
              <a:rPr sz="2500" dirty="0">
                <a:latin typeface="Times New Roman"/>
                <a:cs typeface="Times New Roman"/>
              </a:rPr>
              <a:t>be of </a:t>
            </a:r>
            <a:r>
              <a:rPr sz="2500" spc="-5" dirty="0">
                <a:latin typeface="Times New Roman"/>
                <a:cs typeface="Times New Roman"/>
              </a:rPr>
              <a:t>any type.</a:t>
            </a:r>
            <a:endParaRPr sz="2500">
              <a:latin typeface="Times New Roman"/>
              <a:cs typeface="Times New Roman"/>
            </a:endParaRPr>
          </a:p>
        </p:txBody>
      </p:sp>
    </p:spTree>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365883" y="446047"/>
            <a:ext cx="6374130" cy="2844800"/>
          </a:xfrm>
          <a:prstGeom prst="rect">
            <a:avLst/>
          </a:prstGeom>
        </p:spPr>
        <p:txBody>
          <a:bodyPr vert="horz" wrap="square" lIns="0" tIns="12065" rIns="0" bIns="0" rtlCol="0">
            <a:spAutoFit/>
          </a:bodyPr>
          <a:lstStyle/>
          <a:p>
            <a:pPr marL="241300" marR="19685" indent="-228600" algn="just">
              <a:lnSpc>
                <a:spcPct val="100499"/>
              </a:lnSpc>
              <a:spcBef>
                <a:spcPts val="95"/>
              </a:spcBef>
            </a:pPr>
            <a:r>
              <a:rPr sz="2300" spc="-90" dirty="0">
                <a:latin typeface="Times New Roman"/>
                <a:cs typeface="Times New Roman"/>
              </a:rPr>
              <a:t>We </a:t>
            </a:r>
            <a:r>
              <a:rPr sz="2300" dirty="0">
                <a:latin typeface="Times New Roman"/>
                <a:cs typeface="Times New Roman"/>
              </a:rPr>
              <a:t>can also say that list </a:t>
            </a:r>
            <a:r>
              <a:rPr sz="2300" spc="5" dirty="0">
                <a:latin typeface="Times New Roman"/>
                <a:cs typeface="Times New Roman"/>
              </a:rPr>
              <a:t>data </a:t>
            </a:r>
            <a:r>
              <a:rPr sz="2300" dirty="0">
                <a:latin typeface="Times New Roman"/>
                <a:cs typeface="Times New Roman"/>
              </a:rPr>
              <a:t>type is </a:t>
            </a:r>
            <a:r>
              <a:rPr sz="2300" spc="5" dirty="0">
                <a:latin typeface="Times New Roman"/>
                <a:cs typeface="Times New Roman"/>
              </a:rPr>
              <a:t>a </a:t>
            </a:r>
            <a:r>
              <a:rPr sz="2300" dirty="0">
                <a:latin typeface="Times New Roman"/>
                <a:cs typeface="Times New Roman"/>
              </a:rPr>
              <a:t>container </a:t>
            </a:r>
            <a:r>
              <a:rPr sz="2300" spc="-5" dirty="0">
                <a:latin typeface="Times New Roman"/>
                <a:cs typeface="Times New Roman"/>
              </a:rPr>
              <a:t>that </a:t>
            </a:r>
            <a:r>
              <a:rPr sz="2300" dirty="0">
                <a:latin typeface="Times New Roman"/>
                <a:cs typeface="Times New Roman"/>
              </a:rPr>
              <a:t> </a:t>
            </a:r>
            <a:r>
              <a:rPr sz="2300" spc="5" dirty="0">
                <a:latin typeface="Times New Roman"/>
                <a:cs typeface="Times New Roman"/>
              </a:rPr>
              <a:t>holds a number of </a:t>
            </a:r>
            <a:r>
              <a:rPr sz="2300" dirty="0">
                <a:latin typeface="Times New Roman"/>
                <a:cs typeface="Times New Roman"/>
              </a:rPr>
              <a:t>elements in </a:t>
            </a:r>
            <a:r>
              <a:rPr sz="2300" spc="5" dirty="0">
                <a:latin typeface="Times New Roman"/>
                <a:cs typeface="Times New Roman"/>
              </a:rPr>
              <a:t>a given </a:t>
            </a:r>
            <a:r>
              <a:rPr sz="2300" spc="-20" dirty="0">
                <a:latin typeface="Times New Roman"/>
                <a:cs typeface="Times New Roman"/>
              </a:rPr>
              <a:t>order. </a:t>
            </a:r>
            <a:r>
              <a:rPr sz="2300" dirty="0">
                <a:latin typeface="Times New Roman"/>
                <a:cs typeface="Times New Roman"/>
              </a:rPr>
              <a:t>For </a:t>
            </a:r>
            <a:r>
              <a:rPr sz="2300" spc="5" dirty="0">
                <a:latin typeface="Times New Roman"/>
                <a:cs typeface="Times New Roman"/>
              </a:rPr>
              <a:t> </a:t>
            </a:r>
            <a:r>
              <a:rPr sz="2300" dirty="0">
                <a:latin typeface="Times New Roman"/>
                <a:cs typeface="Times New Roman"/>
              </a:rPr>
              <a:t>accessing</a:t>
            </a:r>
            <a:r>
              <a:rPr sz="2300" spc="-10" dirty="0">
                <a:latin typeface="Times New Roman"/>
                <a:cs typeface="Times New Roman"/>
              </a:rPr>
              <a:t> </a:t>
            </a:r>
            <a:r>
              <a:rPr sz="2300" dirty="0">
                <a:latin typeface="Times New Roman"/>
                <a:cs typeface="Times New Roman"/>
              </a:rPr>
              <a:t>an</a:t>
            </a:r>
            <a:r>
              <a:rPr sz="2300" spc="-10" dirty="0">
                <a:latin typeface="Times New Roman"/>
                <a:cs typeface="Times New Roman"/>
              </a:rPr>
              <a:t> </a:t>
            </a:r>
            <a:r>
              <a:rPr sz="2300" dirty="0">
                <a:latin typeface="Times New Roman"/>
                <a:cs typeface="Times New Roman"/>
              </a:rPr>
              <a:t>element</a:t>
            </a:r>
            <a:r>
              <a:rPr sz="2300" spc="-5" dirty="0">
                <a:latin typeface="Times New Roman"/>
                <a:cs typeface="Times New Roman"/>
              </a:rPr>
              <a:t> </a:t>
            </a:r>
            <a:r>
              <a:rPr sz="2300" spc="5" dirty="0">
                <a:latin typeface="Times New Roman"/>
                <a:cs typeface="Times New Roman"/>
              </a:rPr>
              <a:t>of</a:t>
            </a:r>
            <a:r>
              <a:rPr sz="2300" spc="-5" dirty="0">
                <a:latin typeface="Times New Roman"/>
                <a:cs typeface="Times New Roman"/>
              </a:rPr>
              <a:t> </a:t>
            </a:r>
            <a:r>
              <a:rPr sz="2300" dirty="0">
                <a:latin typeface="Times New Roman"/>
                <a:cs typeface="Times New Roman"/>
              </a:rPr>
              <a:t>the</a:t>
            </a:r>
            <a:r>
              <a:rPr sz="2300" spc="-5" dirty="0">
                <a:latin typeface="Times New Roman"/>
                <a:cs typeface="Times New Roman"/>
              </a:rPr>
              <a:t> list,</a:t>
            </a:r>
            <a:r>
              <a:rPr sz="2300" spc="-10" dirty="0">
                <a:latin typeface="Times New Roman"/>
                <a:cs typeface="Times New Roman"/>
              </a:rPr>
              <a:t> </a:t>
            </a:r>
            <a:r>
              <a:rPr sz="2300" dirty="0">
                <a:latin typeface="Times New Roman"/>
                <a:cs typeface="Times New Roman"/>
              </a:rPr>
              <a:t>indexing</a:t>
            </a:r>
            <a:r>
              <a:rPr sz="2300" spc="-5" dirty="0">
                <a:latin typeface="Times New Roman"/>
                <a:cs typeface="Times New Roman"/>
              </a:rPr>
              <a:t> </a:t>
            </a:r>
            <a:r>
              <a:rPr sz="2300" dirty="0">
                <a:latin typeface="Times New Roman"/>
                <a:cs typeface="Times New Roman"/>
              </a:rPr>
              <a:t>is</a:t>
            </a:r>
            <a:r>
              <a:rPr sz="2300" spc="-10" dirty="0">
                <a:latin typeface="Times New Roman"/>
                <a:cs typeface="Times New Roman"/>
              </a:rPr>
              <a:t> </a:t>
            </a:r>
            <a:r>
              <a:rPr sz="2300" spc="5" dirty="0">
                <a:latin typeface="Times New Roman"/>
                <a:cs typeface="Times New Roman"/>
              </a:rPr>
              <a:t>used.</a:t>
            </a:r>
            <a:endParaRPr sz="2300">
              <a:latin typeface="Times New Roman"/>
              <a:cs typeface="Times New Roman"/>
            </a:endParaRPr>
          </a:p>
          <a:p>
            <a:pPr marL="12700" algn="just">
              <a:lnSpc>
                <a:spcPct val="100000"/>
              </a:lnSpc>
              <a:spcBef>
                <a:spcPts val="15"/>
              </a:spcBef>
            </a:pPr>
            <a:r>
              <a:rPr sz="2300" dirty="0">
                <a:latin typeface="Times New Roman"/>
                <a:cs typeface="Times New Roman"/>
              </a:rPr>
              <a:t>Syntax</a:t>
            </a:r>
            <a:r>
              <a:rPr sz="2300" spc="-30" dirty="0">
                <a:latin typeface="Times New Roman"/>
                <a:cs typeface="Times New Roman"/>
              </a:rPr>
              <a:t> </a:t>
            </a:r>
            <a:r>
              <a:rPr sz="2300" dirty="0">
                <a:latin typeface="Times New Roman"/>
                <a:cs typeface="Times New Roman"/>
              </a:rPr>
              <a:t>is</a:t>
            </a:r>
            <a:r>
              <a:rPr sz="2300" spc="-25" dirty="0">
                <a:latin typeface="Times New Roman"/>
                <a:cs typeface="Times New Roman"/>
              </a:rPr>
              <a:t> </a:t>
            </a:r>
            <a:r>
              <a:rPr sz="2300" dirty="0">
                <a:latin typeface="Times New Roman"/>
                <a:cs typeface="Times New Roman"/>
              </a:rPr>
              <a:t>:</a:t>
            </a:r>
            <a:endParaRPr sz="2300">
              <a:latin typeface="Times New Roman"/>
              <a:cs typeface="Times New Roman"/>
            </a:endParaRPr>
          </a:p>
          <a:p>
            <a:pPr marL="1612900" algn="just">
              <a:lnSpc>
                <a:spcPct val="100000"/>
              </a:lnSpc>
              <a:spcBef>
                <a:spcPts val="15"/>
              </a:spcBef>
            </a:pPr>
            <a:r>
              <a:rPr sz="2300" b="1" spc="-25" dirty="0">
                <a:latin typeface="Times New Roman"/>
                <a:cs typeface="Times New Roman"/>
              </a:rPr>
              <a:t>Variable</a:t>
            </a:r>
            <a:r>
              <a:rPr sz="2300" b="1" spc="-20" dirty="0">
                <a:latin typeface="Times New Roman"/>
                <a:cs typeface="Times New Roman"/>
              </a:rPr>
              <a:t> </a:t>
            </a:r>
            <a:r>
              <a:rPr sz="2300" b="1" dirty="0">
                <a:latin typeface="Times New Roman"/>
                <a:cs typeface="Times New Roman"/>
              </a:rPr>
              <a:t>name</a:t>
            </a:r>
            <a:r>
              <a:rPr sz="2300" b="1" spc="-15" dirty="0">
                <a:latin typeface="Times New Roman"/>
                <a:cs typeface="Times New Roman"/>
              </a:rPr>
              <a:t> </a:t>
            </a:r>
            <a:r>
              <a:rPr sz="2300" b="1" spc="5" dirty="0">
                <a:latin typeface="Times New Roman"/>
                <a:cs typeface="Times New Roman"/>
              </a:rPr>
              <a:t>[index]</a:t>
            </a:r>
            <a:endParaRPr sz="2300">
              <a:latin typeface="Times New Roman"/>
              <a:cs typeface="Times New Roman"/>
            </a:endParaRPr>
          </a:p>
          <a:p>
            <a:pPr marL="241300" marR="5080" algn="just">
              <a:lnSpc>
                <a:spcPct val="100499"/>
              </a:lnSpc>
              <a:spcBef>
                <a:spcPts val="5"/>
              </a:spcBef>
            </a:pPr>
            <a:r>
              <a:rPr sz="2300" dirty="0">
                <a:latin typeface="Times New Roman"/>
                <a:cs typeface="Times New Roman"/>
              </a:rPr>
              <a:t>It will </a:t>
            </a:r>
            <a:r>
              <a:rPr sz="2300" spc="5" dirty="0">
                <a:latin typeface="Times New Roman"/>
                <a:cs typeface="Times New Roman"/>
              </a:rPr>
              <a:t>provide </a:t>
            </a:r>
            <a:r>
              <a:rPr sz="2300" dirty="0">
                <a:latin typeface="Times New Roman"/>
                <a:cs typeface="Times New Roman"/>
              </a:rPr>
              <a:t>the </a:t>
            </a:r>
            <a:r>
              <a:rPr sz="2300" spc="5" dirty="0">
                <a:latin typeface="Times New Roman"/>
                <a:cs typeface="Times New Roman"/>
              </a:rPr>
              <a:t>value </a:t>
            </a:r>
            <a:r>
              <a:rPr sz="2300" dirty="0">
                <a:latin typeface="Times New Roman"/>
                <a:cs typeface="Times New Roman"/>
              </a:rPr>
              <a:t>at „index+1‟ in the </a:t>
            </a:r>
            <a:r>
              <a:rPr sz="2300" spc="-5" dirty="0">
                <a:latin typeface="Times New Roman"/>
                <a:cs typeface="Times New Roman"/>
              </a:rPr>
              <a:t>list. </a:t>
            </a:r>
            <a:r>
              <a:rPr sz="2300" dirty="0">
                <a:latin typeface="Times New Roman"/>
                <a:cs typeface="Times New Roman"/>
              </a:rPr>
              <a:t> </a:t>
            </a:r>
            <a:r>
              <a:rPr sz="2300" spc="5" dirty="0">
                <a:latin typeface="Times New Roman"/>
                <a:cs typeface="Times New Roman"/>
              </a:rPr>
              <a:t>Index </a:t>
            </a:r>
            <a:r>
              <a:rPr sz="2300" dirty="0">
                <a:latin typeface="Times New Roman"/>
                <a:cs typeface="Times New Roman"/>
              </a:rPr>
              <a:t>here, </a:t>
            </a:r>
            <a:r>
              <a:rPr sz="2300" spc="5" dirty="0">
                <a:latin typeface="Times New Roman"/>
                <a:cs typeface="Times New Roman"/>
              </a:rPr>
              <a:t>has </a:t>
            </a:r>
            <a:r>
              <a:rPr sz="2300" dirty="0">
                <a:latin typeface="Times New Roman"/>
                <a:cs typeface="Times New Roman"/>
              </a:rPr>
              <a:t>to </a:t>
            </a:r>
            <a:r>
              <a:rPr sz="2300" spc="5" dirty="0">
                <a:latin typeface="Times New Roman"/>
                <a:cs typeface="Times New Roman"/>
              </a:rPr>
              <a:t>be </a:t>
            </a:r>
            <a:r>
              <a:rPr sz="2300" dirty="0">
                <a:latin typeface="Times New Roman"/>
                <a:cs typeface="Times New Roman"/>
              </a:rPr>
              <a:t>an integer </a:t>
            </a:r>
            <a:r>
              <a:rPr sz="2300" spc="5" dirty="0">
                <a:latin typeface="Times New Roman"/>
                <a:cs typeface="Times New Roman"/>
              </a:rPr>
              <a:t>value </a:t>
            </a:r>
            <a:r>
              <a:rPr sz="2300" dirty="0">
                <a:latin typeface="Times New Roman"/>
                <a:cs typeface="Times New Roman"/>
              </a:rPr>
              <a:t>which can </a:t>
            </a:r>
            <a:r>
              <a:rPr sz="2300" spc="5" dirty="0">
                <a:latin typeface="Times New Roman"/>
                <a:cs typeface="Times New Roman"/>
              </a:rPr>
              <a:t>be </a:t>
            </a:r>
            <a:r>
              <a:rPr sz="2300" spc="10" dirty="0">
                <a:latin typeface="Times New Roman"/>
                <a:cs typeface="Times New Roman"/>
              </a:rPr>
              <a:t> </a:t>
            </a:r>
            <a:r>
              <a:rPr sz="2300" dirty="0">
                <a:latin typeface="Times New Roman"/>
                <a:cs typeface="Times New Roman"/>
              </a:rPr>
              <a:t>positive</a:t>
            </a:r>
            <a:r>
              <a:rPr sz="2300" spc="-5" dirty="0">
                <a:latin typeface="Times New Roman"/>
                <a:cs typeface="Times New Roman"/>
              </a:rPr>
              <a:t> </a:t>
            </a:r>
            <a:r>
              <a:rPr sz="2300" spc="5" dirty="0">
                <a:latin typeface="Times New Roman"/>
                <a:cs typeface="Times New Roman"/>
              </a:rPr>
              <a:t>or</a:t>
            </a:r>
            <a:r>
              <a:rPr sz="2300" dirty="0">
                <a:latin typeface="Times New Roman"/>
                <a:cs typeface="Times New Roman"/>
              </a:rPr>
              <a:t> </a:t>
            </a:r>
            <a:r>
              <a:rPr sz="2300" spc="5" dirty="0">
                <a:latin typeface="Times New Roman"/>
                <a:cs typeface="Times New Roman"/>
              </a:rPr>
              <a:t>negative.</a:t>
            </a:r>
            <a:endParaRPr sz="2300">
              <a:latin typeface="Times New Roman"/>
              <a:cs typeface="Times New Roman"/>
            </a:endParaRPr>
          </a:p>
        </p:txBody>
      </p:sp>
    </p:spTree>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4031935" y="465188"/>
            <a:ext cx="3525520" cy="664845"/>
            <a:chOff x="4031935" y="465188"/>
            <a:chExt cx="3525520" cy="664845"/>
          </a:xfrm>
        </p:grpSpPr>
        <p:pic>
          <p:nvPicPr>
            <p:cNvPr id="3" name="object 3"/>
            <p:cNvPicPr/>
            <p:nvPr/>
          </p:nvPicPr>
          <p:blipFill>
            <a:blip r:embed="rId2" cstate="print"/>
            <a:stretch>
              <a:fillRect/>
            </a:stretch>
          </p:blipFill>
          <p:spPr>
            <a:xfrm>
              <a:off x="4031935" y="465188"/>
              <a:ext cx="3525173" cy="664775"/>
            </a:xfrm>
            <a:prstGeom prst="rect">
              <a:avLst/>
            </a:prstGeom>
          </p:spPr>
        </p:pic>
        <p:pic>
          <p:nvPicPr>
            <p:cNvPr id="4" name="object 4"/>
            <p:cNvPicPr/>
            <p:nvPr/>
          </p:nvPicPr>
          <p:blipFill>
            <a:blip r:embed="rId3" cstate="print"/>
            <a:stretch>
              <a:fillRect/>
            </a:stretch>
          </p:blipFill>
          <p:spPr>
            <a:xfrm>
              <a:off x="4071935" y="482188"/>
              <a:ext cx="3445174" cy="584774"/>
            </a:xfrm>
            <a:prstGeom prst="rect">
              <a:avLst/>
            </a:prstGeom>
          </p:spPr>
        </p:pic>
      </p:grpSp>
      <p:sp>
        <p:nvSpPr>
          <p:cNvPr id="5" name="object 5"/>
          <p:cNvSpPr txBox="1">
            <a:spLocks noGrp="1"/>
          </p:cNvSpPr>
          <p:nvPr>
            <p:ph type="title"/>
          </p:nvPr>
        </p:nvSpPr>
        <p:spPr>
          <a:xfrm>
            <a:off x="4144960" y="491333"/>
            <a:ext cx="3248025" cy="513080"/>
          </a:xfrm>
          <a:prstGeom prst="rect">
            <a:avLst/>
          </a:prstGeom>
        </p:spPr>
        <p:txBody>
          <a:bodyPr vert="horz" wrap="square" lIns="0" tIns="12700" rIns="0" bIns="0" rtlCol="0">
            <a:spAutoFit/>
          </a:bodyPr>
          <a:lstStyle/>
          <a:p>
            <a:pPr marL="12700">
              <a:lnSpc>
                <a:spcPct val="100000"/>
              </a:lnSpc>
              <a:spcBef>
                <a:spcPts val="100"/>
              </a:spcBef>
            </a:pPr>
            <a:r>
              <a:rPr spc="-10" dirty="0"/>
              <a:t>LISTS</a:t>
            </a:r>
            <a:r>
              <a:rPr spc="-90" dirty="0"/>
              <a:t> </a:t>
            </a:r>
            <a:r>
              <a:rPr spc="-5" dirty="0"/>
              <a:t>EXAMPLE</a:t>
            </a:r>
          </a:p>
        </p:txBody>
      </p:sp>
      <p:grpSp>
        <p:nvGrpSpPr>
          <p:cNvPr id="6" name="object 6"/>
          <p:cNvGrpSpPr/>
          <p:nvPr/>
        </p:nvGrpSpPr>
        <p:grpSpPr>
          <a:xfrm>
            <a:off x="592468" y="824655"/>
            <a:ext cx="8551545" cy="4302125"/>
            <a:chOff x="592468" y="824655"/>
            <a:chExt cx="8551545" cy="4302125"/>
          </a:xfrm>
        </p:grpSpPr>
        <p:pic>
          <p:nvPicPr>
            <p:cNvPr id="7" name="object 7"/>
            <p:cNvPicPr/>
            <p:nvPr/>
          </p:nvPicPr>
          <p:blipFill>
            <a:blip r:embed="rId4" cstate="print"/>
            <a:stretch>
              <a:fillRect/>
            </a:stretch>
          </p:blipFill>
          <p:spPr>
            <a:xfrm>
              <a:off x="592468" y="824655"/>
              <a:ext cx="8551531" cy="2352291"/>
            </a:xfrm>
            <a:prstGeom prst="rect">
              <a:avLst/>
            </a:prstGeom>
          </p:spPr>
        </p:pic>
        <p:pic>
          <p:nvPicPr>
            <p:cNvPr id="8" name="object 8"/>
            <p:cNvPicPr/>
            <p:nvPr/>
          </p:nvPicPr>
          <p:blipFill>
            <a:blip r:embed="rId5" cstate="print"/>
            <a:stretch>
              <a:fillRect/>
            </a:stretch>
          </p:blipFill>
          <p:spPr>
            <a:xfrm>
              <a:off x="785785" y="1017972"/>
              <a:ext cx="7991838" cy="1768090"/>
            </a:xfrm>
            <a:prstGeom prst="rect">
              <a:avLst/>
            </a:prstGeom>
          </p:spPr>
        </p:pic>
        <p:pic>
          <p:nvPicPr>
            <p:cNvPr id="9" name="object 9"/>
            <p:cNvPicPr/>
            <p:nvPr/>
          </p:nvPicPr>
          <p:blipFill>
            <a:blip r:embed="rId6" cstate="print"/>
            <a:stretch>
              <a:fillRect/>
            </a:stretch>
          </p:blipFill>
          <p:spPr>
            <a:xfrm>
              <a:off x="663906" y="2807060"/>
              <a:ext cx="5513422" cy="2319487"/>
            </a:xfrm>
            <a:prstGeom prst="rect">
              <a:avLst/>
            </a:prstGeom>
          </p:spPr>
        </p:pic>
        <p:pic>
          <p:nvPicPr>
            <p:cNvPr id="10" name="object 10"/>
            <p:cNvPicPr/>
            <p:nvPr/>
          </p:nvPicPr>
          <p:blipFill>
            <a:blip r:embed="rId7" cstate="print"/>
            <a:stretch>
              <a:fillRect/>
            </a:stretch>
          </p:blipFill>
          <p:spPr>
            <a:xfrm>
              <a:off x="857224" y="3000377"/>
              <a:ext cx="4929221" cy="1735286"/>
            </a:xfrm>
            <a:prstGeom prst="rect">
              <a:avLst/>
            </a:prstGeom>
          </p:spPr>
        </p:pic>
      </p:grpSp>
      <p:sp>
        <p:nvSpPr>
          <p:cNvPr id="11" name="object 11"/>
          <p:cNvSpPr txBox="1"/>
          <p:nvPr/>
        </p:nvSpPr>
        <p:spPr>
          <a:xfrm>
            <a:off x="6048385" y="3598884"/>
            <a:ext cx="2374265" cy="1488440"/>
          </a:xfrm>
          <a:prstGeom prst="rect">
            <a:avLst/>
          </a:prstGeom>
        </p:spPr>
        <p:txBody>
          <a:bodyPr vert="horz" wrap="square" lIns="0" tIns="12700" rIns="0" bIns="0" rtlCol="0">
            <a:spAutoFit/>
          </a:bodyPr>
          <a:lstStyle/>
          <a:p>
            <a:pPr marL="38100" marR="30480" indent="112395">
              <a:lnSpc>
                <a:spcPct val="100000"/>
              </a:lnSpc>
              <a:spcBef>
                <a:spcPts val="100"/>
              </a:spcBef>
            </a:pPr>
            <a:r>
              <a:rPr sz="3200" b="1" spc="5" dirty="0">
                <a:solidFill>
                  <a:srgbClr val="FFFF00"/>
                </a:solidFill>
                <a:latin typeface="Arial"/>
                <a:cs typeface="Arial"/>
              </a:rPr>
              <a:t>3</a:t>
            </a:r>
            <a:r>
              <a:rPr sz="3150" b="1" spc="7" baseline="31746" dirty="0">
                <a:solidFill>
                  <a:srgbClr val="FFFF00"/>
                </a:solidFill>
                <a:latin typeface="Arial"/>
                <a:cs typeface="Arial"/>
              </a:rPr>
              <a:t>rd</a:t>
            </a:r>
            <a:r>
              <a:rPr sz="3150" b="1" spc="322" baseline="31746" dirty="0">
                <a:solidFill>
                  <a:srgbClr val="FFFF00"/>
                </a:solidFill>
                <a:latin typeface="Arial"/>
                <a:cs typeface="Arial"/>
              </a:rPr>
              <a:t> </a:t>
            </a:r>
            <a:r>
              <a:rPr sz="3200" b="1" spc="-10" dirty="0">
                <a:solidFill>
                  <a:srgbClr val="FFFF00"/>
                </a:solidFill>
                <a:latin typeface="Arial"/>
                <a:cs typeface="Arial"/>
              </a:rPr>
              <a:t>Element </a:t>
            </a:r>
            <a:r>
              <a:rPr sz="3200" b="1" spc="-875" dirty="0">
                <a:solidFill>
                  <a:srgbClr val="FFFF00"/>
                </a:solidFill>
                <a:latin typeface="Arial"/>
                <a:cs typeface="Arial"/>
              </a:rPr>
              <a:t> </a:t>
            </a:r>
            <a:r>
              <a:rPr sz="3200" b="1" spc="-5" dirty="0">
                <a:solidFill>
                  <a:srgbClr val="FFFF00"/>
                </a:solidFill>
                <a:latin typeface="Arial"/>
                <a:cs typeface="Arial"/>
              </a:rPr>
              <a:t>of </a:t>
            </a:r>
            <a:r>
              <a:rPr sz="3200" b="1" spc="-10" dirty="0">
                <a:solidFill>
                  <a:srgbClr val="FFFF00"/>
                </a:solidFill>
                <a:latin typeface="Arial"/>
                <a:cs typeface="Arial"/>
              </a:rPr>
              <a:t>list </a:t>
            </a:r>
            <a:r>
              <a:rPr sz="3200" b="1" spc="-5" dirty="0">
                <a:solidFill>
                  <a:srgbClr val="FFFF00"/>
                </a:solidFill>
                <a:latin typeface="Arial"/>
                <a:cs typeface="Arial"/>
              </a:rPr>
              <a:t> modified.</a:t>
            </a:r>
            <a:endParaRPr sz="3200">
              <a:latin typeface="Arial"/>
              <a:cs typeface="Arial"/>
            </a:endParaRPr>
          </a:p>
        </p:txBody>
      </p:sp>
    </p:spTree>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3531869" y="250874"/>
            <a:ext cx="3525520" cy="664845"/>
            <a:chOff x="3531869" y="250874"/>
            <a:chExt cx="3525520" cy="664845"/>
          </a:xfrm>
        </p:grpSpPr>
        <p:pic>
          <p:nvPicPr>
            <p:cNvPr id="3" name="object 3"/>
            <p:cNvPicPr/>
            <p:nvPr/>
          </p:nvPicPr>
          <p:blipFill>
            <a:blip r:embed="rId2" cstate="print"/>
            <a:stretch>
              <a:fillRect/>
            </a:stretch>
          </p:blipFill>
          <p:spPr>
            <a:xfrm>
              <a:off x="3531869" y="250874"/>
              <a:ext cx="3525173" cy="664775"/>
            </a:xfrm>
            <a:prstGeom prst="rect">
              <a:avLst/>
            </a:prstGeom>
          </p:spPr>
        </p:pic>
        <p:pic>
          <p:nvPicPr>
            <p:cNvPr id="4" name="object 4"/>
            <p:cNvPicPr/>
            <p:nvPr/>
          </p:nvPicPr>
          <p:blipFill>
            <a:blip r:embed="rId3" cstate="print"/>
            <a:stretch>
              <a:fillRect/>
            </a:stretch>
          </p:blipFill>
          <p:spPr>
            <a:xfrm>
              <a:off x="3571869" y="267874"/>
              <a:ext cx="3445173" cy="584774"/>
            </a:xfrm>
            <a:prstGeom prst="rect">
              <a:avLst/>
            </a:prstGeom>
          </p:spPr>
        </p:pic>
      </p:grpSp>
      <p:sp>
        <p:nvSpPr>
          <p:cNvPr id="5" name="object 5"/>
          <p:cNvSpPr txBox="1"/>
          <p:nvPr/>
        </p:nvSpPr>
        <p:spPr>
          <a:xfrm>
            <a:off x="3571869" y="267875"/>
            <a:ext cx="3445510" cy="584835"/>
          </a:xfrm>
          <a:prstGeom prst="rect">
            <a:avLst/>
          </a:prstGeom>
        </p:spPr>
        <p:txBody>
          <a:bodyPr vert="horz" wrap="square" lIns="0" tIns="21590" rIns="0" bIns="0" rtlCol="0">
            <a:spAutoFit/>
          </a:bodyPr>
          <a:lstStyle/>
          <a:p>
            <a:pPr marL="85090">
              <a:lnSpc>
                <a:spcPct val="100000"/>
              </a:lnSpc>
              <a:spcBef>
                <a:spcPts val="170"/>
              </a:spcBef>
            </a:pPr>
            <a:r>
              <a:rPr sz="3200" b="1" spc="-10" dirty="0">
                <a:solidFill>
                  <a:srgbClr val="FFFF00"/>
                </a:solidFill>
                <a:latin typeface="Arial"/>
                <a:cs typeface="Arial"/>
              </a:rPr>
              <a:t>LISTS</a:t>
            </a:r>
            <a:r>
              <a:rPr sz="3200" b="1" spc="-55" dirty="0">
                <a:solidFill>
                  <a:srgbClr val="FFFF00"/>
                </a:solidFill>
                <a:latin typeface="Arial"/>
                <a:cs typeface="Arial"/>
              </a:rPr>
              <a:t> </a:t>
            </a:r>
            <a:r>
              <a:rPr sz="3200" b="1" spc="-5" dirty="0">
                <a:solidFill>
                  <a:srgbClr val="FFFF00"/>
                </a:solidFill>
                <a:latin typeface="Arial"/>
                <a:cs typeface="Arial"/>
              </a:rPr>
              <a:t>EXAMPLE</a:t>
            </a:r>
            <a:endParaRPr sz="3200">
              <a:latin typeface="Arial"/>
              <a:cs typeface="Arial"/>
            </a:endParaRPr>
          </a:p>
        </p:txBody>
      </p:sp>
      <p:grpSp>
        <p:nvGrpSpPr>
          <p:cNvPr id="6" name="object 6"/>
          <p:cNvGrpSpPr/>
          <p:nvPr/>
        </p:nvGrpSpPr>
        <p:grpSpPr>
          <a:xfrm>
            <a:off x="806782" y="1146128"/>
            <a:ext cx="6442710" cy="1870710"/>
            <a:chOff x="806782" y="1146128"/>
            <a:chExt cx="6442710" cy="1870710"/>
          </a:xfrm>
        </p:grpSpPr>
        <p:pic>
          <p:nvPicPr>
            <p:cNvPr id="7" name="object 7"/>
            <p:cNvPicPr/>
            <p:nvPr/>
          </p:nvPicPr>
          <p:blipFill>
            <a:blip r:embed="rId4" cstate="print"/>
            <a:stretch>
              <a:fillRect/>
            </a:stretch>
          </p:blipFill>
          <p:spPr>
            <a:xfrm>
              <a:off x="806782" y="1146128"/>
              <a:ext cx="6442116" cy="1870084"/>
            </a:xfrm>
            <a:prstGeom prst="rect">
              <a:avLst/>
            </a:prstGeom>
          </p:spPr>
        </p:pic>
        <p:pic>
          <p:nvPicPr>
            <p:cNvPr id="8" name="object 8"/>
            <p:cNvPicPr/>
            <p:nvPr/>
          </p:nvPicPr>
          <p:blipFill>
            <a:blip r:embed="rId5" cstate="print"/>
            <a:stretch>
              <a:fillRect/>
            </a:stretch>
          </p:blipFill>
          <p:spPr>
            <a:xfrm>
              <a:off x="1000100" y="1339444"/>
              <a:ext cx="5857915" cy="1285883"/>
            </a:xfrm>
            <a:prstGeom prst="rect">
              <a:avLst/>
            </a:prstGeom>
          </p:spPr>
        </p:pic>
      </p:grpSp>
      <p:grpSp>
        <p:nvGrpSpPr>
          <p:cNvPr id="9" name="object 9"/>
          <p:cNvGrpSpPr/>
          <p:nvPr/>
        </p:nvGrpSpPr>
        <p:grpSpPr>
          <a:xfrm>
            <a:off x="806782" y="3235689"/>
            <a:ext cx="7174865" cy="1908175"/>
            <a:chOff x="806782" y="3235689"/>
            <a:chExt cx="7174865" cy="1908175"/>
          </a:xfrm>
        </p:grpSpPr>
        <p:pic>
          <p:nvPicPr>
            <p:cNvPr id="10" name="object 10"/>
            <p:cNvPicPr/>
            <p:nvPr/>
          </p:nvPicPr>
          <p:blipFill>
            <a:blip r:embed="rId6" cstate="print"/>
            <a:stretch>
              <a:fillRect/>
            </a:stretch>
          </p:blipFill>
          <p:spPr>
            <a:xfrm>
              <a:off x="806782" y="3235689"/>
              <a:ext cx="7174356" cy="1907810"/>
            </a:xfrm>
            <a:prstGeom prst="rect">
              <a:avLst/>
            </a:prstGeom>
          </p:spPr>
        </p:pic>
        <p:pic>
          <p:nvPicPr>
            <p:cNvPr id="11" name="object 11"/>
            <p:cNvPicPr/>
            <p:nvPr/>
          </p:nvPicPr>
          <p:blipFill>
            <a:blip r:embed="rId7" cstate="print"/>
            <a:stretch>
              <a:fillRect/>
            </a:stretch>
          </p:blipFill>
          <p:spPr>
            <a:xfrm>
              <a:off x="1000100" y="3429005"/>
              <a:ext cx="6590156" cy="1446620"/>
            </a:xfrm>
            <a:prstGeom prst="rect">
              <a:avLst/>
            </a:prstGeom>
          </p:spPr>
        </p:pic>
      </p:grpSp>
      <p:sp>
        <p:nvSpPr>
          <p:cNvPr id="12" name="object 12"/>
          <p:cNvSpPr txBox="1"/>
          <p:nvPr/>
        </p:nvSpPr>
        <p:spPr>
          <a:xfrm>
            <a:off x="715935" y="866383"/>
            <a:ext cx="5297170" cy="2486025"/>
          </a:xfrm>
          <a:prstGeom prst="rect">
            <a:avLst/>
          </a:prstGeom>
        </p:spPr>
        <p:txBody>
          <a:bodyPr vert="horz" wrap="square" lIns="0" tIns="12700" rIns="0" bIns="0" rtlCol="0">
            <a:spAutoFit/>
          </a:bodyPr>
          <a:lstStyle/>
          <a:p>
            <a:pPr marL="12700" marR="201295">
              <a:lnSpc>
                <a:spcPct val="100000"/>
              </a:lnSpc>
              <a:spcBef>
                <a:spcPts val="100"/>
              </a:spcBef>
            </a:pPr>
            <a:r>
              <a:rPr sz="3200" b="1" spc="-10" dirty="0">
                <a:solidFill>
                  <a:srgbClr val="FFFF00"/>
                </a:solidFill>
                <a:latin typeface="Arial"/>
                <a:cs typeface="Arial"/>
              </a:rPr>
              <a:t>List </a:t>
            </a:r>
            <a:r>
              <a:rPr sz="3200" b="1" spc="-5" dirty="0">
                <a:solidFill>
                  <a:srgbClr val="FFFF00"/>
                </a:solidFill>
                <a:latin typeface="Arial"/>
                <a:cs typeface="Arial"/>
              </a:rPr>
              <a:t>containing string type </a:t>
            </a:r>
            <a:r>
              <a:rPr sz="3200" b="1" spc="-875" dirty="0">
                <a:solidFill>
                  <a:srgbClr val="FFFF00"/>
                </a:solidFill>
                <a:latin typeface="Arial"/>
                <a:cs typeface="Arial"/>
              </a:rPr>
              <a:t> </a:t>
            </a:r>
            <a:r>
              <a:rPr sz="3200" b="1" spc="-5" dirty="0">
                <a:solidFill>
                  <a:srgbClr val="FFFF00"/>
                </a:solidFill>
                <a:latin typeface="Arial"/>
                <a:cs typeface="Arial"/>
              </a:rPr>
              <a:t>data</a:t>
            </a:r>
            <a:endParaRPr sz="3200">
              <a:latin typeface="Arial"/>
              <a:cs typeface="Arial"/>
            </a:endParaRPr>
          </a:p>
          <a:p>
            <a:pPr>
              <a:lnSpc>
                <a:spcPct val="100000"/>
              </a:lnSpc>
            </a:pPr>
            <a:endParaRPr sz="3600">
              <a:latin typeface="Arial"/>
              <a:cs typeface="Arial"/>
            </a:endParaRPr>
          </a:p>
          <a:p>
            <a:pPr>
              <a:lnSpc>
                <a:spcPct val="100000"/>
              </a:lnSpc>
              <a:spcBef>
                <a:spcPts val="30"/>
              </a:spcBef>
            </a:pPr>
            <a:endParaRPr sz="3200">
              <a:latin typeface="Arial"/>
              <a:cs typeface="Arial"/>
            </a:endParaRPr>
          </a:p>
          <a:p>
            <a:pPr marL="165100">
              <a:lnSpc>
                <a:spcPct val="100000"/>
              </a:lnSpc>
            </a:pPr>
            <a:r>
              <a:rPr sz="3200" b="1" spc="-10" dirty="0">
                <a:solidFill>
                  <a:srgbClr val="FFFF00"/>
                </a:solidFill>
                <a:latin typeface="Arial"/>
                <a:cs typeface="Arial"/>
              </a:rPr>
              <a:t>List</a:t>
            </a:r>
            <a:r>
              <a:rPr sz="3200" b="1" spc="-35" dirty="0">
                <a:solidFill>
                  <a:srgbClr val="FFFF00"/>
                </a:solidFill>
                <a:latin typeface="Arial"/>
                <a:cs typeface="Arial"/>
              </a:rPr>
              <a:t> </a:t>
            </a:r>
            <a:r>
              <a:rPr sz="3200" b="1" spc="-5" dirty="0">
                <a:solidFill>
                  <a:srgbClr val="FFFF00"/>
                </a:solidFill>
                <a:latin typeface="Arial"/>
                <a:cs typeface="Arial"/>
              </a:rPr>
              <a:t>containing</a:t>
            </a:r>
            <a:r>
              <a:rPr sz="3200" b="1" spc="-30" dirty="0">
                <a:solidFill>
                  <a:srgbClr val="FFFF00"/>
                </a:solidFill>
                <a:latin typeface="Arial"/>
                <a:cs typeface="Arial"/>
              </a:rPr>
              <a:t> </a:t>
            </a:r>
            <a:r>
              <a:rPr sz="3200" b="1" spc="-5" dirty="0">
                <a:solidFill>
                  <a:srgbClr val="FFFF00"/>
                </a:solidFill>
                <a:latin typeface="Arial"/>
                <a:cs typeface="Arial"/>
              </a:rPr>
              <a:t>mixed</a:t>
            </a:r>
            <a:r>
              <a:rPr sz="3200" b="1" spc="-30" dirty="0">
                <a:solidFill>
                  <a:srgbClr val="FFFF00"/>
                </a:solidFill>
                <a:latin typeface="Arial"/>
                <a:cs typeface="Arial"/>
              </a:rPr>
              <a:t> </a:t>
            </a:r>
            <a:r>
              <a:rPr sz="3200" b="1" spc="-5" dirty="0">
                <a:solidFill>
                  <a:srgbClr val="FFFF00"/>
                </a:solidFill>
                <a:latin typeface="Arial"/>
                <a:cs typeface="Arial"/>
              </a:rPr>
              <a:t>data</a:t>
            </a:r>
            <a:endParaRPr sz="3200">
              <a:latin typeface="Arial"/>
              <a:cs typeface="Arial"/>
            </a:endParaRPr>
          </a:p>
        </p:txBody>
      </p:sp>
    </p:spTree>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501753" y="1138337"/>
            <a:ext cx="7271384" cy="756920"/>
          </a:xfrm>
          <a:prstGeom prst="rect">
            <a:avLst/>
          </a:prstGeom>
        </p:spPr>
        <p:txBody>
          <a:bodyPr vert="horz" wrap="square" lIns="0" tIns="12700" rIns="0" bIns="0" rtlCol="0">
            <a:spAutoFit/>
          </a:bodyPr>
          <a:lstStyle/>
          <a:p>
            <a:pPr marL="12700" marR="5080">
              <a:lnSpc>
                <a:spcPct val="100000"/>
              </a:lnSpc>
              <a:spcBef>
                <a:spcPts val="100"/>
              </a:spcBef>
            </a:pPr>
            <a:r>
              <a:rPr sz="2400" spc="-5" dirty="0">
                <a:latin typeface="Arial MT"/>
                <a:cs typeface="Arial MT"/>
              </a:rPr>
              <a:t>Use</a:t>
            </a:r>
            <a:r>
              <a:rPr sz="2400" spc="295" dirty="0">
                <a:latin typeface="Arial MT"/>
                <a:cs typeface="Arial MT"/>
              </a:rPr>
              <a:t> </a:t>
            </a:r>
            <a:r>
              <a:rPr sz="2400" spc="-5" dirty="0">
                <a:latin typeface="Arial MT"/>
                <a:cs typeface="Arial MT"/>
              </a:rPr>
              <a:t>double</a:t>
            </a:r>
            <a:r>
              <a:rPr sz="2400" spc="300" dirty="0">
                <a:latin typeface="Arial MT"/>
                <a:cs typeface="Arial MT"/>
              </a:rPr>
              <a:t> </a:t>
            </a:r>
            <a:r>
              <a:rPr sz="2400" dirty="0">
                <a:latin typeface="Arial MT"/>
                <a:cs typeface="Arial MT"/>
              </a:rPr>
              <a:t>subscript</a:t>
            </a:r>
            <a:r>
              <a:rPr sz="2400" spc="300" dirty="0">
                <a:latin typeface="Arial MT"/>
                <a:cs typeface="Arial MT"/>
              </a:rPr>
              <a:t> </a:t>
            </a:r>
            <a:r>
              <a:rPr sz="2400" spc="-5" dirty="0">
                <a:latin typeface="Arial MT"/>
                <a:cs typeface="Arial MT"/>
              </a:rPr>
              <a:t>to</a:t>
            </a:r>
            <a:r>
              <a:rPr sz="2400" spc="290" dirty="0">
                <a:latin typeface="Arial MT"/>
                <a:cs typeface="Arial MT"/>
              </a:rPr>
              <a:t> </a:t>
            </a:r>
            <a:r>
              <a:rPr sz="2400" spc="-5" dirty="0">
                <a:latin typeface="Arial MT"/>
                <a:cs typeface="Arial MT"/>
              </a:rPr>
              <a:t>fetch</a:t>
            </a:r>
            <a:r>
              <a:rPr sz="2400" spc="295" dirty="0">
                <a:latin typeface="Arial MT"/>
                <a:cs typeface="Arial MT"/>
              </a:rPr>
              <a:t> </a:t>
            </a:r>
            <a:r>
              <a:rPr sz="2400" spc="-5" dirty="0">
                <a:latin typeface="Arial MT"/>
                <a:cs typeface="Arial MT"/>
              </a:rPr>
              <a:t>the</a:t>
            </a:r>
            <a:r>
              <a:rPr sz="2400" spc="295" dirty="0">
                <a:latin typeface="Arial MT"/>
                <a:cs typeface="Arial MT"/>
              </a:rPr>
              <a:t> </a:t>
            </a:r>
            <a:r>
              <a:rPr sz="2400" dirty="0">
                <a:latin typeface="Arial MT"/>
                <a:cs typeface="Arial MT"/>
              </a:rPr>
              <a:t>sub</a:t>
            </a:r>
            <a:r>
              <a:rPr sz="2400" spc="300" dirty="0">
                <a:latin typeface="Arial MT"/>
                <a:cs typeface="Arial MT"/>
              </a:rPr>
              <a:t> </a:t>
            </a:r>
            <a:r>
              <a:rPr sz="2400" spc="-5" dirty="0">
                <a:latin typeface="Arial MT"/>
                <a:cs typeface="Arial MT"/>
              </a:rPr>
              <a:t>list</a:t>
            </a:r>
            <a:r>
              <a:rPr sz="2400" spc="295" dirty="0">
                <a:latin typeface="Arial MT"/>
                <a:cs typeface="Arial MT"/>
              </a:rPr>
              <a:t> </a:t>
            </a:r>
            <a:r>
              <a:rPr sz="2400" spc="-5" dirty="0">
                <a:latin typeface="Arial MT"/>
                <a:cs typeface="Arial MT"/>
              </a:rPr>
              <a:t>in</a:t>
            </a:r>
            <a:r>
              <a:rPr sz="2400" spc="300" dirty="0">
                <a:latin typeface="Arial MT"/>
                <a:cs typeface="Arial MT"/>
              </a:rPr>
              <a:t> </a:t>
            </a:r>
            <a:r>
              <a:rPr sz="2400" dirty="0">
                <a:latin typeface="Arial MT"/>
                <a:cs typeface="Arial MT"/>
              </a:rPr>
              <a:t>a</a:t>
            </a:r>
            <a:r>
              <a:rPr sz="2400" spc="300" dirty="0">
                <a:latin typeface="Arial MT"/>
                <a:cs typeface="Arial MT"/>
              </a:rPr>
              <a:t> </a:t>
            </a:r>
            <a:r>
              <a:rPr sz="2400" spc="-5" dirty="0">
                <a:latin typeface="Arial MT"/>
                <a:cs typeface="Arial MT"/>
              </a:rPr>
              <a:t>given </a:t>
            </a:r>
            <a:r>
              <a:rPr sz="2400" spc="-655" dirty="0">
                <a:latin typeface="Arial MT"/>
                <a:cs typeface="Arial MT"/>
              </a:rPr>
              <a:t> </a:t>
            </a:r>
            <a:r>
              <a:rPr sz="2400" spc="-5" dirty="0">
                <a:latin typeface="Arial MT"/>
                <a:cs typeface="Arial MT"/>
              </a:rPr>
              <a:t>list.</a:t>
            </a:r>
            <a:endParaRPr sz="2400">
              <a:latin typeface="Arial MT"/>
              <a:cs typeface="Arial MT"/>
            </a:endParaRPr>
          </a:p>
        </p:txBody>
      </p:sp>
      <p:grpSp>
        <p:nvGrpSpPr>
          <p:cNvPr id="3" name="object 3"/>
          <p:cNvGrpSpPr/>
          <p:nvPr/>
        </p:nvGrpSpPr>
        <p:grpSpPr>
          <a:xfrm>
            <a:off x="4031935" y="465188"/>
            <a:ext cx="3525520" cy="664845"/>
            <a:chOff x="4031935" y="465188"/>
            <a:chExt cx="3525520" cy="664845"/>
          </a:xfrm>
        </p:grpSpPr>
        <p:pic>
          <p:nvPicPr>
            <p:cNvPr id="4" name="object 4"/>
            <p:cNvPicPr/>
            <p:nvPr/>
          </p:nvPicPr>
          <p:blipFill>
            <a:blip r:embed="rId2" cstate="print"/>
            <a:stretch>
              <a:fillRect/>
            </a:stretch>
          </p:blipFill>
          <p:spPr>
            <a:xfrm>
              <a:off x="4031935" y="465188"/>
              <a:ext cx="3525173" cy="664775"/>
            </a:xfrm>
            <a:prstGeom prst="rect">
              <a:avLst/>
            </a:prstGeom>
          </p:spPr>
        </p:pic>
        <p:pic>
          <p:nvPicPr>
            <p:cNvPr id="5" name="object 5"/>
            <p:cNvPicPr/>
            <p:nvPr/>
          </p:nvPicPr>
          <p:blipFill>
            <a:blip r:embed="rId3" cstate="print"/>
            <a:stretch>
              <a:fillRect/>
            </a:stretch>
          </p:blipFill>
          <p:spPr>
            <a:xfrm>
              <a:off x="4071935" y="482188"/>
              <a:ext cx="3445174" cy="584774"/>
            </a:xfrm>
            <a:prstGeom prst="rect">
              <a:avLst/>
            </a:prstGeom>
          </p:spPr>
        </p:pic>
      </p:grpSp>
      <p:sp>
        <p:nvSpPr>
          <p:cNvPr id="6" name="object 6"/>
          <p:cNvSpPr txBox="1">
            <a:spLocks noGrp="1"/>
          </p:cNvSpPr>
          <p:nvPr>
            <p:ph type="title"/>
          </p:nvPr>
        </p:nvSpPr>
        <p:spPr>
          <a:xfrm>
            <a:off x="4071935" y="482188"/>
            <a:ext cx="3445510" cy="584835"/>
          </a:xfrm>
          <a:prstGeom prst="rect">
            <a:avLst/>
          </a:prstGeom>
        </p:spPr>
        <p:txBody>
          <a:bodyPr vert="horz" wrap="square" lIns="0" tIns="21590" rIns="0" bIns="0" rtlCol="0">
            <a:spAutoFit/>
          </a:bodyPr>
          <a:lstStyle/>
          <a:p>
            <a:pPr marL="85725">
              <a:lnSpc>
                <a:spcPct val="100000"/>
              </a:lnSpc>
              <a:spcBef>
                <a:spcPts val="170"/>
              </a:spcBef>
            </a:pPr>
            <a:r>
              <a:rPr spc="-10" dirty="0"/>
              <a:t>LISTS</a:t>
            </a:r>
            <a:r>
              <a:rPr spc="-55" dirty="0"/>
              <a:t> </a:t>
            </a:r>
            <a:r>
              <a:rPr spc="-5" dirty="0"/>
              <a:t>EXAMPLE</a:t>
            </a:r>
          </a:p>
        </p:txBody>
      </p:sp>
      <p:grpSp>
        <p:nvGrpSpPr>
          <p:cNvPr id="7" name="object 7"/>
          <p:cNvGrpSpPr/>
          <p:nvPr/>
        </p:nvGrpSpPr>
        <p:grpSpPr>
          <a:xfrm>
            <a:off x="1806914" y="1842648"/>
            <a:ext cx="6228080" cy="2465705"/>
            <a:chOff x="1806914" y="1842648"/>
            <a:chExt cx="6228080" cy="2465705"/>
          </a:xfrm>
        </p:grpSpPr>
        <p:pic>
          <p:nvPicPr>
            <p:cNvPr id="8" name="object 8"/>
            <p:cNvPicPr/>
            <p:nvPr/>
          </p:nvPicPr>
          <p:blipFill>
            <a:blip r:embed="rId4" cstate="print"/>
            <a:stretch>
              <a:fillRect/>
            </a:stretch>
          </p:blipFill>
          <p:spPr>
            <a:xfrm>
              <a:off x="1806914" y="1842648"/>
              <a:ext cx="6227802" cy="2465400"/>
            </a:xfrm>
            <a:prstGeom prst="rect">
              <a:avLst/>
            </a:prstGeom>
          </p:spPr>
        </p:pic>
        <p:pic>
          <p:nvPicPr>
            <p:cNvPr id="9" name="object 9"/>
            <p:cNvPicPr/>
            <p:nvPr/>
          </p:nvPicPr>
          <p:blipFill>
            <a:blip r:embed="rId5" cstate="print"/>
            <a:stretch>
              <a:fillRect/>
            </a:stretch>
          </p:blipFill>
          <p:spPr>
            <a:xfrm>
              <a:off x="2000232" y="2035965"/>
              <a:ext cx="5643602" cy="1881199"/>
            </a:xfrm>
            <a:prstGeom prst="rect">
              <a:avLst/>
            </a:prstGeom>
          </p:spPr>
        </p:pic>
      </p:grpSp>
      <p:sp>
        <p:nvSpPr>
          <p:cNvPr id="10" name="object 10"/>
          <p:cNvSpPr txBox="1"/>
          <p:nvPr/>
        </p:nvSpPr>
        <p:spPr>
          <a:xfrm>
            <a:off x="1287439" y="4083124"/>
            <a:ext cx="6096635" cy="878840"/>
          </a:xfrm>
          <a:prstGeom prst="rect">
            <a:avLst/>
          </a:prstGeom>
        </p:spPr>
        <p:txBody>
          <a:bodyPr vert="horz" wrap="square" lIns="0" tIns="12700" rIns="0" bIns="0" rtlCol="0">
            <a:spAutoFit/>
          </a:bodyPr>
          <a:lstStyle/>
          <a:p>
            <a:pPr marL="12700" marR="5080">
              <a:lnSpc>
                <a:spcPct val="100000"/>
              </a:lnSpc>
              <a:spcBef>
                <a:spcPts val="100"/>
              </a:spcBef>
            </a:pPr>
            <a:r>
              <a:rPr sz="2800" spc="-25" dirty="0">
                <a:latin typeface="Arial MT"/>
                <a:cs typeface="Arial MT"/>
              </a:rPr>
              <a:t>Similarly, </a:t>
            </a:r>
            <a:r>
              <a:rPr sz="2800" spc="-5" dirty="0">
                <a:latin typeface="Arial MT"/>
                <a:cs typeface="Arial MT"/>
              </a:rPr>
              <a:t>L2[2][0]</a:t>
            </a:r>
            <a:r>
              <a:rPr sz="2800" spc="-20" dirty="0">
                <a:latin typeface="Arial MT"/>
                <a:cs typeface="Arial MT"/>
              </a:rPr>
              <a:t> </a:t>
            </a:r>
            <a:r>
              <a:rPr sz="2800" spc="-5" dirty="0">
                <a:latin typeface="Arial MT"/>
                <a:cs typeface="Arial MT"/>
              </a:rPr>
              <a:t>will</a:t>
            </a:r>
            <a:r>
              <a:rPr sz="2800" spc="-20" dirty="0">
                <a:latin typeface="Arial MT"/>
                <a:cs typeface="Arial MT"/>
              </a:rPr>
              <a:t> </a:t>
            </a:r>
            <a:r>
              <a:rPr sz="2800" spc="-5" dirty="0">
                <a:latin typeface="Arial MT"/>
                <a:cs typeface="Arial MT"/>
              </a:rPr>
              <a:t>fetch</a:t>
            </a:r>
            <a:r>
              <a:rPr sz="2800" spc="-25" dirty="0">
                <a:latin typeface="Arial MT"/>
                <a:cs typeface="Arial MT"/>
              </a:rPr>
              <a:t> </a:t>
            </a:r>
            <a:r>
              <a:rPr sz="2800" dirty="0">
                <a:latin typeface="Arial MT"/>
                <a:cs typeface="Arial MT"/>
              </a:rPr>
              <a:t>you</a:t>
            </a:r>
            <a:r>
              <a:rPr sz="2800" spc="-15" dirty="0">
                <a:latin typeface="Arial MT"/>
                <a:cs typeface="Arial MT"/>
              </a:rPr>
              <a:t> </a:t>
            </a:r>
            <a:r>
              <a:rPr sz="2800" dirty="0">
                <a:latin typeface="Arial MT"/>
                <a:cs typeface="Arial MT"/>
              </a:rPr>
              <a:t>4</a:t>
            </a:r>
            <a:r>
              <a:rPr sz="2800" spc="-20" dirty="0">
                <a:latin typeface="Arial MT"/>
                <a:cs typeface="Arial MT"/>
              </a:rPr>
              <a:t> </a:t>
            </a:r>
            <a:r>
              <a:rPr sz="2800" dirty="0">
                <a:latin typeface="Arial MT"/>
                <a:cs typeface="Arial MT"/>
              </a:rPr>
              <a:t>value </a:t>
            </a:r>
            <a:r>
              <a:rPr sz="2800" spc="-765" dirty="0">
                <a:latin typeface="Arial MT"/>
                <a:cs typeface="Arial MT"/>
              </a:rPr>
              <a:t> </a:t>
            </a:r>
            <a:r>
              <a:rPr sz="2800" spc="-5" dirty="0">
                <a:latin typeface="Arial MT"/>
                <a:cs typeface="Arial MT"/>
              </a:rPr>
              <a:t>L2[2][2]</a:t>
            </a:r>
            <a:r>
              <a:rPr sz="2800" spc="-10" dirty="0">
                <a:latin typeface="Arial MT"/>
                <a:cs typeface="Arial MT"/>
              </a:rPr>
              <a:t> </a:t>
            </a:r>
            <a:r>
              <a:rPr sz="2800" spc="-5" dirty="0">
                <a:latin typeface="Arial MT"/>
                <a:cs typeface="Arial MT"/>
              </a:rPr>
              <a:t>will</a:t>
            </a:r>
            <a:r>
              <a:rPr sz="2800" spc="-10" dirty="0">
                <a:latin typeface="Arial MT"/>
                <a:cs typeface="Arial MT"/>
              </a:rPr>
              <a:t> </a:t>
            </a:r>
            <a:r>
              <a:rPr sz="2800" spc="-5" dirty="0">
                <a:latin typeface="Arial MT"/>
                <a:cs typeface="Arial MT"/>
              </a:rPr>
              <a:t>fetch</a:t>
            </a:r>
            <a:r>
              <a:rPr sz="2800" spc="-15" dirty="0">
                <a:latin typeface="Arial MT"/>
                <a:cs typeface="Arial MT"/>
              </a:rPr>
              <a:t> </a:t>
            </a:r>
            <a:r>
              <a:rPr sz="2800" dirty="0">
                <a:latin typeface="Arial MT"/>
                <a:cs typeface="Arial MT"/>
              </a:rPr>
              <a:t>you</a:t>
            </a:r>
            <a:r>
              <a:rPr sz="2800" spc="-10" dirty="0">
                <a:latin typeface="Arial MT"/>
                <a:cs typeface="Arial MT"/>
              </a:rPr>
              <a:t> </a:t>
            </a:r>
            <a:r>
              <a:rPr sz="2800" dirty="0">
                <a:latin typeface="Arial MT"/>
                <a:cs typeface="Arial MT"/>
              </a:rPr>
              <a:t>7</a:t>
            </a:r>
            <a:r>
              <a:rPr sz="2800" spc="-10" dirty="0">
                <a:latin typeface="Arial MT"/>
                <a:cs typeface="Arial MT"/>
              </a:rPr>
              <a:t> </a:t>
            </a:r>
            <a:r>
              <a:rPr sz="2800" dirty="0">
                <a:latin typeface="Arial MT"/>
                <a:cs typeface="Arial MT"/>
              </a:rPr>
              <a:t>value.</a:t>
            </a:r>
            <a:endParaRPr sz="2800">
              <a:latin typeface="Arial MT"/>
              <a:cs typeface="Arial MT"/>
            </a:endParaRPr>
          </a:p>
        </p:txBody>
      </p:sp>
    </p:spTree>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1388728" y="197296"/>
            <a:ext cx="7152640" cy="669925"/>
            <a:chOff x="1388728" y="197296"/>
            <a:chExt cx="7152640" cy="669925"/>
          </a:xfrm>
        </p:grpSpPr>
        <p:pic>
          <p:nvPicPr>
            <p:cNvPr id="3" name="object 3"/>
            <p:cNvPicPr/>
            <p:nvPr/>
          </p:nvPicPr>
          <p:blipFill>
            <a:blip r:embed="rId2" cstate="print"/>
            <a:stretch>
              <a:fillRect/>
            </a:stretch>
          </p:blipFill>
          <p:spPr>
            <a:xfrm>
              <a:off x="1388728" y="197296"/>
              <a:ext cx="7152361" cy="669364"/>
            </a:xfrm>
            <a:prstGeom prst="rect">
              <a:avLst/>
            </a:prstGeom>
          </p:spPr>
        </p:pic>
        <p:pic>
          <p:nvPicPr>
            <p:cNvPr id="4" name="object 4"/>
            <p:cNvPicPr/>
            <p:nvPr/>
          </p:nvPicPr>
          <p:blipFill>
            <a:blip r:embed="rId3" cstate="print"/>
            <a:stretch>
              <a:fillRect/>
            </a:stretch>
          </p:blipFill>
          <p:spPr>
            <a:xfrm>
              <a:off x="1428727" y="214296"/>
              <a:ext cx="7072361" cy="589363"/>
            </a:xfrm>
            <a:prstGeom prst="rect">
              <a:avLst/>
            </a:prstGeom>
          </p:spPr>
        </p:pic>
      </p:grpSp>
      <p:sp>
        <p:nvSpPr>
          <p:cNvPr id="5" name="object 5"/>
          <p:cNvSpPr txBox="1">
            <a:spLocks noGrp="1"/>
          </p:cNvSpPr>
          <p:nvPr>
            <p:ph type="title"/>
          </p:nvPr>
        </p:nvSpPr>
        <p:spPr>
          <a:prstGeom prst="rect">
            <a:avLst/>
          </a:prstGeom>
        </p:spPr>
        <p:txBody>
          <a:bodyPr vert="horz" wrap="square" lIns="0" tIns="0" rIns="0" bIns="0" rtlCol="0">
            <a:spAutoFit/>
          </a:bodyPr>
          <a:lstStyle/>
          <a:p>
            <a:pPr marL="1567815">
              <a:lnSpc>
                <a:spcPts val="3710"/>
              </a:lnSpc>
            </a:pPr>
            <a:r>
              <a:rPr spc="-10" dirty="0"/>
              <a:t>WORKING</a:t>
            </a:r>
            <a:r>
              <a:rPr spc="-30" dirty="0"/>
              <a:t> </a:t>
            </a:r>
            <a:r>
              <a:rPr spc="-10" dirty="0"/>
              <a:t>WITH</a:t>
            </a:r>
            <a:r>
              <a:rPr spc="-25" dirty="0"/>
              <a:t> </a:t>
            </a:r>
            <a:r>
              <a:rPr spc="-10" dirty="0"/>
              <a:t>LIST</a:t>
            </a:r>
            <a:r>
              <a:rPr spc="-25" dirty="0"/>
              <a:t> </a:t>
            </a:r>
            <a:r>
              <a:rPr spc="-5" dirty="0"/>
              <a:t>INDEX</a:t>
            </a:r>
          </a:p>
        </p:txBody>
      </p:sp>
      <p:sp>
        <p:nvSpPr>
          <p:cNvPr id="6" name="object 6"/>
          <p:cNvSpPr txBox="1"/>
          <p:nvPr/>
        </p:nvSpPr>
        <p:spPr>
          <a:xfrm>
            <a:off x="1051266" y="1196519"/>
            <a:ext cx="7658734" cy="1927860"/>
          </a:xfrm>
          <a:prstGeom prst="rect">
            <a:avLst/>
          </a:prstGeom>
        </p:spPr>
        <p:txBody>
          <a:bodyPr vert="horz" wrap="square" lIns="0" tIns="48895" rIns="0" bIns="0" rtlCol="0">
            <a:spAutoFit/>
          </a:bodyPr>
          <a:lstStyle/>
          <a:p>
            <a:pPr marL="705485">
              <a:lnSpc>
                <a:spcPct val="100000"/>
              </a:lnSpc>
              <a:spcBef>
                <a:spcPts val="385"/>
              </a:spcBef>
            </a:pPr>
            <a:r>
              <a:rPr sz="2000" b="1" spc="-5" dirty="0">
                <a:solidFill>
                  <a:srgbClr val="FFFF00"/>
                </a:solidFill>
                <a:latin typeface="Arial"/>
                <a:cs typeface="Arial"/>
              </a:rPr>
              <a:t>List</a:t>
            </a:r>
            <a:r>
              <a:rPr sz="2000" b="1" spc="-10" dirty="0">
                <a:solidFill>
                  <a:srgbClr val="FFFF00"/>
                </a:solidFill>
                <a:latin typeface="Arial"/>
                <a:cs typeface="Arial"/>
              </a:rPr>
              <a:t> </a:t>
            </a:r>
            <a:r>
              <a:rPr sz="2000" b="1" spc="-5" dirty="0">
                <a:solidFill>
                  <a:srgbClr val="FFFF00"/>
                </a:solidFill>
                <a:latin typeface="Arial"/>
                <a:cs typeface="Arial"/>
              </a:rPr>
              <a:t>index</a:t>
            </a:r>
            <a:r>
              <a:rPr sz="2000" b="1" spc="-10" dirty="0">
                <a:solidFill>
                  <a:srgbClr val="FFFF00"/>
                </a:solidFill>
                <a:latin typeface="Arial"/>
                <a:cs typeface="Arial"/>
              </a:rPr>
              <a:t> </a:t>
            </a:r>
            <a:r>
              <a:rPr sz="2000" b="1" spc="-5" dirty="0">
                <a:solidFill>
                  <a:srgbClr val="FFFF00"/>
                </a:solidFill>
                <a:latin typeface="Arial"/>
                <a:cs typeface="Arial"/>
              </a:rPr>
              <a:t>works</a:t>
            </a:r>
            <a:r>
              <a:rPr sz="2000" b="1" spc="-10" dirty="0">
                <a:solidFill>
                  <a:srgbClr val="FFFF00"/>
                </a:solidFill>
                <a:latin typeface="Arial"/>
                <a:cs typeface="Arial"/>
              </a:rPr>
              <a:t> </a:t>
            </a:r>
            <a:r>
              <a:rPr sz="2000" b="1" dirty="0">
                <a:solidFill>
                  <a:srgbClr val="FFFF00"/>
                </a:solidFill>
                <a:latin typeface="Arial"/>
                <a:cs typeface="Arial"/>
              </a:rPr>
              <a:t>the</a:t>
            </a:r>
            <a:r>
              <a:rPr sz="2000" b="1" spc="-10" dirty="0">
                <a:solidFill>
                  <a:srgbClr val="FFFF00"/>
                </a:solidFill>
                <a:latin typeface="Arial"/>
                <a:cs typeface="Arial"/>
              </a:rPr>
              <a:t> </a:t>
            </a:r>
            <a:r>
              <a:rPr sz="2000" b="1" spc="-5" dirty="0">
                <a:solidFill>
                  <a:srgbClr val="FFFF00"/>
                </a:solidFill>
                <a:latin typeface="Arial"/>
                <a:cs typeface="Arial"/>
              </a:rPr>
              <a:t>same</a:t>
            </a:r>
            <a:r>
              <a:rPr sz="2000" b="1" spc="-10" dirty="0">
                <a:solidFill>
                  <a:srgbClr val="FFFF00"/>
                </a:solidFill>
                <a:latin typeface="Arial"/>
                <a:cs typeface="Arial"/>
              </a:rPr>
              <a:t> </a:t>
            </a:r>
            <a:r>
              <a:rPr sz="2000" b="1" spc="-5" dirty="0">
                <a:solidFill>
                  <a:srgbClr val="FFFF00"/>
                </a:solidFill>
                <a:latin typeface="Arial"/>
                <a:cs typeface="Arial"/>
              </a:rPr>
              <a:t>way</a:t>
            </a:r>
            <a:r>
              <a:rPr sz="2000" b="1" spc="-10" dirty="0">
                <a:solidFill>
                  <a:srgbClr val="FFFF00"/>
                </a:solidFill>
                <a:latin typeface="Arial"/>
                <a:cs typeface="Arial"/>
              </a:rPr>
              <a:t> </a:t>
            </a:r>
            <a:r>
              <a:rPr sz="2000" b="1" spc="-5" dirty="0">
                <a:solidFill>
                  <a:srgbClr val="FFFF00"/>
                </a:solidFill>
                <a:latin typeface="Arial"/>
                <a:cs typeface="Arial"/>
              </a:rPr>
              <a:t>as</a:t>
            </a:r>
            <a:r>
              <a:rPr sz="2000" b="1" spc="-10" dirty="0">
                <a:solidFill>
                  <a:srgbClr val="FFFF00"/>
                </a:solidFill>
                <a:latin typeface="Arial"/>
                <a:cs typeface="Arial"/>
              </a:rPr>
              <a:t> </a:t>
            </a:r>
            <a:r>
              <a:rPr sz="2000" b="1" spc="-5" dirty="0">
                <a:solidFill>
                  <a:srgbClr val="FFFF00"/>
                </a:solidFill>
                <a:latin typeface="Arial"/>
                <a:cs typeface="Arial"/>
              </a:rPr>
              <a:t>String</a:t>
            </a:r>
            <a:r>
              <a:rPr sz="2000" b="1" spc="-15" dirty="0">
                <a:solidFill>
                  <a:srgbClr val="FFFF00"/>
                </a:solidFill>
                <a:latin typeface="Arial"/>
                <a:cs typeface="Arial"/>
              </a:rPr>
              <a:t> </a:t>
            </a:r>
            <a:r>
              <a:rPr sz="2000" b="1" spc="-5" dirty="0">
                <a:solidFill>
                  <a:srgbClr val="FFFF00"/>
                </a:solidFill>
                <a:latin typeface="Arial"/>
                <a:cs typeface="Arial"/>
              </a:rPr>
              <a:t>index,</a:t>
            </a:r>
            <a:r>
              <a:rPr sz="2000" b="1" spc="-10" dirty="0">
                <a:solidFill>
                  <a:srgbClr val="FFFF00"/>
                </a:solidFill>
                <a:latin typeface="Arial"/>
                <a:cs typeface="Arial"/>
              </a:rPr>
              <a:t> </a:t>
            </a:r>
            <a:r>
              <a:rPr sz="2000" b="1" spc="-5" dirty="0">
                <a:solidFill>
                  <a:srgbClr val="FFFF00"/>
                </a:solidFill>
                <a:latin typeface="Arial"/>
                <a:cs typeface="Arial"/>
              </a:rPr>
              <a:t>which</a:t>
            </a:r>
            <a:r>
              <a:rPr sz="2000" b="1" spc="-10" dirty="0">
                <a:solidFill>
                  <a:srgbClr val="FFFF00"/>
                </a:solidFill>
                <a:latin typeface="Arial"/>
                <a:cs typeface="Arial"/>
              </a:rPr>
              <a:t> </a:t>
            </a:r>
            <a:r>
              <a:rPr sz="2000" b="1" spc="-5" dirty="0">
                <a:solidFill>
                  <a:srgbClr val="FFFF00"/>
                </a:solidFill>
                <a:latin typeface="Arial"/>
                <a:cs typeface="Arial"/>
              </a:rPr>
              <a:t>is:</a:t>
            </a:r>
            <a:endParaRPr sz="2000">
              <a:latin typeface="Arial"/>
              <a:cs typeface="Arial"/>
            </a:endParaRPr>
          </a:p>
          <a:p>
            <a:pPr marL="12700">
              <a:lnSpc>
                <a:spcPct val="100000"/>
              </a:lnSpc>
              <a:spcBef>
                <a:spcPts val="290"/>
              </a:spcBef>
            </a:pPr>
            <a:r>
              <a:rPr sz="2000" spc="80" dirty="0">
                <a:latin typeface="Segoe UI Symbol"/>
                <a:cs typeface="Segoe UI Symbol"/>
              </a:rPr>
              <a:t>✔</a:t>
            </a:r>
            <a:r>
              <a:rPr sz="2000" spc="80" dirty="0">
                <a:latin typeface="Arial MT"/>
                <a:cs typeface="Arial MT"/>
              </a:rPr>
              <a:t>An</a:t>
            </a:r>
            <a:r>
              <a:rPr sz="2000" spc="-20" dirty="0">
                <a:latin typeface="Arial MT"/>
                <a:cs typeface="Arial MT"/>
              </a:rPr>
              <a:t> </a:t>
            </a:r>
            <a:r>
              <a:rPr sz="2000" spc="-5" dirty="0">
                <a:latin typeface="Arial MT"/>
                <a:cs typeface="Arial MT"/>
              </a:rPr>
              <a:t>integer</a:t>
            </a:r>
            <a:r>
              <a:rPr sz="2000" spc="-15" dirty="0">
                <a:latin typeface="Arial MT"/>
                <a:cs typeface="Arial MT"/>
              </a:rPr>
              <a:t> </a:t>
            </a:r>
            <a:r>
              <a:rPr sz="2000" dirty="0">
                <a:latin typeface="Arial MT"/>
                <a:cs typeface="Arial MT"/>
              </a:rPr>
              <a:t>value/expression</a:t>
            </a:r>
            <a:r>
              <a:rPr sz="2000" spc="-15" dirty="0">
                <a:latin typeface="Arial MT"/>
                <a:cs typeface="Arial MT"/>
              </a:rPr>
              <a:t> </a:t>
            </a:r>
            <a:r>
              <a:rPr sz="2000" dirty="0">
                <a:latin typeface="Arial MT"/>
                <a:cs typeface="Arial MT"/>
              </a:rPr>
              <a:t>can</a:t>
            </a:r>
            <a:r>
              <a:rPr sz="2000" spc="-10" dirty="0">
                <a:latin typeface="Arial MT"/>
                <a:cs typeface="Arial MT"/>
              </a:rPr>
              <a:t> </a:t>
            </a:r>
            <a:r>
              <a:rPr sz="2000" spc="-5" dirty="0">
                <a:latin typeface="Arial MT"/>
                <a:cs typeface="Arial MT"/>
              </a:rPr>
              <a:t>be</a:t>
            </a:r>
            <a:r>
              <a:rPr sz="2000" spc="-15" dirty="0">
                <a:latin typeface="Arial MT"/>
                <a:cs typeface="Arial MT"/>
              </a:rPr>
              <a:t> </a:t>
            </a:r>
            <a:r>
              <a:rPr sz="2000" spc="-5" dirty="0">
                <a:latin typeface="Arial MT"/>
                <a:cs typeface="Arial MT"/>
              </a:rPr>
              <a:t>used</a:t>
            </a:r>
            <a:r>
              <a:rPr sz="2000" spc="-15" dirty="0">
                <a:latin typeface="Arial MT"/>
                <a:cs typeface="Arial MT"/>
              </a:rPr>
              <a:t> </a:t>
            </a:r>
            <a:r>
              <a:rPr sz="2000" spc="-5" dirty="0">
                <a:latin typeface="Arial MT"/>
                <a:cs typeface="Arial MT"/>
              </a:rPr>
              <a:t>as</a:t>
            </a:r>
            <a:r>
              <a:rPr sz="2000" spc="-15" dirty="0">
                <a:latin typeface="Arial MT"/>
                <a:cs typeface="Arial MT"/>
              </a:rPr>
              <a:t> </a:t>
            </a:r>
            <a:r>
              <a:rPr sz="2000" spc="-5" dirty="0">
                <a:latin typeface="Arial MT"/>
                <a:cs typeface="Arial MT"/>
              </a:rPr>
              <a:t>index.</a:t>
            </a:r>
            <a:endParaRPr sz="2000">
              <a:latin typeface="Arial MT"/>
              <a:cs typeface="Arial MT"/>
            </a:endParaRPr>
          </a:p>
          <a:p>
            <a:pPr marL="248285" marR="13970" indent="-236220">
              <a:lnSpc>
                <a:spcPct val="100000"/>
              </a:lnSpc>
            </a:pPr>
            <a:r>
              <a:rPr sz="2000" spc="80" dirty="0">
                <a:latin typeface="Segoe UI Symbol"/>
                <a:cs typeface="Segoe UI Symbol"/>
              </a:rPr>
              <a:t>✔</a:t>
            </a:r>
            <a:r>
              <a:rPr sz="2000" spc="80" dirty="0">
                <a:latin typeface="Arial MT"/>
                <a:cs typeface="Arial MT"/>
              </a:rPr>
              <a:t>An</a:t>
            </a:r>
            <a:r>
              <a:rPr sz="2000" spc="150" dirty="0">
                <a:latin typeface="Arial MT"/>
                <a:cs typeface="Arial MT"/>
              </a:rPr>
              <a:t> </a:t>
            </a:r>
            <a:r>
              <a:rPr sz="2000" spc="-5" dirty="0">
                <a:latin typeface="Arial MT"/>
                <a:cs typeface="Arial MT"/>
              </a:rPr>
              <a:t>Index</a:t>
            </a:r>
            <a:r>
              <a:rPr sz="2000" spc="150" dirty="0">
                <a:latin typeface="Arial MT"/>
                <a:cs typeface="Arial MT"/>
              </a:rPr>
              <a:t> </a:t>
            </a:r>
            <a:r>
              <a:rPr sz="2000" spc="-5" dirty="0">
                <a:latin typeface="Arial MT"/>
                <a:cs typeface="Arial MT"/>
              </a:rPr>
              <a:t>Error</a:t>
            </a:r>
            <a:r>
              <a:rPr sz="2000" spc="150" dirty="0">
                <a:latin typeface="Arial MT"/>
                <a:cs typeface="Arial MT"/>
              </a:rPr>
              <a:t> </a:t>
            </a:r>
            <a:r>
              <a:rPr sz="2000" spc="-5" dirty="0">
                <a:latin typeface="Arial MT"/>
                <a:cs typeface="Arial MT"/>
              </a:rPr>
              <a:t>appears,</a:t>
            </a:r>
            <a:r>
              <a:rPr sz="2000" spc="155" dirty="0">
                <a:latin typeface="Arial MT"/>
                <a:cs typeface="Arial MT"/>
              </a:rPr>
              <a:t> </a:t>
            </a:r>
            <a:r>
              <a:rPr sz="2000" spc="-5" dirty="0">
                <a:latin typeface="Arial MT"/>
                <a:cs typeface="Arial MT"/>
              </a:rPr>
              <a:t>if</a:t>
            </a:r>
            <a:r>
              <a:rPr sz="2000" spc="155" dirty="0">
                <a:latin typeface="Arial MT"/>
                <a:cs typeface="Arial MT"/>
              </a:rPr>
              <a:t> </a:t>
            </a:r>
            <a:r>
              <a:rPr sz="2000" dirty="0">
                <a:latin typeface="Arial MT"/>
                <a:cs typeface="Arial MT"/>
              </a:rPr>
              <a:t>you</a:t>
            </a:r>
            <a:r>
              <a:rPr sz="2000" spc="160" dirty="0">
                <a:latin typeface="Arial MT"/>
                <a:cs typeface="Arial MT"/>
              </a:rPr>
              <a:t> </a:t>
            </a:r>
            <a:r>
              <a:rPr sz="2000" spc="-5" dirty="0">
                <a:latin typeface="Arial MT"/>
                <a:cs typeface="Arial MT"/>
              </a:rPr>
              <a:t>try</a:t>
            </a:r>
            <a:r>
              <a:rPr sz="2000" spc="150" dirty="0">
                <a:latin typeface="Arial MT"/>
                <a:cs typeface="Arial MT"/>
              </a:rPr>
              <a:t> </a:t>
            </a:r>
            <a:r>
              <a:rPr sz="2000" spc="-5" dirty="0">
                <a:latin typeface="Arial MT"/>
                <a:cs typeface="Arial MT"/>
              </a:rPr>
              <a:t>and</a:t>
            </a:r>
            <a:r>
              <a:rPr sz="2000" spc="155" dirty="0">
                <a:latin typeface="Arial MT"/>
                <a:cs typeface="Arial MT"/>
              </a:rPr>
              <a:t> </a:t>
            </a:r>
            <a:r>
              <a:rPr sz="2000" spc="-5" dirty="0">
                <a:latin typeface="Arial MT"/>
                <a:cs typeface="Arial MT"/>
              </a:rPr>
              <a:t>access</a:t>
            </a:r>
            <a:r>
              <a:rPr sz="2000" spc="155" dirty="0">
                <a:latin typeface="Arial MT"/>
                <a:cs typeface="Arial MT"/>
              </a:rPr>
              <a:t> </a:t>
            </a:r>
            <a:r>
              <a:rPr sz="2000" spc="-5" dirty="0">
                <a:latin typeface="Arial MT"/>
                <a:cs typeface="Arial MT"/>
              </a:rPr>
              <a:t>element</a:t>
            </a:r>
            <a:r>
              <a:rPr sz="2000" spc="155" dirty="0">
                <a:latin typeface="Arial MT"/>
                <a:cs typeface="Arial MT"/>
              </a:rPr>
              <a:t> </a:t>
            </a:r>
            <a:r>
              <a:rPr sz="2000" spc="-5" dirty="0">
                <a:latin typeface="Arial MT"/>
                <a:cs typeface="Arial MT"/>
              </a:rPr>
              <a:t>that</a:t>
            </a:r>
            <a:r>
              <a:rPr sz="2000" spc="150" dirty="0">
                <a:latin typeface="Arial MT"/>
                <a:cs typeface="Arial MT"/>
              </a:rPr>
              <a:t> </a:t>
            </a:r>
            <a:r>
              <a:rPr sz="2000" spc="-5" dirty="0">
                <a:latin typeface="Arial MT"/>
                <a:cs typeface="Arial MT"/>
              </a:rPr>
              <a:t>does </a:t>
            </a:r>
            <a:r>
              <a:rPr sz="2000" spc="-540" dirty="0">
                <a:latin typeface="Arial MT"/>
                <a:cs typeface="Arial MT"/>
              </a:rPr>
              <a:t> </a:t>
            </a:r>
            <a:r>
              <a:rPr sz="2000" spc="-5" dirty="0">
                <a:latin typeface="Arial MT"/>
                <a:cs typeface="Arial MT"/>
              </a:rPr>
              <a:t>not</a:t>
            </a:r>
            <a:r>
              <a:rPr sz="2000" spc="-10" dirty="0">
                <a:latin typeface="Arial MT"/>
                <a:cs typeface="Arial MT"/>
              </a:rPr>
              <a:t> </a:t>
            </a:r>
            <a:r>
              <a:rPr sz="2000" spc="-5" dirty="0">
                <a:latin typeface="Arial MT"/>
                <a:cs typeface="Arial MT"/>
              </a:rPr>
              <a:t>exist in the list.</a:t>
            </a:r>
            <a:endParaRPr sz="2000">
              <a:latin typeface="Arial MT"/>
              <a:cs typeface="Arial MT"/>
            </a:endParaRPr>
          </a:p>
          <a:p>
            <a:pPr marL="248285" marR="5080" indent="-236220">
              <a:lnSpc>
                <a:spcPct val="100000"/>
              </a:lnSpc>
              <a:tabLst>
                <a:tab pos="720725" algn="l"/>
                <a:tab pos="1490345" algn="l"/>
                <a:tab pos="2062480" algn="l"/>
                <a:tab pos="2774950" algn="l"/>
                <a:tab pos="2856230" algn="l"/>
                <a:tab pos="3079115" algn="l"/>
                <a:tab pos="4201160" algn="l"/>
                <a:tab pos="5041265" algn="l"/>
                <a:tab pos="5401945" algn="l"/>
                <a:tab pos="5986145" algn="l"/>
                <a:tab pos="6685280" algn="l"/>
              </a:tabLst>
            </a:pPr>
            <a:r>
              <a:rPr sz="2000" spc="250" dirty="0">
                <a:latin typeface="Segoe UI Symbol"/>
                <a:cs typeface="Segoe UI Symbol"/>
              </a:rPr>
              <a:t>✔</a:t>
            </a:r>
            <a:r>
              <a:rPr sz="2000" spc="-5" dirty="0">
                <a:latin typeface="Arial MT"/>
                <a:cs typeface="Arial MT"/>
              </a:rPr>
              <a:t>A</a:t>
            </a:r>
            <a:r>
              <a:rPr sz="2000" dirty="0">
                <a:latin typeface="Arial MT"/>
                <a:cs typeface="Arial MT"/>
              </a:rPr>
              <a:t>n	</a:t>
            </a:r>
            <a:r>
              <a:rPr sz="2000" spc="-5" dirty="0">
                <a:latin typeface="Arial MT"/>
                <a:cs typeface="Arial MT"/>
              </a:rPr>
              <a:t>inde</a:t>
            </a:r>
            <a:r>
              <a:rPr sz="2000" dirty="0">
                <a:latin typeface="Arial MT"/>
                <a:cs typeface="Arial MT"/>
              </a:rPr>
              <a:t>x	can	</a:t>
            </a:r>
            <a:r>
              <a:rPr sz="2000" spc="-5" dirty="0">
                <a:latin typeface="Arial MT"/>
                <a:cs typeface="Arial MT"/>
              </a:rPr>
              <a:t>hav</a:t>
            </a:r>
            <a:r>
              <a:rPr sz="2000" dirty="0">
                <a:latin typeface="Arial MT"/>
                <a:cs typeface="Arial MT"/>
              </a:rPr>
              <a:t>e	a	</a:t>
            </a:r>
            <a:r>
              <a:rPr sz="2000" spc="-5" dirty="0">
                <a:latin typeface="Arial MT"/>
                <a:cs typeface="Arial MT"/>
              </a:rPr>
              <a:t>negativ</a:t>
            </a:r>
            <a:r>
              <a:rPr sz="2000" dirty="0">
                <a:latin typeface="Arial MT"/>
                <a:cs typeface="Arial MT"/>
              </a:rPr>
              <a:t>e	value,	</a:t>
            </a:r>
            <a:r>
              <a:rPr sz="2000" spc="-5" dirty="0">
                <a:latin typeface="Arial MT"/>
                <a:cs typeface="Arial MT"/>
              </a:rPr>
              <a:t>i</a:t>
            </a:r>
            <a:r>
              <a:rPr sz="2000" dirty="0">
                <a:latin typeface="Arial MT"/>
                <a:cs typeface="Arial MT"/>
              </a:rPr>
              <a:t>n	</a:t>
            </a:r>
            <a:r>
              <a:rPr sz="2000" spc="-5" dirty="0">
                <a:latin typeface="Arial MT"/>
                <a:cs typeface="Arial MT"/>
              </a:rPr>
              <a:t>tha</a:t>
            </a:r>
            <a:r>
              <a:rPr sz="2000" dirty="0">
                <a:latin typeface="Arial MT"/>
                <a:cs typeface="Arial MT"/>
              </a:rPr>
              <a:t>t	case	counting  </a:t>
            </a:r>
            <a:r>
              <a:rPr sz="2000" spc="-5" dirty="0">
                <a:latin typeface="Arial MT"/>
                <a:cs typeface="Arial MT"/>
              </a:rPr>
              <a:t>happens</a:t>
            </a:r>
            <a:r>
              <a:rPr sz="2000" dirty="0">
                <a:latin typeface="Arial MT"/>
                <a:cs typeface="Arial MT"/>
              </a:rPr>
              <a:t> </a:t>
            </a:r>
            <a:r>
              <a:rPr sz="2000" spc="-5" dirty="0">
                <a:latin typeface="Arial MT"/>
                <a:cs typeface="Arial MT"/>
              </a:rPr>
              <a:t>from</a:t>
            </a:r>
            <a:r>
              <a:rPr sz="2000" dirty="0">
                <a:latin typeface="Arial MT"/>
                <a:cs typeface="Arial MT"/>
              </a:rPr>
              <a:t> </a:t>
            </a:r>
            <a:r>
              <a:rPr sz="2000" spc="-5" dirty="0">
                <a:latin typeface="Arial MT"/>
                <a:cs typeface="Arial MT"/>
              </a:rPr>
              <a:t>the</a:t>
            </a:r>
            <a:r>
              <a:rPr sz="2000" dirty="0">
                <a:latin typeface="Arial MT"/>
                <a:cs typeface="Arial MT"/>
              </a:rPr>
              <a:t> </a:t>
            </a:r>
            <a:r>
              <a:rPr sz="2000" spc="-5" dirty="0">
                <a:latin typeface="Arial MT"/>
                <a:cs typeface="Arial MT"/>
              </a:rPr>
              <a:t>end		of</a:t>
            </a:r>
            <a:r>
              <a:rPr sz="2000" spc="-10" dirty="0">
                <a:latin typeface="Arial MT"/>
                <a:cs typeface="Arial MT"/>
              </a:rPr>
              <a:t> </a:t>
            </a:r>
            <a:r>
              <a:rPr sz="2000" spc="-5" dirty="0">
                <a:latin typeface="Arial MT"/>
                <a:cs typeface="Arial MT"/>
              </a:rPr>
              <a:t>the list.</a:t>
            </a:r>
            <a:endParaRPr sz="2000">
              <a:latin typeface="Arial MT"/>
              <a:cs typeface="Arial MT"/>
            </a:endParaRPr>
          </a:p>
        </p:txBody>
      </p:sp>
    </p:spTree>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384937" y="489301"/>
            <a:ext cx="3296285" cy="574040"/>
          </a:xfrm>
          <a:prstGeom prst="rect">
            <a:avLst/>
          </a:prstGeom>
        </p:spPr>
        <p:txBody>
          <a:bodyPr vert="horz" wrap="square" lIns="0" tIns="12700" rIns="0" bIns="0" rtlCol="0">
            <a:spAutoFit/>
          </a:bodyPr>
          <a:lstStyle/>
          <a:p>
            <a:pPr marL="12700">
              <a:lnSpc>
                <a:spcPct val="100000"/>
              </a:lnSpc>
              <a:spcBef>
                <a:spcPts val="100"/>
              </a:spcBef>
            </a:pPr>
            <a:r>
              <a:rPr sz="3600" spc="-10" dirty="0"/>
              <a:t>LIST</a:t>
            </a:r>
            <a:r>
              <a:rPr sz="3600" spc="-55" dirty="0"/>
              <a:t> </a:t>
            </a:r>
            <a:r>
              <a:rPr sz="3600" dirty="0"/>
              <a:t>-</a:t>
            </a:r>
            <a:r>
              <a:rPr sz="3600" spc="-45" dirty="0"/>
              <a:t> </a:t>
            </a:r>
            <a:r>
              <a:rPr sz="3600" spc="-5" dirty="0"/>
              <a:t>Example</a:t>
            </a:r>
            <a:endParaRPr sz="3600"/>
          </a:p>
        </p:txBody>
      </p:sp>
      <p:grpSp>
        <p:nvGrpSpPr>
          <p:cNvPr id="3" name="object 3"/>
          <p:cNvGrpSpPr/>
          <p:nvPr/>
        </p:nvGrpSpPr>
        <p:grpSpPr>
          <a:xfrm>
            <a:off x="1163972" y="1283900"/>
            <a:ext cx="7728584" cy="2804160"/>
            <a:chOff x="1163972" y="1283900"/>
            <a:chExt cx="7728584" cy="2804160"/>
          </a:xfrm>
        </p:grpSpPr>
        <p:pic>
          <p:nvPicPr>
            <p:cNvPr id="4" name="object 4"/>
            <p:cNvPicPr/>
            <p:nvPr/>
          </p:nvPicPr>
          <p:blipFill>
            <a:blip r:embed="rId2" cstate="print"/>
            <a:stretch>
              <a:fillRect/>
            </a:stretch>
          </p:blipFill>
          <p:spPr>
            <a:xfrm>
              <a:off x="1163972" y="1283900"/>
              <a:ext cx="7728000" cy="2803881"/>
            </a:xfrm>
            <a:prstGeom prst="rect">
              <a:avLst/>
            </a:prstGeom>
          </p:spPr>
        </p:pic>
        <p:pic>
          <p:nvPicPr>
            <p:cNvPr id="5" name="object 5"/>
            <p:cNvPicPr/>
            <p:nvPr/>
          </p:nvPicPr>
          <p:blipFill>
            <a:blip r:embed="rId3" cstate="print"/>
            <a:stretch>
              <a:fillRect/>
            </a:stretch>
          </p:blipFill>
          <p:spPr>
            <a:xfrm>
              <a:off x="1357289" y="1477218"/>
              <a:ext cx="7143799" cy="2219680"/>
            </a:xfrm>
            <a:prstGeom prst="rect">
              <a:avLst/>
            </a:prstGeom>
          </p:spPr>
        </p:pic>
      </p:grpSp>
    </p:spTree>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82398" y="2124568"/>
            <a:ext cx="7378065" cy="513080"/>
          </a:xfrm>
          <a:prstGeom prst="rect">
            <a:avLst/>
          </a:prstGeom>
        </p:spPr>
        <p:txBody>
          <a:bodyPr vert="horz" wrap="square" lIns="0" tIns="12700" rIns="0" bIns="0" rtlCol="0">
            <a:spAutoFit/>
          </a:bodyPr>
          <a:lstStyle/>
          <a:p>
            <a:pPr marL="12700">
              <a:lnSpc>
                <a:spcPct val="100000"/>
              </a:lnSpc>
              <a:spcBef>
                <a:spcPts val="100"/>
              </a:spcBef>
            </a:pPr>
            <a:r>
              <a:rPr spc="-50" dirty="0">
                <a:solidFill>
                  <a:srgbClr val="C00000"/>
                </a:solidFill>
                <a:latin typeface="Georgia"/>
                <a:cs typeface="Georgia"/>
              </a:rPr>
              <a:t>9.2</a:t>
            </a:r>
            <a:r>
              <a:rPr spc="25" dirty="0">
                <a:solidFill>
                  <a:srgbClr val="C00000"/>
                </a:solidFill>
                <a:latin typeface="Georgia"/>
                <a:cs typeface="Georgia"/>
              </a:rPr>
              <a:t> </a:t>
            </a:r>
            <a:r>
              <a:rPr spc="85" dirty="0">
                <a:solidFill>
                  <a:srgbClr val="C00000"/>
                </a:solidFill>
                <a:latin typeface="Georgia"/>
                <a:cs typeface="Georgia"/>
              </a:rPr>
              <a:t>HIGH</a:t>
            </a:r>
            <a:r>
              <a:rPr spc="25" dirty="0">
                <a:solidFill>
                  <a:srgbClr val="C00000"/>
                </a:solidFill>
                <a:latin typeface="Georgia"/>
                <a:cs typeface="Georgia"/>
              </a:rPr>
              <a:t> </a:t>
            </a:r>
            <a:r>
              <a:rPr spc="175" dirty="0">
                <a:solidFill>
                  <a:srgbClr val="C00000"/>
                </a:solidFill>
                <a:latin typeface="Georgia"/>
                <a:cs typeface="Georgia"/>
              </a:rPr>
              <a:t>DIMENSIONAL</a:t>
            </a:r>
            <a:r>
              <a:rPr spc="-185" dirty="0">
                <a:solidFill>
                  <a:srgbClr val="C00000"/>
                </a:solidFill>
                <a:latin typeface="Georgia"/>
                <a:cs typeface="Georgia"/>
              </a:rPr>
              <a:t> </a:t>
            </a:r>
            <a:r>
              <a:rPr spc="55" dirty="0">
                <a:solidFill>
                  <a:srgbClr val="C00000"/>
                </a:solidFill>
                <a:latin typeface="Georgia"/>
                <a:cs typeface="Georgia"/>
              </a:rPr>
              <a:t>ARRAY</a:t>
            </a:r>
          </a:p>
        </p:txBody>
      </p:sp>
    </p:spTree>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34290" rIns="0" bIns="0" rtlCol="0">
            <a:spAutoFit/>
          </a:bodyPr>
          <a:lstStyle/>
          <a:p>
            <a:pPr marL="1494155">
              <a:lnSpc>
                <a:spcPct val="100000"/>
              </a:lnSpc>
              <a:spcBef>
                <a:spcPts val="270"/>
              </a:spcBef>
            </a:pPr>
            <a:r>
              <a:rPr spc="-5" dirty="0">
                <a:solidFill>
                  <a:srgbClr val="000000"/>
                </a:solidFill>
              </a:rPr>
              <a:t>Deleting</a:t>
            </a:r>
            <a:r>
              <a:rPr spc="-30" dirty="0">
                <a:solidFill>
                  <a:srgbClr val="000000"/>
                </a:solidFill>
              </a:rPr>
              <a:t> </a:t>
            </a:r>
            <a:r>
              <a:rPr spc="-10" dirty="0">
                <a:solidFill>
                  <a:srgbClr val="000000"/>
                </a:solidFill>
              </a:rPr>
              <a:t>Elements</a:t>
            </a:r>
            <a:r>
              <a:rPr spc="-30" dirty="0">
                <a:solidFill>
                  <a:srgbClr val="000000"/>
                </a:solidFill>
              </a:rPr>
              <a:t> </a:t>
            </a:r>
            <a:r>
              <a:rPr spc="-5" dirty="0">
                <a:solidFill>
                  <a:srgbClr val="000000"/>
                </a:solidFill>
              </a:rPr>
              <a:t>of</a:t>
            </a:r>
            <a:r>
              <a:rPr spc="-30" dirty="0">
                <a:solidFill>
                  <a:srgbClr val="000000"/>
                </a:solidFill>
              </a:rPr>
              <a:t> </a:t>
            </a:r>
            <a:r>
              <a:rPr spc="-5" dirty="0">
                <a:solidFill>
                  <a:srgbClr val="000000"/>
                </a:solidFill>
              </a:rPr>
              <a:t>LIST</a:t>
            </a:r>
          </a:p>
        </p:txBody>
      </p:sp>
      <p:sp>
        <p:nvSpPr>
          <p:cNvPr id="3" name="object 3"/>
          <p:cNvSpPr txBox="1">
            <a:spLocks noGrp="1"/>
          </p:cNvSpPr>
          <p:nvPr>
            <p:ph type="body" idx="1"/>
          </p:nvPr>
        </p:nvSpPr>
        <p:spPr>
          <a:prstGeom prst="rect">
            <a:avLst/>
          </a:prstGeom>
        </p:spPr>
        <p:txBody>
          <a:bodyPr vert="horz" wrap="square" lIns="0" tIns="0" rIns="0" bIns="0" rtlCol="0">
            <a:spAutoFit/>
          </a:bodyPr>
          <a:lstStyle/>
          <a:p>
            <a:pPr marL="1005205" marR="5080" indent="457200">
              <a:lnSpc>
                <a:spcPct val="102899"/>
              </a:lnSpc>
              <a:tabLst>
                <a:tab pos="1906905" algn="l"/>
                <a:tab pos="2411095" algn="l"/>
                <a:tab pos="3963035" algn="l"/>
                <a:tab pos="4505960" algn="l"/>
                <a:tab pos="7005955" algn="l"/>
              </a:tabLst>
            </a:pPr>
            <a:r>
              <a:rPr spc="-5" dirty="0"/>
              <a:t>I</a:t>
            </a:r>
            <a:r>
              <a:rPr dirty="0"/>
              <a:t>t	</a:t>
            </a:r>
            <a:r>
              <a:rPr spc="-5" dirty="0"/>
              <a:t>i</a:t>
            </a:r>
            <a:r>
              <a:rPr dirty="0"/>
              <a:t>s	</a:t>
            </a:r>
            <a:r>
              <a:rPr spc="-5" dirty="0"/>
              <a:t>possibl</a:t>
            </a:r>
            <a:r>
              <a:rPr dirty="0"/>
              <a:t>e	</a:t>
            </a:r>
            <a:r>
              <a:rPr spc="-5" dirty="0"/>
              <a:t>t</a:t>
            </a:r>
            <a:r>
              <a:rPr dirty="0"/>
              <a:t>o	</a:t>
            </a:r>
            <a:r>
              <a:rPr spc="-5" dirty="0"/>
              <a:t>delete/remov</a:t>
            </a:r>
            <a:r>
              <a:rPr dirty="0"/>
              <a:t>e	</a:t>
            </a:r>
            <a:r>
              <a:rPr spc="-5" dirty="0"/>
              <a:t>element(s)  from</a:t>
            </a:r>
            <a:r>
              <a:rPr spc="-15" dirty="0"/>
              <a:t> </a:t>
            </a:r>
            <a:r>
              <a:rPr spc="-5" dirty="0"/>
              <a:t>the</a:t>
            </a:r>
            <a:r>
              <a:rPr spc="-15" dirty="0"/>
              <a:t> </a:t>
            </a:r>
            <a:r>
              <a:rPr spc="-5" dirty="0"/>
              <a:t>list.</a:t>
            </a:r>
            <a:r>
              <a:rPr spc="-60" dirty="0"/>
              <a:t> </a:t>
            </a:r>
            <a:r>
              <a:rPr spc="-5" dirty="0"/>
              <a:t>There</a:t>
            </a:r>
            <a:r>
              <a:rPr spc="-15" dirty="0"/>
              <a:t> </a:t>
            </a:r>
            <a:r>
              <a:rPr spc="-5" dirty="0"/>
              <a:t>are</a:t>
            </a:r>
            <a:r>
              <a:rPr spc="-10" dirty="0"/>
              <a:t> </a:t>
            </a:r>
            <a:r>
              <a:rPr dirty="0"/>
              <a:t>many</a:t>
            </a:r>
            <a:r>
              <a:rPr spc="-10" dirty="0"/>
              <a:t> </a:t>
            </a:r>
            <a:r>
              <a:rPr spc="-5" dirty="0"/>
              <a:t>ways</a:t>
            </a:r>
            <a:r>
              <a:rPr spc="-10" dirty="0"/>
              <a:t> </a:t>
            </a:r>
            <a:r>
              <a:rPr spc="-5" dirty="0"/>
              <a:t>of</a:t>
            </a:r>
            <a:r>
              <a:rPr spc="-10" dirty="0"/>
              <a:t> </a:t>
            </a:r>
            <a:r>
              <a:rPr spc="-5" dirty="0"/>
              <a:t>doing</a:t>
            </a:r>
            <a:r>
              <a:rPr spc="-10" dirty="0"/>
              <a:t> </a:t>
            </a:r>
            <a:r>
              <a:rPr dirty="0"/>
              <a:t>so:</a:t>
            </a:r>
          </a:p>
          <a:p>
            <a:pPr marL="1517650" indent="-513080">
              <a:lnSpc>
                <a:spcPct val="100000"/>
              </a:lnSpc>
              <a:buAutoNum type="romanLcParenBoth"/>
              <a:tabLst>
                <a:tab pos="1518285" algn="l"/>
                <a:tab pos="1518920" algn="l"/>
              </a:tabLst>
            </a:pPr>
            <a:r>
              <a:rPr spc="-5" dirty="0"/>
              <a:t>If</a:t>
            </a:r>
            <a:r>
              <a:rPr spc="-20" dirty="0"/>
              <a:t> </a:t>
            </a:r>
            <a:r>
              <a:rPr spc="-5" dirty="0"/>
              <a:t>index</a:t>
            </a:r>
            <a:r>
              <a:rPr spc="-10" dirty="0"/>
              <a:t> </a:t>
            </a:r>
            <a:r>
              <a:rPr spc="-5" dirty="0"/>
              <a:t>is</a:t>
            </a:r>
            <a:r>
              <a:rPr spc="-10" dirty="0"/>
              <a:t> </a:t>
            </a:r>
            <a:r>
              <a:rPr dirty="0"/>
              <a:t>known,</a:t>
            </a:r>
            <a:r>
              <a:rPr spc="-10" dirty="0"/>
              <a:t> </a:t>
            </a:r>
            <a:r>
              <a:rPr spc="-5" dirty="0"/>
              <a:t>we</a:t>
            </a:r>
            <a:r>
              <a:rPr spc="-10" dirty="0"/>
              <a:t> </a:t>
            </a:r>
            <a:r>
              <a:rPr dirty="0"/>
              <a:t>can</a:t>
            </a:r>
            <a:r>
              <a:rPr spc="-10" dirty="0"/>
              <a:t> </a:t>
            </a:r>
            <a:r>
              <a:rPr spc="-5" dirty="0"/>
              <a:t>use</a:t>
            </a:r>
            <a:r>
              <a:rPr spc="-10" dirty="0"/>
              <a:t> </a:t>
            </a:r>
            <a:r>
              <a:rPr spc="-5" dirty="0"/>
              <a:t>pop</a:t>
            </a:r>
            <a:r>
              <a:rPr spc="-10" dirty="0"/>
              <a:t> </a:t>
            </a:r>
            <a:r>
              <a:rPr dirty="0"/>
              <a:t>(</a:t>
            </a:r>
            <a:r>
              <a:rPr spc="-10" dirty="0"/>
              <a:t> </a:t>
            </a:r>
            <a:r>
              <a:rPr dirty="0"/>
              <a:t>)</a:t>
            </a:r>
            <a:r>
              <a:rPr spc="-10" dirty="0"/>
              <a:t> </a:t>
            </a:r>
            <a:r>
              <a:rPr spc="-5" dirty="0"/>
              <a:t>or</a:t>
            </a:r>
            <a:r>
              <a:rPr spc="-10" dirty="0"/>
              <a:t> </a:t>
            </a:r>
            <a:r>
              <a:rPr spc="-5" dirty="0"/>
              <a:t>del</a:t>
            </a:r>
          </a:p>
          <a:p>
            <a:pPr marL="1005205" marR="1229995">
              <a:lnSpc>
                <a:spcPct val="100000"/>
              </a:lnSpc>
              <a:buAutoNum type="romanLcParenBoth"/>
              <a:tabLst>
                <a:tab pos="1499235" algn="l"/>
              </a:tabLst>
            </a:pPr>
            <a:r>
              <a:rPr spc="-5" dirty="0"/>
              <a:t>If</a:t>
            </a:r>
            <a:r>
              <a:rPr spc="-20" dirty="0"/>
              <a:t> </a:t>
            </a:r>
            <a:r>
              <a:rPr spc="-5" dirty="0"/>
              <a:t>the</a:t>
            </a:r>
            <a:r>
              <a:rPr spc="-20" dirty="0"/>
              <a:t> </a:t>
            </a:r>
            <a:r>
              <a:rPr spc="-5" dirty="0"/>
              <a:t>element</a:t>
            </a:r>
            <a:r>
              <a:rPr spc="-15" dirty="0"/>
              <a:t> </a:t>
            </a:r>
            <a:r>
              <a:rPr spc="-5" dirty="0"/>
              <a:t>is</a:t>
            </a:r>
            <a:r>
              <a:rPr spc="-15" dirty="0"/>
              <a:t> </a:t>
            </a:r>
            <a:r>
              <a:rPr dirty="0"/>
              <a:t>known,</a:t>
            </a:r>
            <a:r>
              <a:rPr spc="-15" dirty="0"/>
              <a:t> </a:t>
            </a:r>
            <a:r>
              <a:rPr spc="-5" dirty="0"/>
              <a:t>not</a:t>
            </a:r>
            <a:r>
              <a:rPr spc="-15" dirty="0"/>
              <a:t> </a:t>
            </a:r>
            <a:r>
              <a:rPr spc="-5" dirty="0"/>
              <a:t>the</a:t>
            </a:r>
            <a:r>
              <a:rPr spc="-20" dirty="0"/>
              <a:t> </a:t>
            </a:r>
            <a:r>
              <a:rPr spc="-5" dirty="0"/>
              <a:t>index, </a:t>
            </a:r>
            <a:r>
              <a:rPr spc="-765" dirty="0"/>
              <a:t> </a:t>
            </a:r>
            <a:r>
              <a:rPr dirty="0"/>
              <a:t>remove</a:t>
            </a:r>
            <a:r>
              <a:rPr spc="-10" dirty="0"/>
              <a:t> </a:t>
            </a:r>
            <a:r>
              <a:rPr dirty="0"/>
              <a:t>(</a:t>
            </a:r>
            <a:r>
              <a:rPr spc="-10" dirty="0"/>
              <a:t> </a:t>
            </a:r>
            <a:r>
              <a:rPr dirty="0"/>
              <a:t>)</a:t>
            </a:r>
            <a:r>
              <a:rPr spc="-5" dirty="0"/>
              <a:t> </a:t>
            </a:r>
            <a:r>
              <a:rPr dirty="0"/>
              <a:t>can</a:t>
            </a:r>
            <a:r>
              <a:rPr spc="-10" dirty="0"/>
              <a:t> </a:t>
            </a:r>
            <a:r>
              <a:rPr spc="-5" dirty="0"/>
              <a:t>be used.</a:t>
            </a:r>
          </a:p>
          <a:p>
            <a:pPr marL="1005205" marR="601980">
              <a:lnSpc>
                <a:spcPct val="100000"/>
              </a:lnSpc>
              <a:buAutoNum type="romanLcParenBoth"/>
              <a:tabLst>
                <a:tab pos="1572260" algn="l"/>
              </a:tabLst>
            </a:pPr>
            <a:r>
              <a:rPr spc="-160" dirty="0"/>
              <a:t>To</a:t>
            </a:r>
            <a:r>
              <a:rPr spc="-15" dirty="0"/>
              <a:t> </a:t>
            </a:r>
            <a:r>
              <a:rPr dirty="0"/>
              <a:t>remove</a:t>
            </a:r>
            <a:r>
              <a:rPr spc="-15" dirty="0"/>
              <a:t> </a:t>
            </a:r>
            <a:r>
              <a:rPr dirty="0"/>
              <a:t>more</a:t>
            </a:r>
            <a:r>
              <a:rPr spc="-15" dirty="0"/>
              <a:t> </a:t>
            </a:r>
            <a:r>
              <a:rPr spc="-5" dirty="0"/>
              <a:t>than</a:t>
            </a:r>
            <a:r>
              <a:rPr spc="-20" dirty="0"/>
              <a:t> </a:t>
            </a:r>
            <a:r>
              <a:rPr spc="-5" dirty="0"/>
              <a:t>one</a:t>
            </a:r>
            <a:r>
              <a:rPr spc="-15" dirty="0"/>
              <a:t> </a:t>
            </a:r>
            <a:r>
              <a:rPr spc="-5" dirty="0"/>
              <a:t>element,</a:t>
            </a:r>
            <a:r>
              <a:rPr spc="-15" dirty="0"/>
              <a:t> </a:t>
            </a:r>
            <a:r>
              <a:rPr spc="-5" dirty="0"/>
              <a:t>del</a:t>
            </a:r>
            <a:r>
              <a:rPr spc="-10" dirty="0"/>
              <a:t> </a:t>
            </a:r>
            <a:r>
              <a:rPr dirty="0"/>
              <a:t>(</a:t>
            </a:r>
            <a:r>
              <a:rPr spc="-15" dirty="0"/>
              <a:t> </a:t>
            </a:r>
            <a:r>
              <a:rPr dirty="0"/>
              <a:t>) </a:t>
            </a:r>
            <a:r>
              <a:rPr spc="-765" dirty="0"/>
              <a:t> </a:t>
            </a:r>
            <a:r>
              <a:rPr spc="-5" dirty="0"/>
              <a:t>with</a:t>
            </a:r>
            <a:r>
              <a:rPr spc="-10" dirty="0"/>
              <a:t> </a:t>
            </a:r>
            <a:r>
              <a:rPr spc="-5" dirty="0"/>
              <a:t>list </a:t>
            </a:r>
            <a:r>
              <a:rPr dirty="0"/>
              <a:t>slice</a:t>
            </a:r>
            <a:r>
              <a:rPr spc="-10" dirty="0"/>
              <a:t> </a:t>
            </a:r>
            <a:r>
              <a:rPr dirty="0"/>
              <a:t>can</a:t>
            </a:r>
            <a:r>
              <a:rPr spc="-5" dirty="0"/>
              <a:t> be</a:t>
            </a:r>
            <a:r>
              <a:rPr spc="-10" dirty="0"/>
              <a:t> </a:t>
            </a:r>
            <a:r>
              <a:rPr spc="-5" dirty="0"/>
              <a:t>used.</a:t>
            </a:r>
          </a:p>
          <a:p>
            <a:pPr marL="1597025" indent="-592455">
              <a:lnSpc>
                <a:spcPct val="100000"/>
              </a:lnSpc>
              <a:buAutoNum type="romanLcParenBoth"/>
              <a:tabLst>
                <a:tab pos="1598295" algn="l"/>
              </a:tabLst>
            </a:pPr>
            <a:r>
              <a:rPr spc="-5" dirty="0"/>
              <a:t>Using</a:t>
            </a:r>
            <a:r>
              <a:rPr spc="-35" dirty="0"/>
              <a:t> </a:t>
            </a:r>
            <a:r>
              <a:rPr spc="-5" dirty="0"/>
              <a:t>assignment</a:t>
            </a:r>
            <a:r>
              <a:rPr spc="-35" dirty="0"/>
              <a:t> </a:t>
            </a:r>
            <a:r>
              <a:rPr spc="-5" dirty="0"/>
              <a:t>operator</a:t>
            </a:r>
          </a:p>
        </p:txBody>
      </p:sp>
    </p:spTree>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34290" rIns="0" bIns="0" rtlCol="0">
            <a:spAutoFit/>
          </a:bodyPr>
          <a:lstStyle/>
          <a:p>
            <a:pPr marL="1494155">
              <a:lnSpc>
                <a:spcPct val="100000"/>
              </a:lnSpc>
              <a:spcBef>
                <a:spcPts val="270"/>
              </a:spcBef>
            </a:pPr>
            <a:r>
              <a:rPr spc="-5" dirty="0"/>
              <a:t>Deleting</a:t>
            </a:r>
            <a:r>
              <a:rPr spc="-30" dirty="0"/>
              <a:t> </a:t>
            </a:r>
            <a:r>
              <a:rPr spc="-10" dirty="0"/>
              <a:t>Elements</a:t>
            </a:r>
            <a:r>
              <a:rPr spc="-30" dirty="0"/>
              <a:t> </a:t>
            </a:r>
            <a:r>
              <a:rPr spc="-5" dirty="0"/>
              <a:t>of</a:t>
            </a:r>
            <a:r>
              <a:rPr spc="-30" dirty="0"/>
              <a:t> </a:t>
            </a:r>
            <a:r>
              <a:rPr spc="-5" dirty="0"/>
              <a:t>LIST</a:t>
            </a:r>
          </a:p>
        </p:txBody>
      </p:sp>
      <p:grpSp>
        <p:nvGrpSpPr>
          <p:cNvPr id="3" name="object 3"/>
          <p:cNvGrpSpPr/>
          <p:nvPr/>
        </p:nvGrpSpPr>
        <p:grpSpPr>
          <a:xfrm>
            <a:off x="2174546" y="1590337"/>
            <a:ext cx="4009390" cy="669925"/>
            <a:chOff x="2174546" y="1590337"/>
            <a:chExt cx="4009390" cy="669925"/>
          </a:xfrm>
        </p:grpSpPr>
        <p:pic>
          <p:nvPicPr>
            <p:cNvPr id="4" name="object 4"/>
            <p:cNvPicPr/>
            <p:nvPr/>
          </p:nvPicPr>
          <p:blipFill>
            <a:blip r:embed="rId2" cstate="print"/>
            <a:stretch>
              <a:fillRect/>
            </a:stretch>
          </p:blipFill>
          <p:spPr>
            <a:xfrm>
              <a:off x="2174546" y="1590337"/>
              <a:ext cx="4009090" cy="669364"/>
            </a:xfrm>
            <a:prstGeom prst="rect">
              <a:avLst/>
            </a:prstGeom>
          </p:spPr>
        </p:pic>
        <p:pic>
          <p:nvPicPr>
            <p:cNvPr id="5" name="object 5"/>
            <p:cNvPicPr/>
            <p:nvPr/>
          </p:nvPicPr>
          <p:blipFill>
            <a:blip r:embed="rId3" cstate="print"/>
            <a:stretch>
              <a:fillRect/>
            </a:stretch>
          </p:blipFill>
          <p:spPr>
            <a:xfrm>
              <a:off x="2214546" y="1607336"/>
              <a:ext cx="3929089" cy="589363"/>
            </a:xfrm>
            <a:prstGeom prst="rect">
              <a:avLst/>
            </a:prstGeom>
          </p:spPr>
        </p:pic>
      </p:grpSp>
      <p:sp>
        <p:nvSpPr>
          <p:cNvPr id="6" name="object 6"/>
          <p:cNvSpPr txBox="1"/>
          <p:nvPr/>
        </p:nvSpPr>
        <p:spPr>
          <a:xfrm>
            <a:off x="2214546" y="1607336"/>
            <a:ext cx="3929379" cy="589915"/>
          </a:xfrm>
          <a:prstGeom prst="rect">
            <a:avLst/>
          </a:prstGeom>
        </p:spPr>
        <p:txBody>
          <a:bodyPr vert="horz" wrap="square" lIns="0" tIns="34290" rIns="0" bIns="0" rtlCol="0">
            <a:spAutoFit/>
          </a:bodyPr>
          <a:lstStyle/>
          <a:p>
            <a:pPr marL="85725">
              <a:lnSpc>
                <a:spcPct val="100000"/>
              </a:lnSpc>
              <a:spcBef>
                <a:spcPts val="270"/>
              </a:spcBef>
            </a:pPr>
            <a:r>
              <a:rPr sz="3200" b="1" spc="-5" dirty="0">
                <a:solidFill>
                  <a:srgbClr val="FFFFFF"/>
                </a:solidFill>
                <a:latin typeface="Arial"/>
                <a:cs typeface="Arial"/>
              </a:rPr>
              <a:t>1.</a:t>
            </a:r>
            <a:r>
              <a:rPr sz="3200" b="1" spc="-25" dirty="0">
                <a:solidFill>
                  <a:srgbClr val="FFFFFF"/>
                </a:solidFill>
                <a:latin typeface="Arial"/>
                <a:cs typeface="Arial"/>
              </a:rPr>
              <a:t> </a:t>
            </a:r>
            <a:r>
              <a:rPr sz="3200" b="1" spc="-10" dirty="0">
                <a:solidFill>
                  <a:srgbClr val="FFFFFF"/>
                </a:solidFill>
                <a:latin typeface="Arial"/>
                <a:cs typeface="Arial"/>
              </a:rPr>
              <a:t>pop</a:t>
            </a:r>
            <a:r>
              <a:rPr sz="3200" b="1" spc="-25" dirty="0">
                <a:solidFill>
                  <a:srgbClr val="FFFFFF"/>
                </a:solidFill>
                <a:latin typeface="Arial"/>
                <a:cs typeface="Arial"/>
              </a:rPr>
              <a:t> </a:t>
            </a:r>
            <a:r>
              <a:rPr sz="3200" b="1" dirty="0">
                <a:solidFill>
                  <a:srgbClr val="FFFFFF"/>
                </a:solidFill>
                <a:latin typeface="Arial"/>
                <a:cs typeface="Arial"/>
              </a:rPr>
              <a:t>(</a:t>
            </a:r>
            <a:r>
              <a:rPr sz="3200" b="1" spc="-20" dirty="0">
                <a:solidFill>
                  <a:srgbClr val="FFFFFF"/>
                </a:solidFill>
                <a:latin typeface="Arial"/>
                <a:cs typeface="Arial"/>
              </a:rPr>
              <a:t> </a:t>
            </a:r>
            <a:r>
              <a:rPr sz="3200" b="1" dirty="0">
                <a:solidFill>
                  <a:srgbClr val="FFFFFF"/>
                </a:solidFill>
                <a:latin typeface="Arial"/>
                <a:cs typeface="Arial"/>
              </a:rPr>
              <a:t>)</a:t>
            </a:r>
            <a:r>
              <a:rPr sz="3200" b="1" spc="-25" dirty="0">
                <a:solidFill>
                  <a:srgbClr val="FFFFFF"/>
                </a:solidFill>
                <a:latin typeface="Arial"/>
                <a:cs typeface="Arial"/>
              </a:rPr>
              <a:t> </a:t>
            </a:r>
            <a:r>
              <a:rPr sz="3200" b="1" dirty="0">
                <a:solidFill>
                  <a:srgbClr val="FFFFFF"/>
                </a:solidFill>
                <a:latin typeface="Arial"/>
                <a:cs typeface="Arial"/>
              </a:rPr>
              <a:t>Method</a:t>
            </a:r>
            <a:endParaRPr sz="3200">
              <a:latin typeface="Arial"/>
              <a:cs typeface="Arial"/>
            </a:endParaRPr>
          </a:p>
        </p:txBody>
      </p:sp>
      <p:grpSp>
        <p:nvGrpSpPr>
          <p:cNvPr id="7" name="object 7"/>
          <p:cNvGrpSpPr/>
          <p:nvPr/>
        </p:nvGrpSpPr>
        <p:grpSpPr>
          <a:xfrm>
            <a:off x="2174546" y="2554750"/>
            <a:ext cx="4009390" cy="669925"/>
            <a:chOff x="2174546" y="2554750"/>
            <a:chExt cx="4009390" cy="669925"/>
          </a:xfrm>
        </p:grpSpPr>
        <p:pic>
          <p:nvPicPr>
            <p:cNvPr id="8" name="object 8"/>
            <p:cNvPicPr/>
            <p:nvPr/>
          </p:nvPicPr>
          <p:blipFill>
            <a:blip r:embed="rId2" cstate="print"/>
            <a:stretch>
              <a:fillRect/>
            </a:stretch>
          </p:blipFill>
          <p:spPr>
            <a:xfrm>
              <a:off x="2174546" y="2554750"/>
              <a:ext cx="4009090" cy="669364"/>
            </a:xfrm>
            <a:prstGeom prst="rect">
              <a:avLst/>
            </a:prstGeom>
          </p:spPr>
        </p:pic>
        <p:pic>
          <p:nvPicPr>
            <p:cNvPr id="9" name="object 9"/>
            <p:cNvPicPr/>
            <p:nvPr/>
          </p:nvPicPr>
          <p:blipFill>
            <a:blip r:embed="rId4" cstate="print"/>
            <a:stretch>
              <a:fillRect/>
            </a:stretch>
          </p:blipFill>
          <p:spPr>
            <a:xfrm>
              <a:off x="2214546" y="2571749"/>
              <a:ext cx="3929089" cy="589363"/>
            </a:xfrm>
            <a:prstGeom prst="rect">
              <a:avLst/>
            </a:prstGeom>
          </p:spPr>
        </p:pic>
      </p:grpSp>
      <p:sp>
        <p:nvSpPr>
          <p:cNvPr id="10" name="object 10"/>
          <p:cNvSpPr txBox="1"/>
          <p:nvPr/>
        </p:nvSpPr>
        <p:spPr>
          <a:xfrm>
            <a:off x="2214546" y="2571750"/>
            <a:ext cx="3929379" cy="589915"/>
          </a:xfrm>
          <a:prstGeom prst="rect">
            <a:avLst/>
          </a:prstGeom>
        </p:spPr>
        <p:txBody>
          <a:bodyPr vert="horz" wrap="square" lIns="0" tIns="34290" rIns="0" bIns="0" rtlCol="0">
            <a:spAutoFit/>
          </a:bodyPr>
          <a:lstStyle/>
          <a:p>
            <a:pPr marL="85725">
              <a:lnSpc>
                <a:spcPct val="100000"/>
              </a:lnSpc>
              <a:spcBef>
                <a:spcPts val="270"/>
              </a:spcBef>
            </a:pPr>
            <a:r>
              <a:rPr sz="3200" b="1" spc="-5" dirty="0">
                <a:solidFill>
                  <a:srgbClr val="FFFFFF"/>
                </a:solidFill>
                <a:latin typeface="Arial"/>
                <a:cs typeface="Arial"/>
              </a:rPr>
              <a:t>2.</a:t>
            </a:r>
            <a:r>
              <a:rPr sz="3200" b="1" spc="-35" dirty="0">
                <a:solidFill>
                  <a:srgbClr val="FFFFFF"/>
                </a:solidFill>
                <a:latin typeface="Arial"/>
                <a:cs typeface="Arial"/>
              </a:rPr>
              <a:t> </a:t>
            </a:r>
            <a:r>
              <a:rPr sz="3200" b="1" spc="-10" dirty="0">
                <a:solidFill>
                  <a:srgbClr val="FFFFFF"/>
                </a:solidFill>
                <a:latin typeface="Arial"/>
                <a:cs typeface="Arial"/>
              </a:rPr>
              <a:t>del</a:t>
            </a:r>
            <a:r>
              <a:rPr sz="3200" b="1" spc="-35" dirty="0">
                <a:solidFill>
                  <a:srgbClr val="FFFFFF"/>
                </a:solidFill>
                <a:latin typeface="Arial"/>
                <a:cs typeface="Arial"/>
              </a:rPr>
              <a:t> </a:t>
            </a:r>
            <a:r>
              <a:rPr sz="3200" b="1" dirty="0">
                <a:solidFill>
                  <a:srgbClr val="FFFFFF"/>
                </a:solidFill>
                <a:latin typeface="Arial"/>
                <a:cs typeface="Arial"/>
              </a:rPr>
              <a:t>Method</a:t>
            </a:r>
            <a:endParaRPr sz="3200">
              <a:latin typeface="Arial"/>
              <a:cs typeface="Arial"/>
            </a:endParaRPr>
          </a:p>
        </p:txBody>
      </p:sp>
      <p:grpSp>
        <p:nvGrpSpPr>
          <p:cNvPr id="11" name="object 11"/>
          <p:cNvGrpSpPr/>
          <p:nvPr/>
        </p:nvGrpSpPr>
        <p:grpSpPr>
          <a:xfrm>
            <a:off x="2174546" y="3465584"/>
            <a:ext cx="6296660" cy="878205"/>
            <a:chOff x="2174546" y="3465584"/>
            <a:chExt cx="6296660" cy="878205"/>
          </a:xfrm>
        </p:grpSpPr>
        <p:pic>
          <p:nvPicPr>
            <p:cNvPr id="12" name="object 12"/>
            <p:cNvPicPr/>
            <p:nvPr/>
          </p:nvPicPr>
          <p:blipFill>
            <a:blip r:embed="rId5" cstate="print"/>
            <a:stretch>
              <a:fillRect/>
            </a:stretch>
          </p:blipFill>
          <p:spPr>
            <a:xfrm>
              <a:off x="2174546" y="3465584"/>
              <a:ext cx="6296092" cy="877586"/>
            </a:xfrm>
            <a:prstGeom prst="rect">
              <a:avLst/>
            </a:prstGeom>
          </p:spPr>
        </p:pic>
        <p:pic>
          <p:nvPicPr>
            <p:cNvPr id="13" name="object 13"/>
            <p:cNvPicPr/>
            <p:nvPr/>
          </p:nvPicPr>
          <p:blipFill>
            <a:blip r:embed="rId6" cstate="print"/>
            <a:stretch>
              <a:fillRect/>
            </a:stretch>
          </p:blipFill>
          <p:spPr>
            <a:xfrm>
              <a:off x="2214546" y="3482584"/>
              <a:ext cx="6216092" cy="797585"/>
            </a:xfrm>
            <a:prstGeom prst="rect">
              <a:avLst/>
            </a:prstGeom>
          </p:spPr>
        </p:pic>
      </p:grpSp>
      <p:sp>
        <p:nvSpPr>
          <p:cNvPr id="14" name="object 14"/>
          <p:cNvSpPr txBox="1"/>
          <p:nvPr/>
        </p:nvSpPr>
        <p:spPr>
          <a:xfrm>
            <a:off x="2214546" y="3482583"/>
            <a:ext cx="6216650" cy="798195"/>
          </a:xfrm>
          <a:prstGeom prst="rect">
            <a:avLst/>
          </a:prstGeom>
        </p:spPr>
        <p:txBody>
          <a:bodyPr vert="horz" wrap="square" lIns="0" tIns="138430" rIns="0" bIns="0" rtlCol="0">
            <a:spAutoFit/>
          </a:bodyPr>
          <a:lstStyle/>
          <a:p>
            <a:pPr marL="85725">
              <a:lnSpc>
                <a:spcPct val="100000"/>
              </a:lnSpc>
              <a:spcBef>
                <a:spcPts val="1090"/>
              </a:spcBef>
            </a:pPr>
            <a:r>
              <a:rPr sz="3200" b="1" spc="-5" dirty="0">
                <a:solidFill>
                  <a:srgbClr val="FFFFFF"/>
                </a:solidFill>
                <a:latin typeface="Arial"/>
                <a:cs typeface="Arial"/>
              </a:rPr>
              <a:t>3.</a:t>
            </a:r>
            <a:r>
              <a:rPr sz="3200" b="1" spc="-25" dirty="0">
                <a:solidFill>
                  <a:srgbClr val="FFFFFF"/>
                </a:solidFill>
                <a:latin typeface="Arial"/>
                <a:cs typeface="Arial"/>
              </a:rPr>
              <a:t> </a:t>
            </a:r>
            <a:r>
              <a:rPr sz="3200" b="1" spc="-5" dirty="0">
                <a:solidFill>
                  <a:srgbClr val="FFFFFF"/>
                </a:solidFill>
                <a:latin typeface="Arial"/>
                <a:cs typeface="Arial"/>
              </a:rPr>
              <a:t>remove</a:t>
            </a:r>
            <a:r>
              <a:rPr sz="3200" b="1" spc="-20" dirty="0">
                <a:solidFill>
                  <a:srgbClr val="FFFFFF"/>
                </a:solidFill>
                <a:latin typeface="Arial"/>
                <a:cs typeface="Arial"/>
              </a:rPr>
              <a:t> </a:t>
            </a:r>
            <a:r>
              <a:rPr sz="3200" b="1" dirty="0">
                <a:solidFill>
                  <a:srgbClr val="FFFFFF"/>
                </a:solidFill>
                <a:latin typeface="Arial"/>
                <a:cs typeface="Arial"/>
              </a:rPr>
              <a:t>(</a:t>
            </a:r>
            <a:r>
              <a:rPr sz="3200" b="1" spc="-25" dirty="0">
                <a:solidFill>
                  <a:srgbClr val="FFFFFF"/>
                </a:solidFill>
                <a:latin typeface="Arial"/>
                <a:cs typeface="Arial"/>
              </a:rPr>
              <a:t> </a:t>
            </a:r>
            <a:r>
              <a:rPr sz="3200" b="1" dirty="0">
                <a:solidFill>
                  <a:srgbClr val="FFFFFF"/>
                </a:solidFill>
                <a:latin typeface="Arial"/>
                <a:cs typeface="Arial"/>
              </a:rPr>
              <a:t>)</a:t>
            </a:r>
            <a:r>
              <a:rPr sz="3200" b="1" spc="-20" dirty="0">
                <a:solidFill>
                  <a:srgbClr val="FFFFFF"/>
                </a:solidFill>
                <a:latin typeface="Arial"/>
                <a:cs typeface="Arial"/>
              </a:rPr>
              <a:t> </a:t>
            </a:r>
            <a:r>
              <a:rPr sz="3200" b="1" dirty="0">
                <a:solidFill>
                  <a:srgbClr val="FFFFFF"/>
                </a:solidFill>
                <a:latin typeface="Arial"/>
                <a:cs typeface="Arial"/>
              </a:rPr>
              <a:t>Method</a:t>
            </a:r>
            <a:endParaRPr sz="3200">
              <a:latin typeface="Arial"/>
              <a:cs typeface="Arial"/>
            </a:endParaRPr>
          </a:p>
        </p:txBody>
      </p:sp>
    </p:spTree>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2285983" y="267874"/>
            <a:ext cx="5715635" cy="589915"/>
          </a:xfrm>
          <a:prstGeom prst="rect">
            <a:avLst/>
          </a:prstGeom>
        </p:spPr>
        <p:txBody>
          <a:bodyPr vert="horz" wrap="square" lIns="0" tIns="34290" rIns="0" bIns="0" rtlCol="0">
            <a:spAutoFit/>
          </a:bodyPr>
          <a:lstStyle/>
          <a:p>
            <a:pPr marL="351155">
              <a:lnSpc>
                <a:spcPct val="100000"/>
              </a:lnSpc>
              <a:spcBef>
                <a:spcPts val="270"/>
              </a:spcBef>
            </a:pPr>
            <a:r>
              <a:rPr sz="3200" b="1" spc="-5" dirty="0">
                <a:solidFill>
                  <a:srgbClr val="FFFFFF"/>
                </a:solidFill>
                <a:latin typeface="Arial"/>
                <a:cs typeface="Arial"/>
              </a:rPr>
              <a:t>Deleting</a:t>
            </a:r>
            <a:r>
              <a:rPr sz="3200" b="1" spc="-30" dirty="0">
                <a:solidFill>
                  <a:srgbClr val="FFFFFF"/>
                </a:solidFill>
                <a:latin typeface="Arial"/>
                <a:cs typeface="Arial"/>
              </a:rPr>
              <a:t> </a:t>
            </a:r>
            <a:r>
              <a:rPr sz="3200" b="1" spc="-10" dirty="0">
                <a:solidFill>
                  <a:srgbClr val="FFFFFF"/>
                </a:solidFill>
                <a:latin typeface="Arial"/>
                <a:cs typeface="Arial"/>
              </a:rPr>
              <a:t>Elements</a:t>
            </a:r>
            <a:r>
              <a:rPr sz="3200" b="1" spc="-30" dirty="0">
                <a:solidFill>
                  <a:srgbClr val="FFFFFF"/>
                </a:solidFill>
                <a:latin typeface="Arial"/>
                <a:cs typeface="Arial"/>
              </a:rPr>
              <a:t> </a:t>
            </a:r>
            <a:r>
              <a:rPr sz="3200" b="1" spc="-5" dirty="0">
                <a:solidFill>
                  <a:srgbClr val="FFFFFF"/>
                </a:solidFill>
                <a:latin typeface="Arial"/>
                <a:cs typeface="Arial"/>
              </a:rPr>
              <a:t>of</a:t>
            </a:r>
            <a:r>
              <a:rPr sz="3200" b="1" spc="-30" dirty="0">
                <a:solidFill>
                  <a:srgbClr val="FFFFFF"/>
                </a:solidFill>
                <a:latin typeface="Arial"/>
                <a:cs typeface="Arial"/>
              </a:rPr>
              <a:t> </a:t>
            </a:r>
            <a:r>
              <a:rPr sz="3200" b="1" spc="-5" dirty="0">
                <a:solidFill>
                  <a:srgbClr val="FFFFFF"/>
                </a:solidFill>
                <a:latin typeface="Arial"/>
                <a:cs typeface="Arial"/>
              </a:rPr>
              <a:t>LIST</a:t>
            </a:r>
            <a:endParaRPr sz="3200">
              <a:latin typeface="Arial"/>
              <a:cs typeface="Arial"/>
            </a:endParaRPr>
          </a:p>
        </p:txBody>
      </p:sp>
      <p:grpSp>
        <p:nvGrpSpPr>
          <p:cNvPr id="3" name="object 3"/>
          <p:cNvGrpSpPr/>
          <p:nvPr/>
        </p:nvGrpSpPr>
        <p:grpSpPr>
          <a:xfrm>
            <a:off x="531472" y="1108130"/>
            <a:ext cx="4009390" cy="669925"/>
            <a:chOff x="531472" y="1108130"/>
            <a:chExt cx="4009390" cy="669925"/>
          </a:xfrm>
        </p:grpSpPr>
        <p:pic>
          <p:nvPicPr>
            <p:cNvPr id="4" name="object 4"/>
            <p:cNvPicPr/>
            <p:nvPr/>
          </p:nvPicPr>
          <p:blipFill>
            <a:blip r:embed="rId2" cstate="print"/>
            <a:stretch>
              <a:fillRect/>
            </a:stretch>
          </p:blipFill>
          <p:spPr>
            <a:xfrm>
              <a:off x="531472" y="1108130"/>
              <a:ext cx="4009090" cy="669364"/>
            </a:xfrm>
            <a:prstGeom prst="rect">
              <a:avLst/>
            </a:prstGeom>
          </p:spPr>
        </p:pic>
        <p:pic>
          <p:nvPicPr>
            <p:cNvPr id="5" name="object 5"/>
            <p:cNvPicPr/>
            <p:nvPr/>
          </p:nvPicPr>
          <p:blipFill>
            <a:blip r:embed="rId3" cstate="print"/>
            <a:stretch>
              <a:fillRect/>
            </a:stretch>
          </p:blipFill>
          <p:spPr>
            <a:xfrm>
              <a:off x="571471" y="1125129"/>
              <a:ext cx="3929089" cy="589363"/>
            </a:xfrm>
            <a:prstGeom prst="rect">
              <a:avLst/>
            </a:prstGeom>
          </p:spPr>
        </p:pic>
      </p:grpSp>
      <p:sp>
        <p:nvSpPr>
          <p:cNvPr id="6" name="object 6"/>
          <p:cNvSpPr txBox="1"/>
          <p:nvPr/>
        </p:nvSpPr>
        <p:spPr>
          <a:xfrm>
            <a:off x="571471" y="1125129"/>
            <a:ext cx="3929379" cy="589915"/>
          </a:xfrm>
          <a:prstGeom prst="rect">
            <a:avLst/>
          </a:prstGeom>
        </p:spPr>
        <p:txBody>
          <a:bodyPr vert="horz" wrap="square" lIns="0" tIns="34290" rIns="0" bIns="0" rtlCol="0">
            <a:spAutoFit/>
          </a:bodyPr>
          <a:lstStyle/>
          <a:p>
            <a:pPr marL="339090">
              <a:lnSpc>
                <a:spcPct val="100000"/>
              </a:lnSpc>
              <a:spcBef>
                <a:spcPts val="270"/>
              </a:spcBef>
            </a:pPr>
            <a:r>
              <a:rPr sz="3200" b="1" spc="-5" dirty="0">
                <a:solidFill>
                  <a:srgbClr val="FFFFFF"/>
                </a:solidFill>
                <a:latin typeface="Arial"/>
                <a:cs typeface="Arial"/>
              </a:rPr>
              <a:t>1.</a:t>
            </a:r>
            <a:r>
              <a:rPr sz="3200" b="1" spc="-25" dirty="0">
                <a:solidFill>
                  <a:srgbClr val="FFFFFF"/>
                </a:solidFill>
                <a:latin typeface="Arial"/>
                <a:cs typeface="Arial"/>
              </a:rPr>
              <a:t> </a:t>
            </a:r>
            <a:r>
              <a:rPr sz="3200" b="1" spc="-10" dirty="0">
                <a:solidFill>
                  <a:srgbClr val="FFFFFF"/>
                </a:solidFill>
                <a:latin typeface="Arial"/>
                <a:cs typeface="Arial"/>
              </a:rPr>
              <a:t>pop</a:t>
            </a:r>
            <a:r>
              <a:rPr sz="3200" b="1" spc="-25" dirty="0">
                <a:solidFill>
                  <a:srgbClr val="FFFFFF"/>
                </a:solidFill>
                <a:latin typeface="Arial"/>
                <a:cs typeface="Arial"/>
              </a:rPr>
              <a:t> </a:t>
            </a:r>
            <a:r>
              <a:rPr sz="3200" b="1" dirty="0">
                <a:solidFill>
                  <a:srgbClr val="FFFFFF"/>
                </a:solidFill>
                <a:latin typeface="Arial"/>
                <a:cs typeface="Arial"/>
              </a:rPr>
              <a:t>(</a:t>
            </a:r>
            <a:r>
              <a:rPr sz="3200" b="1" spc="-20" dirty="0">
                <a:solidFill>
                  <a:srgbClr val="FFFFFF"/>
                </a:solidFill>
                <a:latin typeface="Arial"/>
                <a:cs typeface="Arial"/>
              </a:rPr>
              <a:t> </a:t>
            </a:r>
            <a:r>
              <a:rPr sz="3200" b="1" dirty="0">
                <a:solidFill>
                  <a:srgbClr val="FFFFFF"/>
                </a:solidFill>
                <a:latin typeface="Arial"/>
                <a:cs typeface="Arial"/>
              </a:rPr>
              <a:t>)</a:t>
            </a:r>
            <a:r>
              <a:rPr sz="3200" b="1" spc="-25" dirty="0">
                <a:solidFill>
                  <a:srgbClr val="FFFFFF"/>
                </a:solidFill>
                <a:latin typeface="Arial"/>
                <a:cs typeface="Arial"/>
              </a:rPr>
              <a:t> </a:t>
            </a:r>
            <a:r>
              <a:rPr sz="3200" b="1" dirty="0">
                <a:solidFill>
                  <a:srgbClr val="FFFFFF"/>
                </a:solidFill>
                <a:latin typeface="Arial"/>
                <a:cs typeface="Arial"/>
              </a:rPr>
              <a:t>Method</a:t>
            </a:r>
            <a:endParaRPr sz="3200">
              <a:latin typeface="Arial"/>
              <a:cs typeface="Arial"/>
            </a:endParaRPr>
          </a:p>
        </p:txBody>
      </p:sp>
      <p:sp>
        <p:nvSpPr>
          <p:cNvPr id="7" name="object 7"/>
          <p:cNvSpPr txBox="1"/>
          <p:nvPr/>
        </p:nvSpPr>
        <p:spPr>
          <a:xfrm>
            <a:off x="1601763" y="1848038"/>
            <a:ext cx="4921250" cy="513080"/>
          </a:xfrm>
          <a:prstGeom prst="rect">
            <a:avLst/>
          </a:prstGeom>
        </p:spPr>
        <p:txBody>
          <a:bodyPr vert="horz" wrap="square" lIns="0" tIns="12700" rIns="0" bIns="0" rtlCol="0">
            <a:spAutoFit/>
          </a:bodyPr>
          <a:lstStyle/>
          <a:p>
            <a:pPr marL="12700">
              <a:lnSpc>
                <a:spcPct val="100000"/>
              </a:lnSpc>
              <a:spcBef>
                <a:spcPts val="100"/>
              </a:spcBef>
              <a:tabLst>
                <a:tab pos="605155" algn="l"/>
                <a:tab pos="2531745" algn="l"/>
                <a:tab pos="3462654" algn="l"/>
              </a:tabLst>
            </a:pPr>
            <a:r>
              <a:rPr sz="3200" spc="-10" dirty="0">
                <a:latin typeface="Arial MT"/>
                <a:cs typeface="Arial MT"/>
              </a:rPr>
              <a:t>I</a:t>
            </a:r>
            <a:r>
              <a:rPr sz="3200" dirty="0">
                <a:latin typeface="Arial MT"/>
                <a:cs typeface="Arial MT"/>
              </a:rPr>
              <a:t>t	</a:t>
            </a:r>
            <a:r>
              <a:rPr sz="3200" spc="-5" dirty="0">
                <a:latin typeface="Arial MT"/>
                <a:cs typeface="Arial MT"/>
              </a:rPr>
              <a:t>remove</a:t>
            </a:r>
            <a:r>
              <a:rPr sz="3200" dirty="0">
                <a:latin typeface="Arial MT"/>
                <a:cs typeface="Arial MT"/>
              </a:rPr>
              <a:t>s	</a:t>
            </a:r>
            <a:r>
              <a:rPr sz="3200" spc="-10" dirty="0">
                <a:latin typeface="Arial MT"/>
                <a:cs typeface="Arial MT"/>
              </a:rPr>
              <a:t>th</a:t>
            </a:r>
            <a:r>
              <a:rPr sz="3200" dirty="0">
                <a:latin typeface="Arial MT"/>
                <a:cs typeface="Arial MT"/>
              </a:rPr>
              <a:t>e	</a:t>
            </a:r>
            <a:r>
              <a:rPr sz="3200" spc="-5" dirty="0">
                <a:latin typeface="Arial MT"/>
                <a:cs typeface="Arial MT"/>
              </a:rPr>
              <a:t>element</a:t>
            </a:r>
            <a:endParaRPr sz="3200">
              <a:latin typeface="Arial MT"/>
              <a:cs typeface="Arial MT"/>
            </a:endParaRPr>
          </a:p>
        </p:txBody>
      </p:sp>
      <p:sp>
        <p:nvSpPr>
          <p:cNvPr id="8" name="object 8"/>
          <p:cNvSpPr txBox="1"/>
          <p:nvPr/>
        </p:nvSpPr>
        <p:spPr>
          <a:xfrm>
            <a:off x="6641536" y="1848038"/>
            <a:ext cx="1997075" cy="1000760"/>
          </a:xfrm>
          <a:prstGeom prst="rect">
            <a:avLst/>
          </a:prstGeom>
        </p:spPr>
        <p:txBody>
          <a:bodyPr vert="horz" wrap="square" lIns="0" tIns="12700" rIns="0" bIns="0" rtlCol="0">
            <a:spAutoFit/>
          </a:bodyPr>
          <a:lstStyle/>
          <a:p>
            <a:pPr marL="12700" marR="5080" indent="223520">
              <a:lnSpc>
                <a:spcPct val="100000"/>
              </a:lnSpc>
              <a:spcBef>
                <a:spcPts val="100"/>
              </a:spcBef>
              <a:tabLst>
                <a:tab pos="1414145" algn="l"/>
              </a:tabLst>
            </a:pPr>
            <a:r>
              <a:rPr sz="3200" spc="-10" dirty="0">
                <a:latin typeface="Arial MT"/>
                <a:cs typeface="Arial MT"/>
              </a:rPr>
              <a:t>fro</a:t>
            </a:r>
            <a:r>
              <a:rPr sz="3200" dirty="0">
                <a:latin typeface="Arial MT"/>
                <a:cs typeface="Arial MT"/>
              </a:rPr>
              <a:t>m	</a:t>
            </a:r>
            <a:r>
              <a:rPr sz="3200" spc="-10" dirty="0">
                <a:latin typeface="Arial MT"/>
                <a:cs typeface="Arial MT"/>
              </a:rPr>
              <a:t>the  </a:t>
            </a:r>
            <a:r>
              <a:rPr sz="3200" spc="-5" dirty="0">
                <a:latin typeface="Arial MT"/>
                <a:cs typeface="Arial MT"/>
              </a:rPr>
              <a:t>retur</a:t>
            </a:r>
            <a:r>
              <a:rPr sz="3200" dirty="0">
                <a:latin typeface="Arial MT"/>
                <a:cs typeface="Arial MT"/>
              </a:rPr>
              <a:t>n	</a:t>
            </a:r>
            <a:r>
              <a:rPr sz="3200" spc="-844" dirty="0">
                <a:latin typeface="Arial MT"/>
                <a:cs typeface="Arial MT"/>
              </a:rPr>
              <a:t> </a:t>
            </a:r>
            <a:r>
              <a:rPr sz="3200" spc="-10" dirty="0">
                <a:latin typeface="Arial MT"/>
                <a:cs typeface="Arial MT"/>
              </a:rPr>
              <a:t>the</a:t>
            </a:r>
            <a:endParaRPr sz="3200">
              <a:latin typeface="Arial MT"/>
              <a:cs typeface="Arial MT"/>
            </a:endParaRPr>
          </a:p>
        </p:txBody>
      </p:sp>
      <p:sp>
        <p:nvSpPr>
          <p:cNvPr id="9" name="object 9"/>
          <p:cNvSpPr txBox="1"/>
          <p:nvPr/>
        </p:nvSpPr>
        <p:spPr>
          <a:xfrm>
            <a:off x="1144563" y="2335718"/>
            <a:ext cx="5175885" cy="513080"/>
          </a:xfrm>
          <a:prstGeom prst="rect">
            <a:avLst/>
          </a:prstGeom>
        </p:spPr>
        <p:txBody>
          <a:bodyPr vert="horz" wrap="square" lIns="0" tIns="12700" rIns="0" bIns="0" rtlCol="0">
            <a:spAutoFit/>
          </a:bodyPr>
          <a:lstStyle/>
          <a:p>
            <a:pPr marL="12700">
              <a:lnSpc>
                <a:spcPct val="100000"/>
              </a:lnSpc>
              <a:spcBef>
                <a:spcPts val="100"/>
              </a:spcBef>
              <a:tabLst>
                <a:tab pos="1962785" algn="l"/>
                <a:tab pos="3393440" algn="l"/>
                <a:tab pos="4417695" algn="l"/>
              </a:tabLst>
            </a:pPr>
            <a:r>
              <a:rPr sz="3200" dirty="0">
                <a:latin typeface="Arial MT"/>
                <a:cs typeface="Arial MT"/>
              </a:rPr>
              <a:t>specified	</a:t>
            </a:r>
            <a:r>
              <a:rPr sz="3200" spc="-5" dirty="0">
                <a:latin typeface="Arial MT"/>
                <a:cs typeface="Arial MT"/>
              </a:rPr>
              <a:t>index</a:t>
            </a:r>
            <a:r>
              <a:rPr sz="3200" dirty="0">
                <a:latin typeface="Arial MT"/>
                <a:cs typeface="Arial MT"/>
              </a:rPr>
              <a:t>,	</a:t>
            </a:r>
            <a:r>
              <a:rPr sz="3200" spc="-5" dirty="0">
                <a:latin typeface="Arial MT"/>
                <a:cs typeface="Arial MT"/>
              </a:rPr>
              <a:t>an</a:t>
            </a:r>
            <a:r>
              <a:rPr sz="3200" dirty="0">
                <a:latin typeface="Arial MT"/>
                <a:cs typeface="Arial MT"/>
              </a:rPr>
              <a:t>d	</a:t>
            </a:r>
            <a:r>
              <a:rPr sz="3200" spc="-5" dirty="0">
                <a:latin typeface="Arial MT"/>
                <a:cs typeface="Arial MT"/>
              </a:rPr>
              <a:t>also</a:t>
            </a:r>
            <a:endParaRPr sz="3200">
              <a:latin typeface="Arial MT"/>
              <a:cs typeface="Arial MT"/>
            </a:endParaRPr>
          </a:p>
        </p:txBody>
      </p:sp>
      <p:sp>
        <p:nvSpPr>
          <p:cNvPr id="10" name="object 10"/>
          <p:cNvSpPr txBox="1"/>
          <p:nvPr/>
        </p:nvSpPr>
        <p:spPr>
          <a:xfrm>
            <a:off x="1144563" y="2823398"/>
            <a:ext cx="5262880" cy="1976120"/>
          </a:xfrm>
          <a:prstGeom prst="rect">
            <a:avLst/>
          </a:prstGeom>
        </p:spPr>
        <p:txBody>
          <a:bodyPr vert="horz" wrap="square" lIns="0" tIns="12700" rIns="0" bIns="0" rtlCol="0">
            <a:spAutoFit/>
          </a:bodyPr>
          <a:lstStyle/>
          <a:p>
            <a:pPr marL="12700" marR="5080">
              <a:lnSpc>
                <a:spcPct val="100000"/>
              </a:lnSpc>
              <a:spcBef>
                <a:spcPts val="100"/>
              </a:spcBef>
            </a:pPr>
            <a:r>
              <a:rPr sz="3200" spc="-5" dirty="0">
                <a:latin typeface="Arial MT"/>
                <a:cs typeface="Arial MT"/>
              </a:rPr>
              <a:t>element</a:t>
            </a:r>
            <a:r>
              <a:rPr sz="3200" spc="-35" dirty="0">
                <a:latin typeface="Arial MT"/>
                <a:cs typeface="Arial MT"/>
              </a:rPr>
              <a:t> </a:t>
            </a:r>
            <a:r>
              <a:rPr sz="3200" spc="-5" dirty="0">
                <a:latin typeface="Arial MT"/>
                <a:cs typeface="Arial MT"/>
              </a:rPr>
              <a:t>which</a:t>
            </a:r>
            <a:r>
              <a:rPr sz="3200" spc="-35" dirty="0">
                <a:latin typeface="Arial MT"/>
                <a:cs typeface="Arial MT"/>
              </a:rPr>
              <a:t> </a:t>
            </a:r>
            <a:r>
              <a:rPr sz="3200" spc="-5" dirty="0">
                <a:latin typeface="Arial MT"/>
                <a:cs typeface="Arial MT"/>
              </a:rPr>
              <a:t>was</a:t>
            </a:r>
            <a:r>
              <a:rPr sz="3200" spc="-30" dirty="0">
                <a:latin typeface="Arial MT"/>
                <a:cs typeface="Arial MT"/>
              </a:rPr>
              <a:t> </a:t>
            </a:r>
            <a:r>
              <a:rPr sz="3200" dirty="0">
                <a:latin typeface="Arial MT"/>
                <a:cs typeface="Arial MT"/>
              </a:rPr>
              <a:t>removed. </a:t>
            </a:r>
            <a:r>
              <a:rPr sz="3200" spc="-875" dirty="0">
                <a:latin typeface="Arial MT"/>
                <a:cs typeface="Arial MT"/>
              </a:rPr>
              <a:t> </a:t>
            </a:r>
            <a:r>
              <a:rPr sz="3200" spc="-10" dirty="0">
                <a:latin typeface="Arial MT"/>
                <a:cs typeface="Arial MT"/>
              </a:rPr>
              <a:t>Its</a:t>
            </a:r>
            <a:r>
              <a:rPr sz="3200" spc="-15" dirty="0">
                <a:latin typeface="Arial MT"/>
                <a:cs typeface="Arial MT"/>
              </a:rPr>
              <a:t> </a:t>
            </a:r>
            <a:r>
              <a:rPr sz="3200" dirty="0">
                <a:latin typeface="Arial MT"/>
                <a:cs typeface="Arial MT"/>
              </a:rPr>
              <a:t>syntax</a:t>
            </a:r>
            <a:r>
              <a:rPr sz="3200" spc="-10" dirty="0">
                <a:latin typeface="Arial MT"/>
                <a:cs typeface="Arial MT"/>
              </a:rPr>
              <a:t> </a:t>
            </a:r>
            <a:r>
              <a:rPr sz="3200" spc="-5" dirty="0">
                <a:latin typeface="Arial MT"/>
                <a:cs typeface="Arial MT"/>
              </a:rPr>
              <a:t>is:</a:t>
            </a:r>
            <a:endParaRPr sz="3200">
              <a:latin typeface="Arial MT"/>
              <a:cs typeface="Arial MT"/>
            </a:endParaRPr>
          </a:p>
          <a:p>
            <a:pPr>
              <a:lnSpc>
                <a:spcPct val="100000"/>
              </a:lnSpc>
              <a:spcBef>
                <a:spcPts val="45"/>
              </a:spcBef>
            </a:pPr>
            <a:endParaRPr sz="3300">
              <a:latin typeface="Arial MT"/>
              <a:cs typeface="Arial MT"/>
            </a:endParaRPr>
          </a:p>
          <a:p>
            <a:pPr marR="397510" algn="ctr">
              <a:lnSpc>
                <a:spcPct val="100000"/>
              </a:lnSpc>
            </a:pPr>
            <a:r>
              <a:rPr sz="3200" spc="-5" dirty="0">
                <a:latin typeface="Arial MT"/>
                <a:cs typeface="Arial MT"/>
              </a:rPr>
              <a:t>List.pop</a:t>
            </a:r>
            <a:r>
              <a:rPr sz="3200" spc="-50" dirty="0">
                <a:latin typeface="Arial MT"/>
                <a:cs typeface="Arial MT"/>
              </a:rPr>
              <a:t> </a:t>
            </a:r>
            <a:r>
              <a:rPr sz="3200" dirty="0">
                <a:latin typeface="Arial MT"/>
                <a:cs typeface="Arial MT"/>
              </a:rPr>
              <a:t>([index])</a:t>
            </a:r>
            <a:endParaRPr sz="3200">
              <a:latin typeface="Arial MT"/>
              <a:cs typeface="Arial MT"/>
            </a:endParaRPr>
          </a:p>
        </p:txBody>
      </p:sp>
    </p:spTree>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34290" rIns="0" bIns="0" rtlCol="0">
            <a:spAutoFit/>
          </a:bodyPr>
          <a:lstStyle/>
          <a:p>
            <a:pPr marL="1494155">
              <a:lnSpc>
                <a:spcPct val="100000"/>
              </a:lnSpc>
              <a:spcBef>
                <a:spcPts val="270"/>
              </a:spcBef>
            </a:pPr>
            <a:r>
              <a:rPr spc="-5" dirty="0"/>
              <a:t>Deleting</a:t>
            </a:r>
            <a:r>
              <a:rPr spc="-30" dirty="0"/>
              <a:t> </a:t>
            </a:r>
            <a:r>
              <a:rPr spc="-10" dirty="0"/>
              <a:t>Elements</a:t>
            </a:r>
            <a:r>
              <a:rPr spc="-30" dirty="0"/>
              <a:t> </a:t>
            </a:r>
            <a:r>
              <a:rPr spc="-5" dirty="0"/>
              <a:t>of</a:t>
            </a:r>
            <a:r>
              <a:rPr spc="-30" dirty="0"/>
              <a:t> </a:t>
            </a:r>
            <a:r>
              <a:rPr spc="-5" dirty="0"/>
              <a:t>LIST</a:t>
            </a:r>
          </a:p>
        </p:txBody>
      </p:sp>
      <p:grpSp>
        <p:nvGrpSpPr>
          <p:cNvPr id="3" name="object 3"/>
          <p:cNvGrpSpPr/>
          <p:nvPr/>
        </p:nvGrpSpPr>
        <p:grpSpPr>
          <a:xfrm>
            <a:off x="388596" y="1000973"/>
            <a:ext cx="4009390" cy="669925"/>
            <a:chOff x="388596" y="1000973"/>
            <a:chExt cx="4009390" cy="669925"/>
          </a:xfrm>
        </p:grpSpPr>
        <p:pic>
          <p:nvPicPr>
            <p:cNvPr id="4" name="object 4"/>
            <p:cNvPicPr/>
            <p:nvPr/>
          </p:nvPicPr>
          <p:blipFill>
            <a:blip r:embed="rId2" cstate="print"/>
            <a:stretch>
              <a:fillRect/>
            </a:stretch>
          </p:blipFill>
          <p:spPr>
            <a:xfrm>
              <a:off x="388596" y="1000973"/>
              <a:ext cx="4009090" cy="669364"/>
            </a:xfrm>
            <a:prstGeom prst="rect">
              <a:avLst/>
            </a:prstGeom>
          </p:spPr>
        </p:pic>
        <p:pic>
          <p:nvPicPr>
            <p:cNvPr id="5" name="object 5"/>
            <p:cNvPicPr/>
            <p:nvPr/>
          </p:nvPicPr>
          <p:blipFill>
            <a:blip r:embed="rId3" cstate="print"/>
            <a:stretch>
              <a:fillRect/>
            </a:stretch>
          </p:blipFill>
          <p:spPr>
            <a:xfrm>
              <a:off x="428596" y="1017972"/>
              <a:ext cx="3929089" cy="589363"/>
            </a:xfrm>
            <a:prstGeom prst="rect">
              <a:avLst/>
            </a:prstGeom>
          </p:spPr>
        </p:pic>
      </p:grpSp>
      <p:sp>
        <p:nvSpPr>
          <p:cNvPr id="6" name="object 6"/>
          <p:cNvSpPr txBox="1"/>
          <p:nvPr/>
        </p:nvSpPr>
        <p:spPr>
          <a:xfrm>
            <a:off x="428595" y="1017973"/>
            <a:ext cx="3929379" cy="589915"/>
          </a:xfrm>
          <a:prstGeom prst="rect">
            <a:avLst/>
          </a:prstGeom>
        </p:spPr>
        <p:txBody>
          <a:bodyPr vert="horz" wrap="square" lIns="0" tIns="34290" rIns="0" bIns="0" rtlCol="0">
            <a:spAutoFit/>
          </a:bodyPr>
          <a:lstStyle/>
          <a:p>
            <a:pPr marL="339090">
              <a:lnSpc>
                <a:spcPct val="100000"/>
              </a:lnSpc>
              <a:spcBef>
                <a:spcPts val="270"/>
              </a:spcBef>
            </a:pPr>
            <a:r>
              <a:rPr sz="3200" b="1" spc="-5" dirty="0">
                <a:solidFill>
                  <a:srgbClr val="FFFFFF"/>
                </a:solidFill>
                <a:latin typeface="Arial"/>
                <a:cs typeface="Arial"/>
              </a:rPr>
              <a:t>1.</a:t>
            </a:r>
            <a:r>
              <a:rPr sz="3200" b="1" spc="-25" dirty="0">
                <a:solidFill>
                  <a:srgbClr val="FFFFFF"/>
                </a:solidFill>
                <a:latin typeface="Arial"/>
                <a:cs typeface="Arial"/>
              </a:rPr>
              <a:t> </a:t>
            </a:r>
            <a:r>
              <a:rPr sz="3200" b="1" spc="-10" dirty="0">
                <a:solidFill>
                  <a:srgbClr val="FFFFFF"/>
                </a:solidFill>
                <a:latin typeface="Arial"/>
                <a:cs typeface="Arial"/>
              </a:rPr>
              <a:t>pop</a:t>
            </a:r>
            <a:r>
              <a:rPr sz="3200" b="1" spc="-25" dirty="0">
                <a:solidFill>
                  <a:srgbClr val="FFFFFF"/>
                </a:solidFill>
                <a:latin typeface="Arial"/>
                <a:cs typeface="Arial"/>
              </a:rPr>
              <a:t> </a:t>
            </a:r>
            <a:r>
              <a:rPr sz="3200" b="1" dirty="0">
                <a:solidFill>
                  <a:srgbClr val="FFFFFF"/>
                </a:solidFill>
                <a:latin typeface="Arial"/>
                <a:cs typeface="Arial"/>
              </a:rPr>
              <a:t>(</a:t>
            </a:r>
            <a:r>
              <a:rPr sz="3200" b="1" spc="-20" dirty="0">
                <a:solidFill>
                  <a:srgbClr val="FFFFFF"/>
                </a:solidFill>
                <a:latin typeface="Arial"/>
                <a:cs typeface="Arial"/>
              </a:rPr>
              <a:t> </a:t>
            </a:r>
            <a:r>
              <a:rPr sz="3200" b="1" dirty="0">
                <a:solidFill>
                  <a:srgbClr val="FFFFFF"/>
                </a:solidFill>
                <a:latin typeface="Arial"/>
                <a:cs typeface="Arial"/>
              </a:rPr>
              <a:t>)</a:t>
            </a:r>
            <a:r>
              <a:rPr sz="3200" b="1" spc="-25" dirty="0">
                <a:solidFill>
                  <a:srgbClr val="FFFFFF"/>
                </a:solidFill>
                <a:latin typeface="Arial"/>
                <a:cs typeface="Arial"/>
              </a:rPr>
              <a:t> </a:t>
            </a:r>
            <a:r>
              <a:rPr sz="3200" b="1" dirty="0">
                <a:solidFill>
                  <a:srgbClr val="FFFFFF"/>
                </a:solidFill>
                <a:latin typeface="Arial"/>
                <a:cs typeface="Arial"/>
              </a:rPr>
              <a:t>Method</a:t>
            </a:r>
            <a:endParaRPr sz="3200">
              <a:latin typeface="Arial"/>
              <a:cs typeface="Arial"/>
            </a:endParaRPr>
          </a:p>
        </p:txBody>
      </p:sp>
      <p:grpSp>
        <p:nvGrpSpPr>
          <p:cNvPr id="7" name="object 7"/>
          <p:cNvGrpSpPr/>
          <p:nvPr/>
        </p:nvGrpSpPr>
        <p:grpSpPr>
          <a:xfrm>
            <a:off x="378155" y="2003383"/>
            <a:ext cx="4156710" cy="2781300"/>
            <a:chOff x="378155" y="2003383"/>
            <a:chExt cx="4156710" cy="2781300"/>
          </a:xfrm>
        </p:grpSpPr>
        <p:pic>
          <p:nvPicPr>
            <p:cNvPr id="8" name="object 8"/>
            <p:cNvPicPr/>
            <p:nvPr/>
          </p:nvPicPr>
          <p:blipFill>
            <a:blip r:embed="rId4" cstate="print"/>
            <a:stretch>
              <a:fillRect/>
            </a:stretch>
          </p:blipFill>
          <p:spPr>
            <a:xfrm>
              <a:off x="378155" y="2003383"/>
              <a:ext cx="4156101" cy="2780919"/>
            </a:xfrm>
            <a:prstGeom prst="rect">
              <a:avLst/>
            </a:prstGeom>
          </p:spPr>
        </p:pic>
        <p:pic>
          <p:nvPicPr>
            <p:cNvPr id="9" name="object 9"/>
            <p:cNvPicPr/>
            <p:nvPr/>
          </p:nvPicPr>
          <p:blipFill>
            <a:blip r:embed="rId5" cstate="print"/>
            <a:stretch>
              <a:fillRect/>
            </a:stretch>
          </p:blipFill>
          <p:spPr>
            <a:xfrm>
              <a:off x="571473" y="2196700"/>
              <a:ext cx="3571900" cy="2196719"/>
            </a:xfrm>
            <a:prstGeom prst="rect">
              <a:avLst/>
            </a:prstGeom>
          </p:spPr>
        </p:pic>
      </p:grpSp>
      <p:sp>
        <p:nvSpPr>
          <p:cNvPr id="10" name="object 10"/>
          <p:cNvSpPr txBox="1"/>
          <p:nvPr/>
        </p:nvSpPr>
        <p:spPr>
          <a:xfrm>
            <a:off x="1501753" y="1777217"/>
            <a:ext cx="2594610" cy="513080"/>
          </a:xfrm>
          <a:prstGeom prst="rect">
            <a:avLst/>
          </a:prstGeom>
        </p:spPr>
        <p:txBody>
          <a:bodyPr vert="horz" wrap="square" lIns="0" tIns="12700" rIns="0" bIns="0" rtlCol="0">
            <a:spAutoFit/>
          </a:bodyPr>
          <a:lstStyle/>
          <a:p>
            <a:pPr marL="12700">
              <a:lnSpc>
                <a:spcPct val="100000"/>
              </a:lnSpc>
              <a:spcBef>
                <a:spcPts val="100"/>
              </a:spcBef>
            </a:pPr>
            <a:r>
              <a:rPr sz="3200" b="1" spc="-10" dirty="0">
                <a:solidFill>
                  <a:srgbClr val="FFFF00"/>
                </a:solidFill>
                <a:latin typeface="Arial"/>
                <a:cs typeface="Arial"/>
              </a:rPr>
              <a:t>For</a:t>
            </a:r>
            <a:r>
              <a:rPr sz="3200" b="1" spc="-90" dirty="0">
                <a:solidFill>
                  <a:srgbClr val="FFFF00"/>
                </a:solidFill>
                <a:latin typeface="Arial"/>
                <a:cs typeface="Arial"/>
              </a:rPr>
              <a:t> </a:t>
            </a:r>
            <a:r>
              <a:rPr sz="3200" b="1" spc="-5" dirty="0">
                <a:solidFill>
                  <a:srgbClr val="FFFF00"/>
                </a:solidFill>
                <a:latin typeface="Arial"/>
                <a:cs typeface="Arial"/>
              </a:rPr>
              <a:t>Example:</a:t>
            </a:r>
            <a:endParaRPr sz="3200">
              <a:latin typeface="Arial"/>
              <a:cs typeface="Arial"/>
            </a:endParaRPr>
          </a:p>
        </p:txBody>
      </p:sp>
      <p:grpSp>
        <p:nvGrpSpPr>
          <p:cNvPr id="11" name="object 11"/>
          <p:cNvGrpSpPr/>
          <p:nvPr/>
        </p:nvGrpSpPr>
        <p:grpSpPr>
          <a:xfrm>
            <a:off x="3226661" y="2003384"/>
            <a:ext cx="5795010" cy="2883535"/>
            <a:chOff x="3226661" y="2003384"/>
            <a:chExt cx="5795010" cy="2883535"/>
          </a:xfrm>
        </p:grpSpPr>
        <p:pic>
          <p:nvPicPr>
            <p:cNvPr id="12" name="object 12"/>
            <p:cNvPicPr/>
            <p:nvPr/>
          </p:nvPicPr>
          <p:blipFill>
            <a:blip r:embed="rId6" cstate="print"/>
            <a:stretch>
              <a:fillRect/>
            </a:stretch>
          </p:blipFill>
          <p:spPr>
            <a:xfrm>
              <a:off x="4450121" y="2003384"/>
              <a:ext cx="3798910" cy="2687134"/>
            </a:xfrm>
            <a:prstGeom prst="rect">
              <a:avLst/>
            </a:prstGeom>
          </p:spPr>
        </p:pic>
        <p:pic>
          <p:nvPicPr>
            <p:cNvPr id="13" name="object 13"/>
            <p:cNvPicPr/>
            <p:nvPr/>
          </p:nvPicPr>
          <p:blipFill>
            <a:blip r:embed="rId7" cstate="print"/>
            <a:stretch>
              <a:fillRect/>
            </a:stretch>
          </p:blipFill>
          <p:spPr>
            <a:xfrm>
              <a:off x="4643438" y="2196701"/>
              <a:ext cx="3214709" cy="2102933"/>
            </a:xfrm>
            <a:prstGeom prst="rect">
              <a:avLst/>
            </a:prstGeom>
          </p:spPr>
        </p:pic>
        <p:pic>
          <p:nvPicPr>
            <p:cNvPr id="14" name="object 14"/>
            <p:cNvPicPr/>
            <p:nvPr/>
          </p:nvPicPr>
          <p:blipFill>
            <a:blip r:embed="rId8" cstate="print"/>
            <a:stretch>
              <a:fillRect/>
            </a:stretch>
          </p:blipFill>
          <p:spPr>
            <a:xfrm>
              <a:off x="3226661" y="4344691"/>
              <a:ext cx="5795007" cy="541665"/>
            </a:xfrm>
            <a:prstGeom prst="rect">
              <a:avLst/>
            </a:prstGeom>
          </p:spPr>
        </p:pic>
        <p:pic>
          <p:nvPicPr>
            <p:cNvPr id="15" name="object 15"/>
            <p:cNvPicPr/>
            <p:nvPr/>
          </p:nvPicPr>
          <p:blipFill>
            <a:blip r:embed="rId9" cstate="print"/>
            <a:stretch>
              <a:fillRect/>
            </a:stretch>
          </p:blipFill>
          <p:spPr>
            <a:xfrm>
              <a:off x="3266661" y="4361690"/>
              <a:ext cx="5715007" cy="461664"/>
            </a:xfrm>
            <a:prstGeom prst="rect">
              <a:avLst/>
            </a:prstGeom>
          </p:spPr>
        </p:pic>
      </p:grpSp>
      <p:sp>
        <p:nvSpPr>
          <p:cNvPr id="16" name="object 16"/>
          <p:cNvSpPr txBox="1"/>
          <p:nvPr/>
        </p:nvSpPr>
        <p:spPr>
          <a:xfrm>
            <a:off x="3339686" y="4374899"/>
            <a:ext cx="5166995" cy="391160"/>
          </a:xfrm>
          <a:prstGeom prst="rect">
            <a:avLst/>
          </a:prstGeom>
        </p:spPr>
        <p:txBody>
          <a:bodyPr vert="horz" wrap="square" lIns="0" tIns="12700" rIns="0" bIns="0" rtlCol="0">
            <a:spAutoFit/>
          </a:bodyPr>
          <a:lstStyle/>
          <a:p>
            <a:pPr marL="12700">
              <a:lnSpc>
                <a:spcPct val="100000"/>
              </a:lnSpc>
              <a:spcBef>
                <a:spcPts val="100"/>
              </a:spcBef>
            </a:pPr>
            <a:r>
              <a:rPr sz="2400" b="1" spc="-5" dirty="0">
                <a:solidFill>
                  <a:srgbClr val="FFFF00"/>
                </a:solidFill>
                <a:latin typeface="Arial"/>
                <a:cs typeface="Arial"/>
              </a:rPr>
              <a:t>Popped</a:t>
            </a:r>
            <a:r>
              <a:rPr sz="2400" b="1" spc="-25" dirty="0">
                <a:solidFill>
                  <a:srgbClr val="FFFF00"/>
                </a:solidFill>
                <a:latin typeface="Arial"/>
                <a:cs typeface="Arial"/>
              </a:rPr>
              <a:t> </a:t>
            </a:r>
            <a:r>
              <a:rPr sz="2400" b="1" spc="-5" dirty="0">
                <a:solidFill>
                  <a:srgbClr val="FFFF00"/>
                </a:solidFill>
                <a:latin typeface="Arial"/>
                <a:cs typeface="Arial"/>
              </a:rPr>
              <a:t>element</a:t>
            </a:r>
            <a:r>
              <a:rPr sz="2400" b="1" spc="-15" dirty="0">
                <a:solidFill>
                  <a:srgbClr val="FFFF00"/>
                </a:solidFill>
                <a:latin typeface="Arial"/>
                <a:cs typeface="Arial"/>
              </a:rPr>
              <a:t> </a:t>
            </a:r>
            <a:r>
              <a:rPr sz="2400" b="1" spc="-5" dirty="0">
                <a:solidFill>
                  <a:srgbClr val="FFFF00"/>
                </a:solidFill>
                <a:latin typeface="Arial"/>
                <a:cs typeface="Arial"/>
              </a:rPr>
              <a:t>67</a:t>
            </a:r>
            <a:r>
              <a:rPr sz="2400" b="1" spc="-20" dirty="0">
                <a:solidFill>
                  <a:srgbClr val="FFFF00"/>
                </a:solidFill>
                <a:latin typeface="Arial"/>
                <a:cs typeface="Arial"/>
              </a:rPr>
              <a:t> </a:t>
            </a:r>
            <a:r>
              <a:rPr sz="2400" b="1" spc="-5" dirty="0">
                <a:solidFill>
                  <a:srgbClr val="FFFF00"/>
                </a:solidFill>
                <a:latin typeface="Arial"/>
                <a:cs typeface="Arial"/>
              </a:rPr>
              <a:t>is</a:t>
            </a:r>
            <a:r>
              <a:rPr sz="2400" b="1" spc="-20" dirty="0">
                <a:solidFill>
                  <a:srgbClr val="FFFF00"/>
                </a:solidFill>
                <a:latin typeface="Arial"/>
                <a:cs typeface="Arial"/>
              </a:rPr>
              <a:t> </a:t>
            </a:r>
            <a:r>
              <a:rPr sz="2400" b="1" spc="-5" dirty="0">
                <a:solidFill>
                  <a:srgbClr val="FFFF00"/>
                </a:solidFill>
                <a:latin typeface="Arial"/>
                <a:cs typeface="Arial"/>
              </a:rPr>
              <a:t>assigned</a:t>
            </a:r>
            <a:r>
              <a:rPr sz="2400" b="1" spc="-15" dirty="0">
                <a:solidFill>
                  <a:srgbClr val="FFFF00"/>
                </a:solidFill>
                <a:latin typeface="Arial"/>
                <a:cs typeface="Arial"/>
              </a:rPr>
              <a:t> </a:t>
            </a:r>
            <a:r>
              <a:rPr sz="2400" b="1" dirty="0">
                <a:solidFill>
                  <a:srgbClr val="FFFF00"/>
                </a:solidFill>
                <a:latin typeface="Arial"/>
                <a:cs typeface="Arial"/>
              </a:rPr>
              <a:t>to</a:t>
            </a:r>
            <a:r>
              <a:rPr sz="2400" b="1" spc="-20" dirty="0">
                <a:solidFill>
                  <a:srgbClr val="FFFF00"/>
                </a:solidFill>
                <a:latin typeface="Arial"/>
                <a:cs typeface="Arial"/>
              </a:rPr>
              <a:t> </a:t>
            </a:r>
            <a:r>
              <a:rPr sz="2400" b="1" dirty="0">
                <a:solidFill>
                  <a:srgbClr val="FFFF00"/>
                </a:solidFill>
                <a:latin typeface="Arial"/>
                <a:cs typeface="Arial"/>
              </a:rPr>
              <a:t>x</a:t>
            </a:r>
            <a:endParaRPr sz="2400">
              <a:latin typeface="Arial"/>
              <a:cs typeface="Arial"/>
            </a:endParaRPr>
          </a:p>
        </p:txBody>
      </p:sp>
      <p:grpSp>
        <p:nvGrpSpPr>
          <p:cNvPr id="17" name="object 17"/>
          <p:cNvGrpSpPr/>
          <p:nvPr/>
        </p:nvGrpSpPr>
        <p:grpSpPr>
          <a:xfrm>
            <a:off x="6721743" y="3260379"/>
            <a:ext cx="654050" cy="1383030"/>
            <a:chOff x="6721743" y="3260379"/>
            <a:chExt cx="654050" cy="1383030"/>
          </a:xfrm>
        </p:grpSpPr>
        <p:sp>
          <p:nvSpPr>
            <p:cNvPr id="18" name="object 18"/>
            <p:cNvSpPr/>
            <p:nvPr/>
          </p:nvSpPr>
          <p:spPr>
            <a:xfrm>
              <a:off x="6939026" y="3674249"/>
              <a:ext cx="347980" cy="880110"/>
            </a:xfrm>
            <a:custGeom>
              <a:avLst/>
              <a:gdLst/>
              <a:ahLst/>
              <a:cxnLst/>
              <a:rect l="l" t="t" r="r" b="b"/>
              <a:pathLst>
                <a:path w="347979" h="880110">
                  <a:moveTo>
                    <a:pt x="347617" y="879905"/>
                  </a:moveTo>
                  <a:lnTo>
                    <a:pt x="0" y="0"/>
                  </a:lnTo>
                </a:path>
              </a:pathLst>
            </a:custGeom>
            <a:ln w="177799">
              <a:solidFill>
                <a:srgbClr val="DAF000"/>
              </a:solidFill>
            </a:ln>
          </p:spPr>
          <p:txBody>
            <a:bodyPr wrap="square" lIns="0" tIns="0" rIns="0" bIns="0" rtlCol="0"/>
            <a:lstStyle/>
            <a:p>
              <a:endParaRPr/>
            </a:p>
          </p:txBody>
        </p:sp>
        <p:sp>
          <p:nvSpPr>
            <p:cNvPr id="19" name="object 19"/>
            <p:cNvSpPr/>
            <p:nvPr/>
          </p:nvSpPr>
          <p:spPr>
            <a:xfrm>
              <a:off x="6810643" y="3349279"/>
              <a:ext cx="387985" cy="584835"/>
            </a:xfrm>
            <a:custGeom>
              <a:avLst/>
              <a:gdLst/>
              <a:ahLst/>
              <a:cxnLst/>
              <a:rect l="l" t="t" r="r" b="b"/>
              <a:pathLst>
                <a:path w="387984" h="584835">
                  <a:moveTo>
                    <a:pt x="15886" y="584401"/>
                  </a:moveTo>
                  <a:lnTo>
                    <a:pt x="0" y="0"/>
                  </a:lnTo>
                  <a:lnTo>
                    <a:pt x="387815" y="437466"/>
                  </a:lnTo>
                  <a:lnTo>
                    <a:pt x="128382" y="324969"/>
                  </a:lnTo>
                  <a:lnTo>
                    <a:pt x="15886" y="584401"/>
                  </a:lnTo>
                  <a:close/>
                </a:path>
              </a:pathLst>
            </a:custGeom>
            <a:solidFill>
              <a:srgbClr val="DAF000"/>
            </a:solidFill>
          </p:spPr>
          <p:txBody>
            <a:bodyPr wrap="square" lIns="0" tIns="0" rIns="0" bIns="0" rtlCol="0"/>
            <a:lstStyle/>
            <a:p>
              <a:endParaRPr/>
            </a:p>
          </p:txBody>
        </p:sp>
        <p:sp>
          <p:nvSpPr>
            <p:cNvPr id="20" name="object 20"/>
            <p:cNvSpPr/>
            <p:nvPr/>
          </p:nvSpPr>
          <p:spPr>
            <a:xfrm>
              <a:off x="6810643" y="3349279"/>
              <a:ext cx="387985" cy="584835"/>
            </a:xfrm>
            <a:custGeom>
              <a:avLst/>
              <a:gdLst/>
              <a:ahLst/>
              <a:cxnLst/>
              <a:rect l="l" t="t" r="r" b="b"/>
              <a:pathLst>
                <a:path w="387984" h="584835">
                  <a:moveTo>
                    <a:pt x="128382" y="324969"/>
                  </a:moveTo>
                  <a:lnTo>
                    <a:pt x="387815" y="437466"/>
                  </a:lnTo>
                  <a:lnTo>
                    <a:pt x="0" y="0"/>
                  </a:lnTo>
                  <a:lnTo>
                    <a:pt x="15886" y="584401"/>
                  </a:lnTo>
                  <a:lnTo>
                    <a:pt x="128382" y="324969"/>
                  </a:lnTo>
                  <a:close/>
                </a:path>
              </a:pathLst>
            </a:custGeom>
            <a:ln w="177799">
              <a:solidFill>
                <a:srgbClr val="DAF000"/>
              </a:solidFill>
            </a:ln>
          </p:spPr>
          <p:txBody>
            <a:bodyPr wrap="square" lIns="0" tIns="0" rIns="0" bIns="0" rtlCol="0"/>
            <a:lstStyle/>
            <a:p>
              <a:endParaRPr/>
            </a:p>
          </p:txBody>
        </p:sp>
      </p:grpSp>
    </p:spTree>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34290" rIns="0" bIns="0" rtlCol="0">
            <a:spAutoFit/>
          </a:bodyPr>
          <a:lstStyle/>
          <a:p>
            <a:pPr marL="1494155">
              <a:lnSpc>
                <a:spcPct val="100000"/>
              </a:lnSpc>
              <a:spcBef>
                <a:spcPts val="270"/>
              </a:spcBef>
            </a:pPr>
            <a:r>
              <a:rPr spc="-5" dirty="0"/>
              <a:t>Deleting</a:t>
            </a:r>
            <a:r>
              <a:rPr spc="-30" dirty="0"/>
              <a:t> </a:t>
            </a:r>
            <a:r>
              <a:rPr spc="-10" dirty="0"/>
              <a:t>Elements</a:t>
            </a:r>
            <a:r>
              <a:rPr spc="-30" dirty="0"/>
              <a:t> </a:t>
            </a:r>
            <a:r>
              <a:rPr spc="-5" dirty="0"/>
              <a:t>of</a:t>
            </a:r>
            <a:r>
              <a:rPr spc="-30" dirty="0"/>
              <a:t> </a:t>
            </a:r>
            <a:r>
              <a:rPr spc="-5" dirty="0"/>
              <a:t>LIST</a:t>
            </a:r>
          </a:p>
        </p:txBody>
      </p:sp>
      <p:grpSp>
        <p:nvGrpSpPr>
          <p:cNvPr id="3" name="object 3"/>
          <p:cNvGrpSpPr/>
          <p:nvPr/>
        </p:nvGrpSpPr>
        <p:grpSpPr>
          <a:xfrm>
            <a:off x="245720" y="1108130"/>
            <a:ext cx="4009390" cy="669925"/>
            <a:chOff x="245720" y="1108130"/>
            <a:chExt cx="4009390" cy="669925"/>
          </a:xfrm>
        </p:grpSpPr>
        <p:pic>
          <p:nvPicPr>
            <p:cNvPr id="4" name="object 4"/>
            <p:cNvPicPr/>
            <p:nvPr/>
          </p:nvPicPr>
          <p:blipFill>
            <a:blip r:embed="rId2" cstate="print"/>
            <a:stretch>
              <a:fillRect/>
            </a:stretch>
          </p:blipFill>
          <p:spPr>
            <a:xfrm>
              <a:off x="245720" y="1108130"/>
              <a:ext cx="4009090" cy="669364"/>
            </a:xfrm>
            <a:prstGeom prst="rect">
              <a:avLst/>
            </a:prstGeom>
          </p:spPr>
        </p:pic>
        <p:pic>
          <p:nvPicPr>
            <p:cNvPr id="5" name="object 5"/>
            <p:cNvPicPr/>
            <p:nvPr/>
          </p:nvPicPr>
          <p:blipFill>
            <a:blip r:embed="rId3" cstate="print"/>
            <a:stretch>
              <a:fillRect/>
            </a:stretch>
          </p:blipFill>
          <p:spPr>
            <a:xfrm>
              <a:off x="285719" y="1125129"/>
              <a:ext cx="3929089" cy="589363"/>
            </a:xfrm>
            <a:prstGeom prst="rect">
              <a:avLst/>
            </a:prstGeom>
          </p:spPr>
        </p:pic>
      </p:grpSp>
      <p:sp>
        <p:nvSpPr>
          <p:cNvPr id="6" name="object 6"/>
          <p:cNvSpPr txBox="1"/>
          <p:nvPr/>
        </p:nvSpPr>
        <p:spPr>
          <a:xfrm>
            <a:off x="285719" y="1125129"/>
            <a:ext cx="3929379" cy="589915"/>
          </a:xfrm>
          <a:prstGeom prst="rect">
            <a:avLst/>
          </a:prstGeom>
        </p:spPr>
        <p:txBody>
          <a:bodyPr vert="horz" wrap="square" lIns="0" tIns="34290" rIns="0" bIns="0" rtlCol="0">
            <a:spAutoFit/>
          </a:bodyPr>
          <a:lstStyle/>
          <a:p>
            <a:pPr marL="609600">
              <a:lnSpc>
                <a:spcPct val="100000"/>
              </a:lnSpc>
              <a:spcBef>
                <a:spcPts val="270"/>
              </a:spcBef>
              <a:tabLst>
                <a:tab pos="1871345" algn="l"/>
              </a:tabLst>
            </a:pPr>
            <a:r>
              <a:rPr sz="3200" b="1" spc="-5" dirty="0">
                <a:solidFill>
                  <a:srgbClr val="FFFFFF"/>
                </a:solidFill>
                <a:latin typeface="Arial"/>
                <a:cs typeface="Arial"/>
              </a:rPr>
              <a:t>2.</a:t>
            </a:r>
            <a:r>
              <a:rPr sz="3200" b="1" dirty="0">
                <a:solidFill>
                  <a:srgbClr val="FFFFFF"/>
                </a:solidFill>
                <a:latin typeface="Arial"/>
                <a:cs typeface="Arial"/>
              </a:rPr>
              <a:t> </a:t>
            </a:r>
            <a:r>
              <a:rPr sz="3200" b="1" spc="-10" dirty="0">
                <a:solidFill>
                  <a:srgbClr val="FFFFFF"/>
                </a:solidFill>
                <a:latin typeface="Arial"/>
                <a:cs typeface="Arial"/>
              </a:rPr>
              <a:t>del	</a:t>
            </a:r>
            <a:r>
              <a:rPr sz="3200" b="1" dirty="0">
                <a:solidFill>
                  <a:srgbClr val="FFFFFF"/>
                </a:solidFill>
                <a:latin typeface="Arial"/>
                <a:cs typeface="Arial"/>
              </a:rPr>
              <a:t>Method</a:t>
            </a:r>
            <a:endParaRPr sz="3200">
              <a:latin typeface="Arial"/>
              <a:cs typeface="Arial"/>
            </a:endParaRPr>
          </a:p>
        </p:txBody>
      </p:sp>
      <p:sp>
        <p:nvSpPr>
          <p:cNvPr id="7" name="object 7"/>
          <p:cNvSpPr txBox="1"/>
          <p:nvPr/>
        </p:nvSpPr>
        <p:spPr>
          <a:xfrm>
            <a:off x="1073838" y="1932894"/>
            <a:ext cx="6991984" cy="683895"/>
          </a:xfrm>
          <a:prstGeom prst="rect">
            <a:avLst/>
          </a:prstGeom>
        </p:spPr>
        <p:txBody>
          <a:bodyPr vert="horz" wrap="square" lIns="0" tIns="12700" rIns="0" bIns="0" rtlCol="0">
            <a:spAutoFit/>
          </a:bodyPr>
          <a:lstStyle/>
          <a:p>
            <a:pPr marL="12700" marR="5080" indent="457200">
              <a:lnSpc>
                <a:spcPct val="108000"/>
              </a:lnSpc>
              <a:spcBef>
                <a:spcPts val="100"/>
              </a:spcBef>
            </a:pPr>
            <a:r>
              <a:rPr sz="2000" b="1" spc="-5" dirty="0">
                <a:latin typeface="Arial"/>
                <a:cs typeface="Arial"/>
              </a:rPr>
              <a:t>del</a:t>
            </a:r>
            <a:r>
              <a:rPr sz="2000" b="1" spc="300" dirty="0">
                <a:latin typeface="Arial"/>
                <a:cs typeface="Arial"/>
              </a:rPr>
              <a:t> </a:t>
            </a:r>
            <a:r>
              <a:rPr sz="2000" b="1" spc="-5" dirty="0">
                <a:latin typeface="Arial"/>
                <a:cs typeface="Arial"/>
              </a:rPr>
              <a:t>removes</a:t>
            </a:r>
            <a:r>
              <a:rPr sz="2000" b="1" spc="300" dirty="0">
                <a:latin typeface="Arial"/>
                <a:cs typeface="Arial"/>
              </a:rPr>
              <a:t> </a:t>
            </a:r>
            <a:r>
              <a:rPr sz="2000" b="1" dirty="0">
                <a:latin typeface="Arial"/>
                <a:cs typeface="Arial"/>
              </a:rPr>
              <a:t>the</a:t>
            </a:r>
            <a:r>
              <a:rPr sz="2000" b="1" spc="300" dirty="0">
                <a:latin typeface="Arial"/>
                <a:cs typeface="Arial"/>
              </a:rPr>
              <a:t> </a:t>
            </a:r>
            <a:r>
              <a:rPr sz="2000" b="1" spc="-5" dirty="0">
                <a:latin typeface="Arial"/>
                <a:cs typeface="Arial"/>
              </a:rPr>
              <a:t>specified</a:t>
            </a:r>
            <a:r>
              <a:rPr sz="2000" b="1" spc="305" dirty="0">
                <a:latin typeface="Arial"/>
                <a:cs typeface="Arial"/>
              </a:rPr>
              <a:t> </a:t>
            </a:r>
            <a:r>
              <a:rPr sz="2000" b="1" spc="-5" dirty="0">
                <a:latin typeface="Arial"/>
                <a:cs typeface="Arial"/>
              </a:rPr>
              <a:t>element</a:t>
            </a:r>
            <a:r>
              <a:rPr sz="2000" b="1" spc="300" dirty="0">
                <a:latin typeface="Arial"/>
                <a:cs typeface="Arial"/>
              </a:rPr>
              <a:t> </a:t>
            </a:r>
            <a:r>
              <a:rPr sz="2000" b="1" dirty="0">
                <a:latin typeface="Arial"/>
                <a:cs typeface="Arial"/>
              </a:rPr>
              <a:t>from</a:t>
            </a:r>
            <a:r>
              <a:rPr sz="2000" b="1" spc="300" dirty="0">
                <a:latin typeface="Arial"/>
                <a:cs typeface="Arial"/>
              </a:rPr>
              <a:t> </a:t>
            </a:r>
            <a:r>
              <a:rPr sz="2000" b="1" dirty="0">
                <a:latin typeface="Arial"/>
                <a:cs typeface="Arial"/>
              </a:rPr>
              <a:t>the</a:t>
            </a:r>
            <a:r>
              <a:rPr sz="2000" b="1" spc="305" dirty="0">
                <a:latin typeface="Arial"/>
                <a:cs typeface="Arial"/>
              </a:rPr>
              <a:t> </a:t>
            </a:r>
            <a:r>
              <a:rPr sz="2000" b="1" spc="-5" dirty="0">
                <a:latin typeface="Arial"/>
                <a:cs typeface="Arial"/>
              </a:rPr>
              <a:t>list,</a:t>
            </a:r>
            <a:r>
              <a:rPr sz="2000" b="1" spc="300" dirty="0">
                <a:latin typeface="Arial"/>
                <a:cs typeface="Arial"/>
              </a:rPr>
              <a:t> </a:t>
            </a:r>
            <a:r>
              <a:rPr sz="2000" b="1" spc="-5" dirty="0">
                <a:latin typeface="Arial"/>
                <a:cs typeface="Arial"/>
              </a:rPr>
              <a:t>but </a:t>
            </a:r>
            <a:r>
              <a:rPr sz="2000" b="1" spc="-540" dirty="0">
                <a:latin typeface="Arial"/>
                <a:cs typeface="Arial"/>
              </a:rPr>
              <a:t> </a:t>
            </a:r>
            <a:r>
              <a:rPr sz="2000" b="1" spc="-5" dirty="0">
                <a:latin typeface="Arial"/>
                <a:cs typeface="Arial"/>
              </a:rPr>
              <a:t>does</a:t>
            </a:r>
            <a:r>
              <a:rPr sz="2000" b="1" spc="-10" dirty="0">
                <a:latin typeface="Arial"/>
                <a:cs typeface="Arial"/>
              </a:rPr>
              <a:t> </a:t>
            </a:r>
            <a:r>
              <a:rPr sz="2000" b="1" spc="-5" dirty="0">
                <a:latin typeface="Arial"/>
                <a:cs typeface="Arial"/>
              </a:rPr>
              <a:t>not return</a:t>
            </a:r>
            <a:r>
              <a:rPr sz="2000" b="1" spc="-10" dirty="0">
                <a:latin typeface="Arial"/>
                <a:cs typeface="Arial"/>
              </a:rPr>
              <a:t> </a:t>
            </a:r>
            <a:r>
              <a:rPr sz="2000" b="1" dirty="0">
                <a:latin typeface="Arial"/>
                <a:cs typeface="Arial"/>
              </a:rPr>
              <a:t>the</a:t>
            </a:r>
            <a:r>
              <a:rPr sz="2000" b="1" spc="-5" dirty="0">
                <a:latin typeface="Arial"/>
                <a:cs typeface="Arial"/>
              </a:rPr>
              <a:t> deleted value.</a:t>
            </a:r>
            <a:endParaRPr sz="2000">
              <a:latin typeface="Arial"/>
              <a:cs typeface="Arial"/>
            </a:endParaRPr>
          </a:p>
        </p:txBody>
      </p:sp>
      <p:grpSp>
        <p:nvGrpSpPr>
          <p:cNvPr id="8" name="object 8"/>
          <p:cNvGrpSpPr/>
          <p:nvPr/>
        </p:nvGrpSpPr>
        <p:grpSpPr>
          <a:xfrm>
            <a:off x="1449724" y="2485589"/>
            <a:ext cx="7552690" cy="2658110"/>
            <a:chOff x="1449724" y="2485589"/>
            <a:chExt cx="7552690" cy="2658110"/>
          </a:xfrm>
        </p:grpSpPr>
        <p:pic>
          <p:nvPicPr>
            <p:cNvPr id="9" name="object 9"/>
            <p:cNvPicPr/>
            <p:nvPr/>
          </p:nvPicPr>
          <p:blipFill>
            <a:blip r:embed="rId4" cstate="print"/>
            <a:stretch>
              <a:fillRect/>
            </a:stretch>
          </p:blipFill>
          <p:spPr>
            <a:xfrm>
              <a:off x="1449724" y="2485589"/>
              <a:ext cx="3656034" cy="2657910"/>
            </a:xfrm>
            <a:prstGeom prst="rect">
              <a:avLst/>
            </a:prstGeom>
          </p:spPr>
        </p:pic>
        <p:pic>
          <p:nvPicPr>
            <p:cNvPr id="10" name="object 10"/>
            <p:cNvPicPr/>
            <p:nvPr/>
          </p:nvPicPr>
          <p:blipFill>
            <a:blip r:embed="rId5" cstate="print"/>
            <a:stretch>
              <a:fillRect/>
            </a:stretch>
          </p:blipFill>
          <p:spPr>
            <a:xfrm>
              <a:off x="1643042" y="2678906"/>
              <a:ext cx="3071834" cy="2227112"/>
            </a:xfrm>
            <a:prstGeom prst="rect">
              <a:avLst/>
            </a:prstGeom>
          </p:spPr>
        </p:pic>
        <p:pic>
          <p:nvPicPr>
            <p:cNvPr id="11" name="object 11"/>
            <p:cNvPicPr/>
            <p:nvPr/>
          </p:nvPicPr>
          <p:blipFill>
            <a:blip r:embed="rId6" cstate="print"/>
            <a:stretch>
              <a:fillRect/>
            </a:stretch>
          </p:blipFill>
          <p:spPr>
            <a:xfrm>
              <a:off x="5103503" y="2715486"/>
              <a:ext cx="3898913" cy="1034107"/>
            </a:xfrm>
            <a:prstGeom prst="rect">
              <a:avLst/>
            </a:prstGeom>
          </p:spPr>
        </p:pic>
        <p:pic>
          <p:nvPicPr>
            <p:cNvPr id="12" name="object 12"/>
            <p:cNvPicPr/>
            <p:nvPr/>
          </p:nvPicPr>
          <p:blipFill>
            <a:blip r:embed="rId7" cstate="print"/>
            <a:stretch>
              <a:fillRect/>
            </a:stretch>
          </p:blipFill>
          <p:spPr>
            <a:xfrm>
              <a:off x="5143502" y="2732485"/>
              <a:ext cx="3818912" cy="954106"/>
            </a:xfrm>
            <a:prstGeom prst="rect">
              <a:avLst/>
            </a:prstGeom>
          </p:spPr>
        </p:pic>
      </p:grpSp>
      <p:sp>
        <p:nvSpPr>
          <p:cNvPr id="13" name="object 13"/>
          <p:cNvSpPr txBox="1"/>
          <p:nvPr/>
        </p:nvSpPr>
        <p:spPr>
          <a:xfrm>
            <a:off x="5143503" y="2732485"/>
            <a:ext cx="3819525" cy="954405"/>
          </a:xfrm>
          <a:prstGeom prst="rect">
            <a:avLst/>
          </a:prstGeom>
        </p:spPr>
        <p:txBody>
          <a:bodyPr vert="horz" wrap="square" lIns="0" tIns="23495" rIns="0" bIns="0" rtlCol="0">
            <a:spAutoFit/>
          </a:bodyPr>
          <a:lstStyle/>
          <a:p>
            <a:pPr marL="85725">
              <a:lnSpc>
                <a:spcPct val="100000"/>
              </a:lnSpc>
              <a:spcBef>
                <a:spcPts val="185"/>
              </a:spcBef>
            </a:pPr>
            <a:r>
              <a:rPr sz="2800" b="1" spc="-10" dirty="0">
                <a:solidFill>
                  <a:srgbClr val="FFFF00"/>
                </a:solidFill>
                <a:latin typeface="Arial"/>
                <a:cs typeface="Arial"/>
              </a:rPr>
              <a:t>Syntax</a:t>
            </a:r>
            <a:r>
              <a:rPr sz="2800" b="1" spc="-55" dirty="0">
                <a:solidFill>
                  <a:srgbClr val="FFFF00"/>
                </a:solidFill>
                <a:latin typeface="Arial"/>
                <a:cs typeface="Arial"/>
              </a:rPr>
              <a:t> </a:t>
            </a:r>
            <a:r>
              <a:rPr sz="2800" b="1" dirty="0">
                <a:solidFill>
                  <a:srgbClr val="FFFF00"/>
                </a:solidFill>
                <a:latin typeface="Arial"/>
                <a:cs typeface="Arial"/>
              </a:rPr>
              <a:t>:</a:t>
            </a:r>
            <a:endParaRPr sz="2800">
              <a:latin typeface="Arial"/>
              <a:cs typeface="Arial"/>
            </a:endParaRPr>
          </a:p>
          <a:p>
            <a:pPr marL="85725">
              <a:lnSpc>
                <a:spcPct val="100000"/>
              </a:lnSpc>
              <a:tabLst>
                <a:tab pos="794385" algn="l"/>
              </a:tabLst>
            </a:pPr>
            <a:r>
              <a:rPr sz="2800" b="1" spc="-5" dirty="0">
                <a:solidFill>
                  <a:srgbClr val="FFFF00"/>
                </a:solidFill>
                <a:latin typeface="Arial"/>
                <a:cs typeface="Arial"/>
              </a:rPr>
              <a:t>del	Listobject[index]</a:t>
            </a:r>
            <a:endParaRPr sz="2800">
              <a:latin typeface="Arial"/>
              <a:cs typeface="Arial"/>
            </a:endParaRPr>
          </a:p>
        </p:txBody>
      </p:sp>
      <p:grpSp>
        <p:nvGrpSpPr>
          <p:cNvPr id="14" name="object 14"/>
          <p:cNvGrpSpPr/>
          <p:nvPr/>
        </p:nvGrpSpPr>
        <p:grpSpPr>
          <a:xfrm>
            <a:off x="4013827" y="3688794"/>
            <a:ext cx="4780915" cy="1238885"/>
            <a:chOff x="4013827" y="3688794"/>
            <a:chExt cx="4780915" cy="1238885"/>
          </a:xfrm>
        </p:grpSpPr>
        <p:sp>
          <p:nvSpPr>
            <p:cNvPr id="15" name="object 15"/>
            <p:cNvSpPr/>
            <p:nvPr/>
          </p:nvSpPr>
          <p:spPr>
            <a:xfrm>
              <a:off x="4432218" y="3899697"/>
              <a:ext cx="640080" cy="226060"/>
            </a:xfrm>
            <a:custGeom>
              <a:avLst/>
              <a:gdLst/>
              <a:ahLst/>
              <a:cxnLst/>
              <a:rect l="l" t="t" r="r" b="b"/>
              <a:pathLst>
                <a:path w="640079" h="226060">
                  <a:moveTo>
                    <a:pt x="639847" y="225828"/>
                  </a:moveTo>
                  <a:lnTo>
                    <a:pt x="0" y="0"/>
                  </a:lnTo>
                </a:path>
              </a:pathLst>
            </a:custGeom>
            <a:ln w="177799">
              <a:solidFill>
                <a:srgbClr val="DAF000"/>
              </a:solidFill>
            </a:ln>
          </p:spPr>
          <p:txBody>
            <a:bodyPr wrap="square" lIns="0" tIns="0" rIns="0" bIns="0" rtlCol="0"/>
            <a:lstStyle/>
            <a:p>
              <a:endParaRPr/>
            </a:p>
          </p:txBody>
        </p:sp>
        <p:sp>
          <p:nvSpPr>
            <p:cNvPr id="16" name="object 16"/>
            <p:cNvSpPr/>
            <p:nvPr/>
          </p:nvSpPr>
          <p:spPr>
            <a:xfrm>
              <a:off x="4102727" y="3777694"/>
              <a:ext cx="584835" cy="377190"/>
            </a:xfrm>
            <a:custGeom>
              <a:avLst/>
              <a:gdLst/>
              <a:ahLst/>
              <a:cxnLst/>
              <a:rect l="l" t="t" r="r" b="b"/>
              <a:pathLst>
                <a:path w="584835" h="377189">
                  <a:moveTo>
                    <a:pt x="451494" y="377103"/>
                  </a:moveTo>
                  <a:lnTo>
                    <a:pt x="0" y="5713"/>
                  </a:lnTo>
                  <a:lnTo>
                    <a:pt x="584589" y="0"/>
                  </a:lnTo>
                  <a:lnTo>
                    <a:pt x="329490" y="122003"/>
                  </a:lnTo>
                  <a:lnTo>
                    <a:pt x="451494" y="377103"/>
                  </a:lnTo>
                  <a:close/>
                </a:path>
              </a:pathLst>
            </a:custGeom>
            <a:solidFill>
              <a:srgbClr val="DAF000"/>
            </a:solidFill>
          </p:spPr>
          <p:txBody>
            <a:bodyPr wrap="square" lIns="0" tIns="0" rIns="0" bIns="0" rtlCol="0"/>
            <a:lstStyle/>
            <a:p>
              <a:endParaRPr/>
            </a:p>
          </p:txBody>
        </p:sp>
        <p:sp>
          <p:nvSpPr>
            <p:cNvPr id="17" name="object 17"/>
            <p:cNvSpPr/>
            <p:nvPr/>
          </p:nvSpPr>
          <p:spPr>
            <a:xfrm>
              <a:off x="4102727" y="3777694"/>
              <a:ext cx="584835" cy="377190"/>
            </a:xfrm>
            <a:custGeom>
              <a:avLst/>
              <a:gdLst/>
              <a:ahLst/>
              <a:cxnLst/>
              <a:rect l="l" t="t" r="r" b="b"/>
              <a:pathLst>
                <a:path w="584835" h="377189">
                  <a:moveTo>
                    <a:pt x="329490" y="122003"/>
                  </a:moveTo>
                  <a:lnTo>
                    <a:pt x="584589" y="0"/>
                  </a:lnTo>
                  <a:lnTo>
                    <a:pt x="0" y="5713"/>
                  </a:lnTo>
                  <a:lnTo>
                    <a:pt x="451494" y="377103"/>
                  </a:lnTo>
                  <a:lnTo>
                    <a:pt x="329490" y="122003"/>
                  </a:lnTo>
                  <a:close/>
                </a:path>
              </a:pathLst>
            </a:custGeom>
            <a:ln w="177799">
              <a:solidFill>
                <a:srgbClr val="DAF000"/>
              </a:solidFill>
            </a:ln>
          </p:spPr>
          <p:txBody>
            <a:bodyPr wrap="square" lIns="0" tIns="0" rIns="0" bIns="0" rtlCol="0"/>
            <a:lstStyle/>
            <a:p>
              <a:endParaRPr/>
            </a:p>
          </p:txBody>
        </p:sp>
        <p:pic>
          <p:nvPicPr>
            <p:cNvPr id="18" name="object 18"/>
            <p:cNvPicPr/>
            <p:nvPr/>
          </p:nvPicPr>
          <p:blipFill>
            <a:blip r:embed="rId8" cstate="print"/>
            <a:stretch>
              <a:fillRect/>
            </a:stretch>
          </p:blipFill>
          <p:spPr>
            <a:xfrm>
              <a:off x="5142516" y="3893519"/>
              <a:ext cx="3651900" cy="1034107"/>
            </a:xfrm>
            <a:prstGeom prst="rect">
              <a:avLst/>
            </a:prstGeom>
          </p:spPr>
        </p:pic>
        <p:pic>
          <p:nvPicPr>
            <p:cNvPr id="19" name="object 19"/>
            <p:cNvPicPr/>
            <p:nvPr/>
          </p:nvPicPr>
          <p:blipFill>
            <a:blip r:embed="rId9" cstate="print"/>
            <a:stretch>
              <a:fillRect/>
            </a:stretch>
          </p:blipFill>
          <p:spPr>
            <a:xfrm>
              <a:off x="5182516" y="3910519"/>
              <a:ext cx="3571899" cy="954106"/>
            </a:xfrm>
            <a:prstGeom prst="rect">
              <a:avLst/>
            </a:prstGeom>
          </p:spPr>
        </p:pic>
      </p:grpSp>
      <p:sp>
        <p:nvSpPr>
          <p:cNvPr id="20" name="object 20"/>
          <p:cNvSpPr txBox="1"/>
          <p:nvPr/>
        </p:nvSpPr>
        <p:spPr>
          <a:xfrm>
            <a:off x="5182515" y="3910519"/>
            <a:ext cx="3572510" cy="954405"/>
          </a:xfrm>
          <a:prstGeom prst="rect">
            <a:avLst/>
          </a:prstGeom>
        </p:spPr>
        <p:txBody>
          <a:bodyPr vert="horz" wrap="square" lIns="0" tIns="23495" rIns="0" bIns="0" rtlCol="0">
            <a:spAutoFit/>
          </a:bodyPr>
          <a:lstStyle/>
          <a:p>
            <a:pPr marL="85725" marR="1485900">
              <a:lnSpc>
                <a:spcPct val="100000"/>
              </a:lnSpc>
              <a:spcBef>
                <a:spcPts val="185"/>
              </a:spcBef>
              <a:tabLst>
                <a:tab pos="794385" algn="l"/>
              </a:tabLst>
            </a:pPr>
            <a:r>
              <a:rPr sz="2800" b="1" spc="-5" dirty="0">
                <a:solidFill>
                  <a:srgbClr val="FFFFFF"/>
                </a:solidFill>
                <a:latin typeface="Arial"/>
                <a:cs typeface="Arial"/>
              </a:rPr>
              <a:t>de</a:t>
            </a:r>
            <a:r>
              <a:rPr sz="2800" b="1" dirty="0">
                <a:solidFill>
                  <a:srgbClr val="FFFFFF"/>
                </a:solidFill>
                <a:latin typeface="Arial"/>
                <a:cs typeface="Arial"/>
              </a:rPr>
              <a:t>l	</a:t>
            </a:r>
            <a:r>
              <a:rPr sz="2800" b="1" spc="-5" dirty="0">
                <a:solidFill>
                  <a:srgbClr val="FFFFFF"/>
                </a:solidFill>
                <a:latin typeface="Arial"/>
                <a:cs typeface="Arial"/>
              </a:rPr>
              <a:t>method  example</a:t>
            </a:r>
            <a:endParaRPr sz="2800">
              <a:latin typeface="Arial"/>
              <a:cs typeface="Arial"/>
            </a:endParaRPr>
          </a:p>
        </p:txBody>
      </p:sp>
    </p:spTree>
  </p:cSld>
  <p:clrMapOvr>
    <a:masterClrMapping/>
  </p:clrMapOvr>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34290" rIns="0" bIns="0" rtlCol="0">
            <a:spAutoFit/>
          </a:bodyPr>
          <a:lstStyle/>
          <a:p>
            <a:pPr marL="1494155">
              <a:lnSpc>
                <a:spcPct val="100000"/>
              </a:lnSpc>
              <a:spcBef>
                <a:spcPts val="270"/>
              </a:spcBef>
            </a:pPr>
            <a:r>
              <a:rPr spc="-5" dirty="0"/>
              <a:t>Deleting</a:t>
            </a:r>
            <a:r>
              <a:rPr spc="-30" dirty="0"/>
              <a:t> </a:t>
            </a:r>
            <a:r>
              <a:rPr spc="-10" dirty="0"/>
              <a:t>Elements</a:t>
            </a:r>
            <a:r>
              <a:rPr spc="-30" dirty="0"/>
              <a:t> </a:t>
            </a:r>
            <a:r>
              <a:rPr spc="-5" dirty="0"/>
              <a:t>of</a:t>
            </a:r>
            <a:r>
              <a:rPr spc="-30" dirty="0"/>
              <a:t> </a:t>
            </a:r>
            <a:r>
              <a:rPr spc="-5" dirty="0"/>
              <a:t>LIST</a:t>
            </a:r>
          </a:p>
        </p:txBody>
      </p:sp>
      <p:grpSp>
        <p:nvGrpSpPr>
          <p:cNvPr id="3" name="object 3"/>
          <p:cNvGrpSpPr/>
          <p:nvPr/>
        </p:nvGrpSpPr>
        <p:grpSpPr>
          <a:xfrm>
            <a:off x="317157" y="1054552"/>
            <a:ext cx="6363970" cy="669925"/>
            <a:chOff x="317157" y="1054552"/>
            <a:chExt cx="6363970" cy="669925"/>
          </a:xfrm>
        </p:grpSpPr>
        <p:pic>
          <p:nvPicPr>
            <p:cNvPr id="4" name="object 4"/>
            <p:cNvPicPr/>
            <p:nvPr/>
          </p:nvPicPr>
          <p:blipFill>
            <a:blip r:embed="rId2" cstate="print"/>
            <a:stretch>
              <a:fillRect/>
            </a:stretch>
          </p:blipFill>
          <p:spPr>
            <a:xfrm>
              <a:off x="317157" y="1054552"/>
              <a:ext cx="6363591" cy="669364"/>
            </a:xfrm>
            <a:prstGeom prst="rect">
              <a:avLst/>
            </a:prstGeom>
          </p:spPr>
        </p:pic>
        <p:pic>
          <p:nvPicPr>
            <p:cNvPr id="5" name="object 5"/>
            <p:cNvPicPr/>
            <p:nvPr/>
          </p:nvPicPr>
          <p:blipFill>
            <a:blip r:embed="rId3" cstate="print"/>
            <a:stretch>
              <a:fillRect/>
            </a:stretch>
          </p:blipFill>
          <p:spPr>
            <a:xfrm>
              <a:off x="357157" y="1071551"/>
              <a:ext cx="6283590" cy="589363"/>
            </a:xfrm>
            <a:prstGeom prst="rect">
              <a:avLst/>
            </a:prstGeom>
          </p:spPr>
        </p:pic>
      </p:grpSp>
      <p:sp>
        <p:nvSpPr>
          <p:cNvPr id="6" name="object 6"/>
          <p:cNvSpPr txBox="1"/>
          <p:nvPr/>
        </p:nvSpPr>
        <p:spPr>
          <a:xfrm>
            <a:off x="357157" y="1071552"/>
            <a:ext cx="6283960" cy="589915"/>
          </a:xfrm>
          <a:prstGeom prst="rect">
            <a:avLst/>
          </a:prstGeom>
        </p:spPr>
        <p:txBody>
          <a:bodyPr vert="horz" wrap="square" lIns="0" tIns="34290" rIns="0" bIns="0" rtlCol="0">
            <a:spAutoFit/>
          </a:bodyPr>
          <a:lstStyle/>
          <a:p>
            <a:pPr marL="1165860">
              <a:lnSpc>
                <a:spcPct val="100000"/>
              </a:lnSpc>
              <a:spcBef>
                <a:spcPts val="270"/>
              </a:spcBef>
            </a:pPr>
            <a:r>
              <a:rPr sz="3200" b="1" spc="-5" dirty="0">
                <a:solidFill>
                  <a:srgbClr val="FFFFFF"/>
                </a:solidFill>
                <a:latin typeface="Arial"/>
                <a:cs typeface="Arial"/>
              </a:rPr>
              <a:t>3.</a:t>
            </a:r>
            <a:r>
              <a:rPr sz="3200" b="1" spc="-25" dirty="0">
                <a:solidFill>
                  <a:srgbClr val="FFFFFF"/>
                </a:solidFill>
                <a:latin typeface="Arial"/>
                <a:cs typeface="Arial"/>
              </a:rPr>
              <a:t> </a:t>
            </a:r>
            <a:r>
              <a:rPr sz="3200" b="1" spc="-5" dirty="0">
                <a:solidFill>
                  <a:srgbClr val="FFFFFF"/>
                </a:solidFill>
                <a:latin typeface="Arial"/>
                <a:cs typeface="Arial"/>
              </a:rPr>
              <a:t>remove</a:t>
            </a:r>
            <a:r>
              <a:rPr sz="3200" b="1" spc="-20" dirty="0">
                <a:solidFill>
                  <a:srgbClr val="FFFFFF"/>
                </a:solidFill>
                <a:latin typeface="Arial"/>
                <a:cs typeface="Arial"/>
              </a:rPr>
              <a:t> </a:t>
            </a:r>
            <a:r>
              <a:rPr sz="3200" b="1" dirty="0">
                <a:solidFill>
                  <a:srgbClr val="FFFFFF"/>
                </a:solidFill>
                <a:latin typeface="Arial"/>
                <a:cs typeface="Arial"/>
              </a:rPr>
              <a:t>(</a:t>
            </a:r>
            <a:r>
              <a:rPr sz="3200" b="1" spc="-25" dirty="0">
                <a:solidFill>
                  <a:srgbClr val="FFFFFF"/>
                </a:solidFill>
                <a:latin typeface="Arial"/>
                <a:cs typeface="Arial"/>
              </a:rPr>
              <a:t> </a:t>
            </a:r>
            <a:r>
              <a:rPr sz="3200" b="1" dirty="0">
                <a:solidFill>
                  <a:srgbClr val="FFFFFF"/>
                </a:solidFill>
                <a:latin typeface="Arial"/>
                <a:cs typeface="Arial"/>
              </a:rPr>
              <a:t>)</a:t>
            </a:r>
            <a:r>
              <a:rPr sz="3200" b="1" spc="-20" dirty="0">
                <a:solidFill>
                  <a:srgbClr val="FFFFFF"/>
                </a:solidFill>
                <a:latin typeface="Arial"/>
                <a:cs typeface="Arial"/>
              </a:rPr>
              <a:t> </a:t>
            </a:r>
            <a:r>
              <a:rPr sz="3200" b="1" dirty="0">
                <a:solidFill>
                  <a:srgbClr val="FFFFFF"/>
                </a:solidFill>
                <a:latin typeface="Arial"/>
                <a:cs typeface="Arial"/>
              </a:rPr>
              <a:t>Method</a:t>
            </a:r>
            <a:endParaRPr sz="3200">
              <a:latin typeface="Arial"/>
              <a:cs typeface="Arial"/>
            </a:endParaRPr>
          </a:p>
        </p:txBody>
      </p:sp>
      <p:sp>
        <p:nvSpPr>
          <p:cNvPr id="7" name="object 7"/>
          <p:cNvSpPr txBox="1"/>
          <p:nvPr/>
        </p:nvSpPr>
        <p:spPr>
          <a:xfrm>
            <a:off x="1573190" y="1993562"/>
            <a:ext cx="7060565" cy="3012440"/>
          </a:xfrm>
          <a:prstGeom prst="rect">
            <a:avLst/>
          </a:prstGeom>
        </p:spPr>
        <p:txBody>
          <a:bodyPr vert="horz" wrap="square" lIns="0" tIns="12700" rIns="0" bIns="0" rtlCol="0">
            <a:spAutoFit/>
          </a:bodyPr>
          <a:lstStyle/>
          <a:p>
            <a:pPr marL="12700" marR="5080" indent="457200" algn="just">
              <a:lnSpc>
                <a:spcPct val="100000"/>
              </a:lnSpc>
              <a:spcBef>
                <a:spcPts val="100"/>
              </a:spcBef>
            </a:pPr>
            <a:r>
              <a:rPr sz="2800" spc="-5" dirty="0">
                <a:latin typeface="Arial MT"/>
                <a:cs typeface="Arial MT"/>
              </a:rPr>
              <a:t>In</a:t>
            </a:r>
            <a:r>
              <a:rPr sz="2800" dirty="0">
                <a:latin typeface="Arial MT"/>
                <a:cs typeface="Arial MT"/>
              </a:rPr>
              <a:t> case,</a:t>
            </a:r>
            <a:r>
              <a:rPr sz="2800" spc="5" dirty="0">
                <a:latin typeface="Arial MT"/>
                <a:cs typeface="Arial MT"/>
              </a:rPr>
              <a:t> </a:t>
            </a:r>
            <a:r>
              <a:rPr sz="2800" spc="-5" dirty="0">
                <a:latin typeface="Arial MT"/>
                <a:cs typeface="Arial MT"/>
              </a:rPr>
              <a:t>we</a:t>
            </a:r>
            <a:r>
              <a:rPr sz="2800" dirty="0">
                <a:latin typeface="Arial MT"/>
                <a:cs typeface="Arial MT"/>
              </a:rPr>
              <a:t> know</a:t>
            </a:r>
            <a:r>
              <a:rPr sz="2800" spc="5" dirty="0">
                <a:latin typeface="Arial MT"/>
                <a:cs typeface="Arial MT"/>
              </a:rPr>
              <a:t> </a:t>
            </a:r>
            <a:r>
              <a:rPr sz="2800" spc="-5" dirty="0">
                <a:latin typeface="Arial MT"/>
                <a:cs typeface="Arial MT"/>
              </a:rPr>
              <a:t>the</a:t>
            </a:r>
            <a:r>
              <a:rPr sz="2800" dirty="0">
                <a:latin typeface="Arial MT"/>
                <a:cs typeface="Arial MT"/>
              </a:rPr>
              <a:t> </a:t>
            </a:r>
            <a:r>
              <a:rPr sz="2800" spc="-5" dirty="0">
                <a:latin typeface="Arial MT"/>
                <a:cs typeface="Arial MT"/>
              </a:rPr>
              <a:t>element</a:t>
            </a:r>
            <a:r>
              <a:rPr sz="2800" dirty="0">
                <a:latin typeface="Arial MT"/>
                <a:cs typeface="Arial MT"/>
              </a:rPr>
              <a:t> </a:t>
            </a:r>
            <a:r>
              <a:rPr sz="2800" spc="-5" dirty="0">
                <a:latin typeface="Arial MT"/>
                <a:cs typeface="Arial MT"/>
              </a:rPr>
              <a:t>to</a:t>
            </a:r>
            <a:r>
              <a:rPr sz="2800" dirty="0">
                <a:latin typeface="Arial MT"/>
                <a:cs typeface="Arial MT"/>
              </a:rPr>
              <a:t> </a:t>
            </a:r>
            <a:r>
              <a:rPr sz="2800" spc="-5" dirty="0">
                <a:latin typeface="Arial MT"/>
                <a:cs typeface="Arial MT"/>
              </a:rPr>
              <a:t>be </a:t>
            </a:r>
            <a:r>
              <a:rPr sz="2800" dirty="0">
                <a:latin typeface="Arial MT"/>
                <a:cs typeface="Arial MT"/>
              </a:rPr>
              <a:t> </a:t>
            </a:r>
            <a:r>
              <a:rPr sz="2800" spc="-5" dirty="0">
                <a:latin typeface="Arial MT"/>
                <a:cs typeface="Arial MT"/>
              </a:rPr>
              <a:t>deleted not the index, of the element, then </a:t>
            </a:r>
            <a:r>
              <a:rPr sz="2800" dirty="0">
                <a:latin typeface="Arial MT"/>
                <a:cs typeface="Arial MT"/>
              </a:rPr>
              <a:t> remove</a:t>
            </a:r>
            <a:r>
              <a:rPr sz="2800" spc="-10" dirty="0">
                <a:latin typeface="Arial MT"/>
                <a:cs typeface="Arial MT"/>
              </a:rPr>
              <a:t> </a:t>
            </a:r>
            <a:r>
              <a:rPr sz="2800" dirty="0">
                <a:latin typeface="Arial MT"/>
                <a:cs typeface="Arial MT"/>
              </a:rPr>
              <a:t>()</a:t>
            </a:r>
            <a:r>
              <a:rPr sz="2800" spc="-5" dirty="0">
                <a:latin typeface="Arial MT"/>
                <a:cs typeface="Arial MT"/>
              </a:rPr>
              <a:t> </a:t>
            </a:r>
            <a:r>
              <a:rPr sz="2800" dirty="0">
                <a:latin typeface="Arial MT"/>
                <a:cs typeface="Arial MT"/>
              </a:rPr>
              <a:t>can</a:t>
            </a:r>
            <a:r>
              <a:rPr sz="2800" spc="-10" dirty="0">
                <a:latin typeface="Arial MT"/>
                <a:cs typeface="Arial MT"/>
              </a:rPr>
              <a:t> </a:t>
            </a:r>
            <a:r>
              <a:rPr sz="2800" spc="-5" dirty="0">
                <a:latin typeface="Arial MT"/>
                <a:cs typeface="Arial MT"/>
              </a:rPr>
              <a:t>be used.</a:t>
            </a:r>
            <a:endParaRPr sz="2800">
              <a:latin typeface="Arial MT"/>
              <a:cs typeface="Arial MT"/>
            </a:endParaRPr>
          </a:p>
          <a:p>
            <a:pPr marL="12700" algn="just">
              <a:lnSpc>
                <a:spcPct val="100000"/>
              </a:lnSpc>
            </a:pPr>
            <a:r>
              <a:rPr sz="2800" spc="-10" dirty="0">
                <a:latin typeface="Arial MT"/>
                <a:cs typeface="Arial MT"/>
              </a:rPr>
              <a:t>Syntax</a:t>
            </a:r>
            <a:r>
              <a:rPr sz="2800" spc="-55" dirty="0">
                <a:latin typeface="Arial MT"/>
                <a:cs typeface="Arial MT"/>
              </a:rPr>
              <a:t> </a:t>
            </a:r>
            <a:r>
              <a:rPr sz="2800" spc="-5" dirty="0">
                <a:latin typeface="Arial MT"/>
                <a:cs typeface="Arial MT"/>
              </a:rPr>
              <a:t>is:</a:t>
            </a:r>
            <a:endParaRPr sz="2800">
              <a:latin typeface="Arial MT"/>
              <a:cs typeface="Arial MT"/>
            </a:endParaRPr>
          </a:p>
          <a:p>
            <a:pPr marL="927100">
              <a:lnSpc>
                <a:spcPct val="100000"/>
              </a:lnSpc>
            </a:pPr>
            <a:r>
              <a:rPr sz="2800" spc="-5" dirty="0">
                <a:latin typeface="Arial MT"/>
                <a:cs typeface="Arial MT"/>
              </a:rPr>
              <a:t>listobject.remove(value)</a:t>
            </a:r>
            <a:endParaRPr sz="2800">
              <a:latin typeface="Arial MT"/>
              <a:cs typeface="Arial MT"/>
            </a:endParaRPr>
          </a:p>
          <a:p>
            <a:pPr>
              <a:lnSpc>
                <a:spcPct val="100000"/>
              </a:lnSpc>
              <a:spcBef>
                <a:spcPts val="25"/>
              </a:spcBef>
            </a:pPr>
            <a:endParaRPr sz="2900">
              <a:latin typeface="Arial MT"/>
              <a:cs typeface="Arial MT"/>
            </a:endParaRPr>
          </a:p>
          <a:p>
            <a:pPr marL="927100">
              <a:lnSpc>
                <a:spcPct val="100000"/>
              </a:lnSpc>
            </a:pPr>
            <a:r>
              <a:rPr sz="2800" spc="-5" dirty="0">
                <a:latin typeface="Arial MT"/>
                <a:cs typeface="Arial MT"/>
              </a:rPr>
              <a:t>&gt;&gt;&gt;L1.remove(60)</a:t>
            </a:r>
            <a:endParaRPr sz="2800">
              <a:latin typeface="Arial MT"/>
              <a:cs typeface="Arial MT"/>
            </a:endParaRPr>
          </a:p>
        </p:txBody>
      </p:sp>
    </p:spTree>
  </p:cSld>
  <p:clrMapOvr>
    <a:masterClrMapping/>
  </p:clrMapOvr>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34290" rIns="0" bIns="0" rtlCol="0">
            <a:spAutoFit/>
          </a:bodyPr>
          <a:lstStyle/>
          <a:p>
            <a:pPr marL="1494155">
              <a:lnSpc>
                <a:spcPct val="100000"/>
              </a:lnSpc>
              <a:spcBef>
                <a:spcPts val="270"/>
              </a:spcBef>
            </a:pPr>
            <a:r>
              <a:rPr spc="-5" dirty="0"/>
              <a:t>Deleting</a:t>
            </a:r>
            <a:r>
              <a:rPr spc="-30" dirty="0"/>
              <a:t> </a:t>
            </a:r>
            <a:r>
              <a:rPr spc="-10" dirty="0"/>
              <a:t>Elements</a:t>
            </a:r>
            <a:r>
              <a:rPr spc="-30" dirty="0"/>
              <a:t> </a:t>
            </a:r>
            <a:r>
              <a:rPr spc="-5" dirty="0"/>
              <a:t>of</a:t>
            </a:r>
            <a:r>
              <a:rPr spc="-30" dirty="0"/>
              <a:t> </a:t>
            </a:r>
            <a:r>
              <a:rPr spc="-5" dirty="0"/>
              <a:t>LIST</a:t>
            </a:r>
          </a:p>
        </p:txBody>
      </p:sp>
      <p:grpSp>
        <p:nvGrpSpPr>
          <p:cNvPr id="3" name="object 3"/>
          <p:cNvGrpSpPr/>
          <p:nvPr/>
        </p:nvGrpSpPr>
        <p:grpSpPr>
          <a:xfrm>
            <a:off x="245720" y="1108130"/>
            <a:ext cx="5806440" cy="669925"/>
            <a:chOff x="245720" y="1108130"/>
            <a:chExt cx="5806440" cy="669925"/>
          </a:xfrm>
        </p:grpSpPr>
        <p:pic>
          <p:nvPicPr>
            <p:cNvPr id="4" name="object 4"/>
            <p:cNvPicPr/>
            <p:nvPr/>
          </p:nvPicPr>
          <p:blipFill>
            <a:blip r:embed="rId2" cstate="print"/>
            <a:stretch>
              <a:fillRect/>
            </a:stretch>
          </p:blipFill>
          <p:spPr>
            <a:xfrm>
              <a:off x="245720" y="1108130"/>
              <a:ext cx="5805973" cy="669364"/>
            </a:xfrm>
            <a:prstGeom prst="rect">
              <a:avLst/>
            </a:prstGeom>
          </p:spPr>
        </p:pic>
        <p:pic>
          <p:nvPicPr>
            <p:cNvPr id="5" name="object 5"/>
            <p:cNvPicPr/>
            <p:nvPr/>
          </p:nvPicPr>
          <p:blipFill>
            <a:blip r:embed="rId3" cstate="print"/>
            <a:stretch>
              <a:fillRect/>
            </a:stretch>
          </p:blipFill>
          <p:spPr>
            <a:xfrm>
              <a:off x="285719" y="1125129"/>
              <a:ext cx="5725974" cy="589363"/>
            </a:xfrm>
            <a:prstGeom prst="rect">
              <a:avLst/>
            </a:prstGeom>
          </p:spPr>
        </p:pic>
      </p:grpSp>
      <p:sp>
        <p:nvSpPr>
          <p:cNvPr id="6" name="object 6"/>
          <p:cNvSpPr txBox="1"/>
          <p:nvPr/>
        </p:nvSpPr>
        <p:spPr>
          <a:xfrm>
            <a:off x="285719" y="1125129"/>
            <a:ext cx="5726430" cy="589915"/>
          </a:xfrm>
          <a:prstGeom prst="rect">
            <a:avLst/>
          </a:prstGeom>
        </p:spPr>
        <p:txBody>
          <a:bodyPr vert="horz" wrap="square" lIns="0" tIns="34290" rIns="0" bIns="0" rtlCol="0">
            <a:spAutoFit/>
          </a:bodyPr>
          <a:lstStyle/>
          <a:p>
            <a:pPr marL="887094">
              <a:lnSpc>
                <a:spcPct val="100000"/>
              </a:lnSpc>
              <a:spcBef>
                <a:spcPts val="270"/>
              </a:spcBef>
            </a:pPr>
            <a:r>
              <a:rPr sz="3200" b="1" spc="-5" dirty="0">
                <a:solidFill>
                  <a:srgbClr val="FFFFFF"/>
                </a:solidFill>
                <a:latin typeface="Arial"/>
                <a:cs typeface="Arial"/>
              </a:rPr>
              <a:t>3.</a:t>
            </a:r>
            <a:r>
              <a:rPr sz="3200" b="1" spc="-25" dirty="0">
                <a:solidFill>
                  <a:srgbClr val="FFFFFF"/>
                </a:solidFill>
                <a:latin typeface="Arial"/>
                <a:cs typeface="Arial"/>
              </a:rPr>
              <a:t> </a:t>
            </a:r>
            <a:r>
              <a:rPr sz="3200" b="1" spc="-5" dirty="0">
                <a:solidFill>
                  <a:srgbClr val="FFFFFF"/>
                </a:solidFill>
                <a:latin typeface="Arial"/>
                <a:cs typeface="Arial"/>
              </a:rPr>
              <a:t>remove</a:t>
            </a:r>
            <a:r>
              <a:rPr sz="3200" b="1" spc="-20" dirty="0">
                <a:solidFill>
                  <a:srgbClr val="FFFFFF"/>
                </a:solidFill>
                <a:latin typeface="Arial"/>
                <a:cs typeface="Arial"/>
              </a:rPr>
              <a:t> </a:t>
            </a:r>
            <a:r>
              <a:rPr sz="3200" b="1" dirty="0">
                <a:solidFill>
                  <a:srgbClr val="FFFFFF"/>
                </a:solidFill>
                <a:latin typeface="Arial"/>
                <a:cs typeface="Arial"/>
              </a:rPr>
              <a:t>(</a:t>
            </a:r>
            <a:r>
              <a:rPr sz="3200" b="1" spc="-25" dirty="0">
                <a:solidFill>
                  <a:srgbClr val="FFFFFF"/>
                </a:solidFill>
                <a:latin typeface="Arial"/>
                <a:cs typeface="Arial"/>
              </a:rPr>
              <a:t> </a:t>
            </a:r>
            <a:r>
              <a:rPr sz="3200" b="1" dirty="0">
                <a:solidFill>
                  <a:srgbClr val="FFFFFF"/>
                </a:solidFill>
                <a:latin typeface="Arial"/>
                <a:cs typeface="Arial"/>
              </a:rPr>
              <a:t>)</a:t>
            </a:r>
            <a:r>
              <a:rPr sz="3200" b="1" spc="-20" dirty="0">
                <a:solidFill>
                  <a:srgbClr val="FFFFFF"/>
                </a:solidFill>
                <a:latin typeface="Arial"/>
                <a:cs typeface="Arial"/>
              </a:rPr>
              <a:t> </a:t>
            </a:r>
            <a:r>
              <a:rPr sz="3200" b="1" dirty="0">
                <a:solidFill>
                  <a:srgbClr val="FFFFFF"/>
                </a:solidFill>
                <a:latin typeface="Arial"/>
                <a:cs typeface="Arial"/>
              </a:rPr>
              <a:t>Method</a:t>
            </a:r>
            <a:endParaRPr sz="3200">
              <a:latin typeface="Arial"/>
              <a:cs typeface="Arial"/>
            </a:endParaRPr>
          </a:p>
        </p:txBody>
      </p:sp>
      <p:grpSp>
        <p:nvGrpSpPr>
          <p:cNvPr id="7" name="object 7"/>
          <p:cNvGrpSpPr/>
          <p:nvPr/>
        </p:nvGrpSpPr>
        <p:grpSpPr>
          <a:xfrm>
            <a:off x="2521294" y="1789070"/>
            <a:ext cx="5013960" cy="3354704"/>
            <a:chOff x="2521294" y="1789070"/>
            <a:chExt cx="5013960" cy="3354704"/>
          </a:xfrm>
        </p:grpSpPr>
        <p:pic>
          <p:nvPicPr>
            <p:cNvPr id="8" name="object 8"/>
            <p:cNvPicPr/>
            <p:nvPr/>
          </p:nvPicPr>
          <p:blipFill>
            <a:blip r:embed="rId4" cstate="print"/>
            <a:stretch>
              <a:fillRect/>
            </a:stretch>
          </p:blipFill>
          <p:spPr>
            <a:xfrm>
              <a:off x="2521294" y="1789070"/>
              <a:ext cx="5013355" cy="3354429"/>
            </a:xfrm>
            <a:prstGeom prst="rect">
              <a:avLst/>
            </a:prstGeom>
          </p:spPr>
        </p:pic>
        <p:pic>
          <p:nvPicPr>
            <p:cNvPr id="9" name="object 9"/>
            <p:cNvPicPr/>
            <p:nvPr/>
          </p:nvPicPr>
          <p:blipFill>
            <a:blip r:embed="rId5" cstate="print"/>
            <a:stretch>
              <a:fillRect/>
            </a:stretch>
          </p:blipFill>
          <p:spPr>
            <a:xfrm>
              <a:off x="2714611" y="1982386"/>
              <a:ext cx="4429155" cy="2783155"/>
            </a:xfrm>
            <a:prstGeom prst="rect">
              <a:avLst/>
            </a:prstGeom>
          </p:spPr>
        </p:pic>
      </p:grpSp>
    </p:spTree>
  </p:cSld>
  <p:clrMapOvr>
    <a:masterClrMapping/>
  </p:clrMapOvr>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2046500" y="2110084"/>
            <a:ext cx="5525896" cy="1323439"/>
          </a:xfrm>
          <a:prstGeom prst="rect">
            <a:avLst/>
          </a:prstGeom>
          <a:noFill/>
        </p:spPr>
        <p:txBody>
          <a:bodyPr wrap="square" lIns="91440" tIns="45720" rIns="91440" bIns="45720">
            <a:spAutoFit/>
            <a:scene3d>
              <a:camera prst="orthographicFront"/>
              <a:lightRig rig="brightRoom" dir="t"/>
            </a:scene3d>
            <a:sp3d contourW="6350" prstMaterial="plastic">
              <a:bevelT w="20320" h="20320" prst="angle"/>
              <a:contourClr>
                <a:schemeClr val="accent1">
                  <a:tint val="100000"/>
                  <a:shade val="100000"/>
                  <a:hueMod val="100000"/>
                  <a:satMod val="100000"/>
                </a:schemeClr>
              </a:contourClr>
            </a:sp3d>
          </a:bodyPr>
          <a:lstStyle/>
          <a:p>
            <a:pPr algn="ctr"/>
            <a:r>
              <a:rPr lang="en-US" sz="8000" b="1" cap="all" spc="0" dirty="0" smtClean="0">
                <a:ln/>
                <a:solidFill>
                  <a:schemeClr val="accent1"/>
                </a:solidFill>
                <a:effectLst>
                  <a:outerShdw blurRad="19685" dist="12700" dir="5400000" algn="tl" rotWithShape="0">
                    <a:schemeClr val="accent1">
                      <a:satMod val="130000"/>
                      <a:alpha val="60000"/>
                    </a:schemeClr>
                  </a:outerShdw>
                  <a:reflection blurRad="10000" stA="55000" endPos="48000" dist="500" dir="5400000" sy="-100000" algn="bl" rotWithShape="0"/>
                </a:effectLst>
              </a:rPr>
              <a:t>THANK U</a:t>
            </a:r>
            <a:endParaRPr lang="en-US" sz="8000" b="1" cap="all" spc="0" dirty="0">
              <a:ln/>
              <a:solidFill>
                <a:schemeClr val="accent1"/>
              </a:solidFill>
              <a:effectLst>
                <a:outerShdw blurRad="19685" dist="12700" dir="5400000" algn="tl" rotWithShape="0">
                  <a:schemeClr val="accent1">
                    <a:satMod val="130000"/>
                    <a:alpha val="60000"/>
                  </a:schemeClr>
                </a:outerShdw>
                <a:reflection blurRad="10000" stA="55000" endPos="48000" dist="500" dir="5400000" sy="-100000" algn="bl" rotWithShape="0"/>
              </a:effectLst>
            </a:endParaRPr>
          </a:p>
        </p:txBody>
      </p:sp>
    </p:spTree>
  </p:cSld>
  <p:clrMapOvr>
    <a:masterClrMapping/>
  </p:clrMapOvr>
</p:sld>
</file>

<file path=ppt/theme/theme1.xml><?xml version="1.0" encoding="utf-8"?>
<a:theme xmlns:a="http://schemas.openxmlformats.org/drawingml/2006/main" name="Theme Office">
  <a:themeElements>
    <a:clrScheme name="Standard">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Standard">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tandard">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17</TotalTime>
  <Words>9725</Words>
  <PresentationFormat>On-screen Show (16:9)</PresentationFormat>
  <Paragraphs>1259</Paragraphs>
  <Slides>163</Slides>
  <Notes>14</Notes>
  <HiddenSlides>0</HiddenSlides>
  <MMClips>0</MMClips>
  <ScaleCrop>false</ScaleCrop>
  <HeadingPairs>
    <vt:vector size="6" baseType="variant">
      <vt:variant>
        <vt:lpstr>Fonts Used</vt:lpstr>
      </vt:variant>
      <vt:variant>
        <vt:i4>37</vt:i4>
      </vt:variant>
      <vt:variant>
        <vt:lpstr>Theme</vt:lpstr>
      </vt:variant>
      <vt:variant>
        <vt:i4>1</vt:i4>
      </vt:variant>
      <vt:variant>
        <vt:lpstr>Slide Titles</vt:lpstr>
      </vt:variant>
      <vt:variant>
        <vt:i4>163</vt:i4>
      </vt:variant>
    </vt:vector>
  </HeadingPairs>
  <TitlesOfParts>
    <vt:vector size="201" baseType="lpstr">
      <vt:lpstr>Arial</vt:lpstr>
      <vt:lpstr>Calibri</vt:lpstr>
      <vt:lpstr>SMITBP+LibreBaskerville-Bold</vt:lpstr>
      <vt:lpstr>KIGFCN+TimesNewRomanPS-BoldMT</vt:lpstr>
      <vt:lpstr>Cambria</vt:lpstr>
      <vt:lpstr>VRRQJO+Cambria</vt:lpstr>
      <vt:lpstr>Times New Roman</vt:lpstr>
      <vt:lpstr>VIDFKT+ArialMT</vt:lpstr>
      <vt:lpstr>EJNCGP+Arial-BoldMT</vt:lpstr>
      <vt:lpstr>Arial MT</vt:lpstr>
      <vt:lpstr>Consolas</vt:lpstr>
      <vt:lpstr>Noto Sans Symbols</vt:lpstr>
      <vt:lpstr>Roboto Mono</vt:lpstr>
      <vt:lpstr>Georgia</vt:lpstr>
      <vt:lpstr>CTHTSI+LibreBaskerville-Bold</vt:lpstr>
      <vt:lpstr>CRUWVR+TimesNewRomanPS-BoldMT</vt:lpstr>
      <vt:lpstr>QPSRJE+ArialMT</vt:lpstr>
      <vt:lpstr>SNTQHS+TimesNewRomanPSMT</vt:lpstr>
      <vt:lpstr>TKKLET+Wingdings-Regular</vt:lpstr>
      <vt:lpstr>LORMPL+Arial-BoldItalicMT</vt:lpstr>
      <vt:lpstr>Yu Gothic UI</vt:lpstr>
      <vt:lpstr>Trebuchet MS</vt:lpstr>
      <vt:lpstr>JCLMCO+LibreBaskerville-Bold</vt:lpstr>
      <vt:lpstr>JMPQAK+ArialMT</vt:lpstr>
      <vt:lpstr>MSNCID+Arial-BoldMT</vt:lpstr>
      <vt:lpstr>RESQJF+LibreBaskerville-Bold</vt:lpstr>
      <vt:lpstr>UGBWLJ+TimesNewRomanPS-BoldMT</vt:lpstr>
      <vt:lpstr>QAJVHG+Rockwell-ExtraBold,Bold</vt:lpstr>
      <vt:lpstr>CTJNHW+ArialMT</vt:lpstr>
      <vt:lpstr>JMIVUR+Arial-ItalicMT</vt:lpstr>
      <vt:lpstr>ITQKWN+Wingdings-Regular</vt:lpstr>
      <vt:lpstr>WRDBSD+Arial-BoldMT</vt:lpstr>
      <vt:lpstr>SFVEEJ+CourierNewPS-ItalicMT</vt:lpstr>
      <vt:lpstr>WDSLLB+CourierNewPS-BoldMT</vt:lpstr>
      <vt:lpstr>SEUJEH+CourierNewPSMT</vt:lpstr>
      <vt:lpstr>NBFRJW+Arial-BoldItalicMT</vt:lpstr>
      <vt:lpstr>Segoe UI Symbol</vt:lpstr>
      <vt:lpstr>Theme Office</vt:lpstr>
      <vt:lpstr>Slide 1</vt:lpstr>
      <vt:lpstr>Slide 2</vt:lpstr>
      <vt:lpstr>Slide 3</vt:lpstr>
      <vt:lpstr>Slide 4</vt:lpstr>
      <vt:lpstr>Slide 5</vt:lpstr>
      <vt:lpstr>Slide 6</vt:lpstr>
      <vt:lpstr>Slide 7</vt:lpstr>
      <vt:lpstr>Slide 8</vt:lpstr>
      <vt:lpstr>Slide 9</vt:lpstr>
      <vt:lpstr>Slide 10</vt:lpstr>
      <vt:lpstr>Slide 11</vt:lpstr>
      <vt:lpstr>1.2 Introduction to Google Colab</vt:lpstr>
      <vt:lpstr>Introduction to Google Colab</vt:lpstr>
      <vt:lpstr>Introduction to Google Colab</vt:lpstr>
      <vt:lpstr>to Google Colab</vt:lpstr>
      <vt:lpstr>Introduction to Google Colab</vt:lpstr>
      <vt:lpstr>Introduction to Google Colab</vt:lpstr>
      <vt:lpstr>Introduction to Google Colab</vt:lpstr>
      <vt:lpstr>2.1 Basic Data Types in Python</vt:lpstr>
      <vt:lpstr>Slide 20</vt:lpstr>
      <vt:lpstr>Numeric In Python, numeric data type represent the data which has numeric value.  Numeric value can be integer, floating number or even complex numbers.  These values are defined as int, float and complex class in Python.</vt:lpstr>
      <vt:lpstr># Python program to # demonstrate numeric value</vt:lpstr>
      <vt:lpstr>Boolean</vt:lpstr>
      <vt:lpstr>Slide 24</vt:lpstr>
      <vt:lpstr>Slide 25</vt:lpstr>
      <vt:lpstr>WRITING PSEUDO CODE AND COMMENTS</vt:lpstr>
      <vt:lpstr>SRM INSTITUTE OF SCIENCE AND TECHNOLOGY, CHENNAI.</vt:lpstr>
      <vt:lpstr>SRM INSTITUTE OF SCIENCE AND TECHNOLOGY, CHENNAI.</vt:lpstr>
      <vt:lpstr>SRM INSTITUTE OF SCIENCE AND TECHNOLOGY, CHENNAI.</vt:lpstr>
      <vt:lpstr>SRM INSTITUTE OF SCIENCE AND TECHNOLOGY, CHENNAI.</vt:lpstr>
      <vt:lpstr>SRM INSTITUTE OF SCIENCE AND TECHNOLOGY, CHENNAI.</vt:lpstr>
      <vt:lpstr>SRM INSTITUTE OF SCIENCE AND TECHNOLOGY, CHENNAI.</vt:lpstr>
      <vt:lpstr>SRM INSTITUTE OF SCIENCE AND TECHNOLOGY, CHENNAI.</vt:lpstr>
      <vt:lpstr>SRM INSTITUTE OF SCIENCE AND TECHNOLOGY, CHENNAI.</vt:lpstr>
      <vt:lpstr>SRM INSTITUTE OF SCIENCE AND TECHNOLOGY, CHENNAI.</vt:lpstr>
      <vt:lpstr>SRM INSTITUTE OF SCIENCE AND TECHNOLOGY, CHENNAI.</vt:lpstr>
      <vt:lpstr>1. Single-line Comment in C </vt:lpstr>
      <vt:lpstr>2. Multi-line Comment in C The Multi-line comment in C starts with a forward slash and asterisk ( /* ) and ends with an asterisk and forward slash ( */ ). Any text between /* and */ is treated as a comment and is ignored by the compiler. It can apply comments to multiple lines in the program. </vt:lpstr>
      <vt:lpstr>SRM INSTITUTE OF SCIENCE AND TECHNOLOGY, CHENNAI.</vt:lpstr>
      <vt:lpstr>3.1 String Functions</vt:lpstr>
      <vt:lpstr>String Operators</vt:lpstr>
      <vt:lpstr>String Operators</vt:lpstr>
      <vt:lpstr>String Operators</vt:lpstr>
      <vt:lpstr>String Operators</vt:lpstr>
      <vt:lpstr>Built-in String Functions</vt:lpstr>
      <vt:lpstr>Built-in String Functions</vt:lpstr>
      <vt:lpstr>Built-in String Functions</vt:lpstr>
      <vt:lpstr>Built-in String Functions</vt:lpstr>
      <vt:lpstr>Built-in String Functions</vt:lpstr>
      <vt:lpstr>3.2 INPUT AND OUTPUT  FUNCTIONS</vt:lpstr>
      <vt:lpstr>Input Function</vt:lpstr>
      <vt:lpstr>Input Function</vt:lpstr>
      <vt:lpstr>Input Function</vt:lpstr>
      <vt:lpstr>Output Function</vt:lpstr>
      <vt:lpstr>Output Function</vt:lpstr>
      <vt:lpstr>Output Function</vt:lpstr>
      <vt:lpstr>Formatting Output</vt:lpstr>
      <vt:lpstr>Formatting Output</vt:lpstr>
      <vt:lpstr>Formatting Output</vt:lpstr>
      <vt:lpstr>Slide 60</vt:lpstr>
      <vt:lpstr>Slide 61</vt:lpstr>
      <vt:lpstr>Slide 62</vt:lpstr>
      <vt:lpstr>Slide 63</vt:lpstr>
      <vt:lpstr>Slide 64</vt:lpstr>
      <vt:lpstr>Slide 65</vt:lpstr>
      <vt:lpstr>Slide 66</vt:lpstr>
      <vt:lpstr>Slide 67</vt:lpstr>
      <vt:lpstr>4.2 ERROR HANDLING</vt:lpstr>
      <vt:lpstr>Error Handling</vt:lpstr>
      <vt:lpstr>Difference between Syntax Error and Exceptions</vt:lpstr>
      <vt:lpstr>Difference between Syntax Error and  Exceptions(Contd..)</vt:lpstr>
      <vt:lpstr>Try and Except Statement</vt:lpstr>
      <vt:lpstr>Catching Specific Exception</vt:lpstr>
      <vt:lpstr>Example Program</vt:lpstr>
      <vt:lpstr>Try with Else Clause</vt:lpstr>
      <vt:lpstr>Finally Keyword in Python</vt:lpstr>
      <vt:lpstr>Example Program</vt:lpstr>
      <vt:lpstr>Raising Exception</vt:lpstr>
      <vt:lpstr>5.1 CONDITIONAL STATEMENT</vt:lpstr>
      <vt:lpstr>A Structured programming is an important feature of a</vt:lpstr>
      <vt:lpstr>CONDITIONAL CONSTRUCT – if else STATEMENT</vt:lpstr>
      <vt:lpstr>CONDITIONAL CONSTRUCT – if else STATEMENT</vt:lpstr>
      <vt:lpstr>EXAMPLES – if STATEMENT</vt:lpstr>
      <vt:lpstr>EXAMPLE – if else STATEMENT</vt:lpstr>
      <vt:lpstr>Slide 85</vt:lpstr>
      <vt:lpstr>5.2 LOOPING STATEMENT</vt:lpstr>
      <vt:lpstr>while loop</vt:lpstr>
      <vt:lpstr>Slide 88</vt:lpstr>
      <vt:lpstr>while loop - programs</vt:lpstr>
      <vt:lpstr>for LOOP</vt:lpstr>
      <vt:lpstr>for LOOP</vt:lpstr>
      <vt:lpstr>The range() function returns a sequence  of numbers, starting from 0 by default, and  increments by 1 (by default), and ends at  a specified number.</vt:lpstr>
      <vt:lpstr>6.1 LISTS</vt:lpstr>
      <vt:lpstr>Lists</vt:lpstr>
      <vt:lpstr>List Methods</vt:lpstr>
      <vt:lpstr>4.List.insert(3,2):- This method adds element 2 at index 3 of the list.</vt:lpstr>
      <vt:lpstr>List Slicing</vt:lpstr>
      <vt:lpstr>Lists as argUMEnts tO FUnctiOns</vt:lpstr>
      <vt:lpstr>Slide 99</vt:lpstr>
      <vt:lpstr>6.2 TUPLES</vt:lpstr>
      <vt:lpstr>TUpLEs</vt:lpstr>
      <vt:lpstr>Tuple Methods</vt:lpstr>
      <vt:lpstr>BUILT-IN FUNcTIONs OF TUpLE</vt:lpstr>
      <vt:lpstr>7.1 WORKING WITH SETS</vt:lpstr>
      <vt:lpstr>Set in Python</vt:lpstr>
      <vt:lpstr>Creating Python Sets</vt:lpstr>
      <vt:lpstr>Modifying a set in Python</vt:lpstr>
      <vt:lpstr>Modifying a set in Python</vt:lpstr>
      <vt:lpstr>Removing elements from a set</vt:lpstr>
      <vt:lpstr>The following example will illustrate  the removing element from the set</vt:lpstr>
      <vt:lpstr>Slide 111</vt:lpstr>
      <vt:lpstr>Slide 112</vt:lpstr>
      <vt:lpstr>Slide 113</vt:lpstr>
      <vt:lpstr>Slide 114</vt:lpstr>
      <vt:lpstr>Slide 115</vt:lpstr>
      <vt:lpstr>Slide 116</vt:lpstr>
      <vt:lpstr>Slide 117</vt:lpstr>
      <vt:lpstr>Slide 118</vt:lpstr>
      <vt:lpstr>Slide 119</vt:lpstr>
      <vt:lpstr>Slide 120</vt:lpstr>
      <vt:lpstr>Slide 121</vt:lpstr>
      <vt:lpstr>Slide 122</vt:lpstr>
      <vt:lpstr>Slide 123</vt:lpstr>
      <vt:lpstr>Slide 124</vt:lpstr>
      <vt:lpstr>Slide 125</vt:lpstr>
      <vt:lpstr>Slide 126</vt:lpstr>
      <vt:lpstr>Slide 127</vt:lpstr>
      <vt:lpstr>Slide 128</vt:lpstr>
      <vt:lpstr>Slide 129</vt:lpstr>
      <vt:lpstr>Slide 130</vt:lpstr>
      <vt:lpstr>Slide 131</vt:lpstr>
      <vt:lpstr>Slide 132</vt:lpstr>
      <vt:lpstr>Slide 133</vt:lpstr>
      <vt:lpstr>Slide 134</vt:lpstr>
      <vt:lpstr>Slide 135</vt:lpstr>
      <vt:lpstr>Slide 136</vt:lpstr>
      <vt:lpstr>Slide 137</vt:lpstr>
      <vt:lpstr>Slide 138</vt:lpstr>
      <vt:lpstr>8.2 Introduction to Numpy</vt:lpstr>
      <vt:lpstr>Slide 140</vt:lpstr>
      <vt:lpstr>Slide 141</vt:lpstr>
      <vt:lpstr>OPERATIONS USING NUMPY</vt:lpstr>
      <vt:lpstr>INSTALLATION</vt:lpstr>
      <vt:lpstr>IMPORTING THE NUMPY MODULE</vt:lpstr>
      <vt:lpstr>OTHER RESOURCES</vt:lpstr>
      <vt:lpstr>9.1 HIGH DIMENSIONAL ARRAY</vt:lpstr>
      <vt:lpstr>Slide 147</vt:lpstr>
      <vt:lpstr>Slide 148</vt:lpstr>
      <vt:lpstr>Slide 149</vt:lpstr>
      <vt:lpstr>LISTS EXAMPLE</vt:lpstr>
      <vt:lpstr>Slide 151</vt:lpstr>
      <vt:lpstr>LISTS EXAMPLE</vt:lpstr>
      <vt:lpstr>WORKING WITH LIST INDEX</vt:lpstr>
      <vt:lpstr>LIST - Example</vt:lpstr>
      <vt:lpstr>9.2 HIGH DIMENSIONAL ARRAY</vt:lpstr>
      <vt:lpstr>Deleting Elements of LIST</vt:lpstr>
      <vt:lpstr>Deleting Elements of LIST</vt:lpstr>
      <vt:lpstr>Slide 158</vt:lpstr>
      <vt:lpstr>Deleting Elements of LIST</vt:lpstr>
      <vt:lpstr>Deleting Elements of LIST</vt:lpstr>
      <vt:lpstr>Deleting Elements of LIST</vt:lpstr>
      <vt:lpstr>Deleting Elements of LIST</vt:lpstr>
      <vt:lpstr>Slide 163</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 PowerPoint</dc:title>
  <cp:lastModifiedBy>PETCHIMUTHU</cp:lastModifiedBy>
  <cp:revision>11</cp:revision>
  <dcterms:modified xsi:type="dcterms:W3CDTF">2023-11-04T06:49:55Z</dcterms:modified>
</cp:coreProperties>
</file>